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50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8/15/19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Chronicle of a Death Foretold</a:t>
            </a:r>
            <a:endParaRPr lang="en-SG" sz="6600" dirty="0"/>
          </a:p>
        </p:txBody>
      </p:sp>
    </p:spTree>
    <p:extLst>
      <p:ext uri="{BB962C8B-B14F-4D97-AF65-F5344CB8AC3E}">
        <p14:creationId xmlns:p14="http://schemas.microsoft.com/office/powerpoint/2010/main" val="4245652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Themes</a:t>
            </a:r>
            <a:endParaRPr lang="en-SG" sz="40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 dirty="0"/>
              <a:t>Rituals</a:t>
            </a:r>
          </a:p>
          <a:p>
            <a:r>
              <a:rPr lang="en-US" sz="3600" dirty="0"/>
              <a:t>Responsibility (Societal and as an Individual)</a:t>
            </a:r>
          </a:p>
          <a:p>
            <a:r>
              <a:rPr lang="en-US" sz="3600" dirty="0" err="1"/>
              <a:t>Honour</a:t>
            </a:r>
            <a:r>
              <a:rPr lang="en-US" sz="3600" dirty="0"/>
              <a:t> / Obligation / Social Expectations</a:t>
            </a:r>
          </a:p>
          <a:p>
            <a:r>
              <a:rPr lang="en-US" sz="3600" dirty="0"/>
              <a:t>Inevitability/ Foretold / Fate / Lack of Freedom</a:t>
            </a:r>
          </a:p>
          <a:p>
            <a:r>
              <a:rPr lang="en-US" sz="3600" dirty="0"/>
              <a:t>Uncertainty / Ambiguity / Mystery</a:t>
            </a:r>
          </a:p>
          <a:p>
            <a:r>
              <a:rPr lang="en-US" sz="3600" dirty="0"/>
              <a:t>Reconstruction /  The Search for Truth </a:t>
            </a:r>
          </a:p>
          <a:p>
            <a:r>
              <a:rPr lang="en-US" sz="3600" dirty="0"/>
              <a:t>Isolation / Alienation</a:t>
            </a:r>
          </a:p>
          <a:p>
            <a:r>
              <a:rPr lang="en-US" sz="3600" dirty="0"/>
              <a:t>Conflict &amp; Violence: Gender, Class, Age</a:t>
            </a:r>
          </a:p>
          <a:p>
            <a:r>
              <a:rPr lang="en-US" sz="3600" dirty="0"/>
              <a:t>Justice: Retributive, Restorative, Distributive</a:t>
            </a:r>
          </a:p>
          <a:p>
            <a:r>
              <a:rPr lang="en-US" sz="3600" dirty="0"/>
              <a:t>Surveillance / Privacy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36469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7092" y="1405403"/>
            <a:ext cx="9966707" cy="5210550"/>
          </a:xfrm>
        </p:spPr>
        <p:txBody>
          <a:bodyPr>
            <a:normAutofit lnSpcReduction="10000"/>
          </a:bodyPr>
          <a:lstStyle/>
          <a:p>
            <a:endParaRPr lang="en-US" sz="1400" dirty="0"/>
          </a:p>
          <a:p>
            <a:r>
              <a:rPr lang="en-US" sz="1400" dirty="0"/>
              <a:t>Point of View: Role of the Narrator</a:t>
            </a:r>
          </a:p>
          <a:p>
            <a:r>
              <a:rPr lang="en-US" sz="1400" dirty="0"/>
              <a:t>Characterization: Behavior and dialogue</a:t>
            </a:r>
          </a:p>
          <a:p>
            <a:r>
              <a:rPr lang="en-US" sz="1400" dirty="0"/>
              <a:t>Narrative Structure: Non-chronological / differing perspectives/ Search for truth</a:t>
            </a:r>
          </a:p>
          <a:p>
            <a:r>
              <a:rPr lang="en-US" sz="1400" dirty="0"/>
              <a:t>Journalistic Style: Sensational e.g. ‘Fatal door’ / 1</a:t>
            </a:r>
            <a:r>
              <a:rPr lang="en-US" sz="1400" baseline="30000" dirty="0"/>
              <a:t>st</a:t>
            </a:r>
            <a:r>
              <a:rPr lang="en-US" sz="1400" dirty="0"/>
              <a:t> sentence- 5 </a:t>
            </a:r>
            <a:r>
              <a:rPr lang="en-US" sz="1400" dirty="0" err="1"/>
              <a:t>Ws</a:t>
            </a:r>
            <a:endParaRPr lang="en-US" sz="1400" dirty="0"/>
          </a:p>
          <a:p>
            <a:r>
              <a:rPr lang="en-US" sz="1400" dirty="0"/>
              <a:t>Imagery: Rich, detailed and sometimes gruesome e.g. P119</a:t>
            </a:r>
          </a:p>
          <a:p>
            <a:r>
              <a:rPr lang="en-US" sz="1400" dirty="0"/>
              <a:t>Setting: Small Coastal Town – Historical Context</a:t>
            </a:r>
          </a:p>
          <a:p>
            <a:r>
              <a:rPr lang="en-US" sz="1400" dirty="0"/>
              <a:t>Irony: Used to criticize the village and its flaws e.g. Whole town knew apart from Santiago / Father Amador performs a crude autopsy ordered by the mayor/ The twins are declared innocent despite their guilt/ Santiago killed with pig knives that are unclean in Arab culture.</a:t>
            </a:r>
          </a:p>
          <a:p>
            <a:r>
              <a:rPr lang="en-US" sz="1400" dirty="0"/>
              <a:t>Conflict: Character V Character / Character V Themselves / Character V Society</a:t>
            </a:r>
          </a:p>
          <a:p>
            <a:r>
              <a:rPr lang="en-US" sz="1400" dirty="0"/>
              <a:t>Symbolism: Weather / The Smell of Santiago/ Animals – Gutting of the rabbit, ominous birds, slaughter of pigs , dogs that howl for death, roosters crowing to wake up the town/ Santiago Nasar as Christ/ Town officials as symbolic of a corrupt elite/Dreams: symbolic of supernatural belief/ Nature- in contrast to the brutality of man/ Prostitution as symbolic of hypocrisy/ Letters, documents as symbolic as the unreliable and ineffectual nature of human communication of the truth / Falconry – predatory /  Weapons as  symbolic of  a violent society / Door as symbolic of decisions, choices, escape from fate</a:t>
            </a:r>
          </a:p>
          <a:p>
            <a:r>
              <a:rPr lang="en-US" sz="1400" dirty="0"/>
              <a:t>Foreshadowing: Santiago’s white clothes /‘He looked like a ghost’</a:t>
            </a:r>
          </a:p>
          <a:p>
            <a:r>
              <a:rPr lang="en-US" sz="1400" dirty="0"/>
              <a:t>Flashback &amp; </a:t>
            </a:r>
            <a:r>
              <a:rPr lang="en-US" sz="1400" dirty="0" err="1"/>
              <a:t>Flashforward</a:t>
            </a:r>
            <a:r>
              <a:rPr lang="en-US" sz="1400" dirty="0"/>
              <a:t>: </a:t>
            </a:r>
            <a:r>
              <a:rPr lang="en-US" sz="1400" dirty="0" err="1"/>
              <a:t>e.g</a:t>
            </a:r>
            <a:r>
              <a:rPr lang="en-US" sz="1400" dirty="0"/>
              <a:t> Santiago’s early life / </a:t>
            </a:r>
            <a:r>
              <a:rPr lang="en-US" sz="1400" dirty="0" err="1"/>
              <a:t>Bayardo’s</a:t>
            </a:r>
            <a:r>
              <a:rPr lang="en-US" sz="1400" dirty="0"/>
              <a:t> courtship of Angela/ Consequences of the death</a:t>
            </a:r>
          </a:p>
          <a:p>
            <a:r>
              <a:rPr lang="en-US" sz="1400" dirty="0"/>
              <a:t>Biblical Allusions: </a:t>
            </a:r>
            <a:r>
              <a:rPr lang="en-US" sz="1400" dirty="0" err="1"/>
              <a:t>Nasar</a:t>
            </a:r>
            <a:r>
              <a:rPr lang="en-US" sz="1400" dirty="0"/>
              <a:t> as Christ/ Stabbed as Christ/ Roosters’ crowing when the Bishop denies the people and the people betray Santiago/ </a:t>
            </a:r>
            <a:r>
              <a:rPr lang="en-US" sz="1400" dirty="0" err="1"/>
              <a:t>Nasar</a:t>
            </a:r>
            <a:r>
              <a:rPr lang="en-US" sz="1400" dirty="0"/>
              <a:t> a reference to Jesus the Nazarene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Devices</a:t>
            </a:r>
            <a:endParaRPr lang="en-SG" sz="4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8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365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Motifs-recurring idea</a:t>
            </a:r>
            <a:endParaRPr lang="en-SG" sz="40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Social Ceremonies/ Religious Ceremonies/ Events</a:t>
            </a:r>
          </a:p>
          <a:p>
            <a:r>
              <a:rPr lang="en-US" dirty="0"/>
              <a:t>Letters / Documents / Communication</a:t>
            </a:r>
          </a:p>
          <a:p>
            <a:r>
              <a:rPr lang="en-US" dirty="0"/>
              <a:t>Dreams</a:t>
            </a:r>
          </a:p>
          <a:p>
            <a:r>
              <a:rPr lang="en-US" dirty="0"/>
              <a:t>Nature</a:t>
            </a:r>
          </a:p>
          <a:p>
            <a:r>
              <a:rPr lang="en-US" dirty="0"/>
              <a:t>Weapons</a:t>
            </a:r>
          </a:p>
          <a:p>
            <a:r>
              <a:rPr lang="en-US" dirty="0"/>
              <a:t>Doors</a:t>
            </a:r>
          </a:p>
          <a:p>
            <a:r>
              <a:rPr lang="en-US" dirty="0"/>
              <a:t>Weather</a:t>
            </a:r>
          </a:p>
          <a:p>
            <a:r>
              <a:rPr lang="en-US" dirty="0"/>
              <a:t>Santiago </a:t>
            </a:r>
            <a:r>
              <a:rPr lang="en-US" dirty="0" err="1"/>
              <a:t>Nasar</a:t>
            </a:r>
            <a:r>
              <a:rPr lang="en-US" dirty="0"/>
              <a:t> as Christ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1707567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87</TotalTime>
  <Words>394</Words>
  <Application>Microsoft Macintosh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Corbel</vt:lpstr>
      <vt:lpstr>Depth</vt:lpstr>
      <vt:lpstr>Chronicle of a Death Foretold</vt:lpstr>
      <vt:lpstr>Themes</vt:lpstr>
      <vt:lpstr>Devices</vt:lpstr>
      <vt:lpstr>Motifs-recurring idea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Chronicle of a Death Foretold</dc:title>
  <dc:creator>Peter Thompson - Teacher of English</dc:creator>
  <cp:lastModifiedBy>Michelle Liew - Assistant Head of English Faculty</cp:lastModifiedBy>
  <cp:revision>8</cp:revision>
  <dcterms:created xsi:type="dcterms:W3CDTF">2015-08-18T23:32:31Z</dcterms:created>
  <dcterms:modified xsi:type="dcterms:W3CDTF">2019-08-15T02:39:08Z</dcterms:modified>
</cp:coreProperties>
</file>