
<file path=[Content_Types].xml><?xml version="1.0" encoding="utf-8"?>
<Types xmlns="http://schemas.openxmlformats.org/package/2006/content-types">
  <Default Extension="xml" ContentType="application/xml"/>
  <Default Extension="jpeg" ContentType="image/jpeg"/>
  <Default Extension="png" ContentType="image/png"/>
  <Default Extension="gif" ContentType="image/gif"/>
  <Default Extension="jpg" ContentType="image/jpe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3.xml" ContentType="application/vnd.openxmlformats-officedocument.theme+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4.xml" ContentType="application/vnd.openxmlformats-officedocument.theme+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heme/theme5.xml" ContentType="application/vnd.openxmlformats-officedocument.theme+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 id="2147483672" r:id="rId3"/>
    <p:sldMasterId id="2147483690" r:id="rId4"/>
    <p:sldMasterId id="2147483719" r:id="rId5"/>
    <p:sldMasterId id="2147483733" r:id="rId6"/>
  </p:sldMasterIdLst>
  <p:notesMasterIdLst>
    <p:notesMasterId r:id="rId56"/>
  </p:notesMasterIdLst>
  <p:sldIdLst>
    <p:sldId id="256" r:id="rId7"/>
    <p:sldId id="257" r:id="rId8"/>
    <p:sldId id="258" r:id="rId9"/>
    <p:sldId id="270" r:id="rId10"/>
    <p:sldId id="259" r:id="rId11"/>
    <p:sldId id="269" r:id="rId12"/>
    <p:sldId id="260" r:id="rId13"/>
    <p:sldId id="261" r:id="rId14"/>
    <p:sldId id="263" r:id="rId15"/>
    <p:sldId id="264" r:id="rId16"/>
    <p:sldId id="266" r:id="rId17"/>
    <p:sldId id="267" r:id="rId18"/>
    <p:sldId id="306" r:id="rId19"/>
    <p:sldId id="305"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268" r:id="rId5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432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56"/>
    <p:restoredTop sz="93130"/>
  </p:normalViewPr>
  <p:slideViewPr>
    <p:cSldViewPr snapToGrid="0" snapToObjects="1">
      <p:cViewPr varScale="1">
        <p:scale>
          <a:sx n="58" d="100"/>
          <a:sy n="58" d="100"/>
        </p:scale>
        <p:origin x="208" y="3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Master" Target="slideMasters/slideMaster4.xml"/><Relationship Id="rId5" Type="http://schemas.openxmlformats.org/officeDocument/2006/relationships/slideMaster" Target="slideMasters/slideMaster5.xml"/><Relationship Id="rId6" Type="http://schemas.openxmlformats.org/officeDocument/2006/relationships/slideMaster" Target="slideMasters/slideMaster6.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60" Type="http://schemas.openxmlformats.org/officeDocument/2006/relationships/tableStyles" Target="tableStyles.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453A3CD-2237-EC49-ABBD-1120AC56E97F}" type="datetimeFigureOut">
              <a:rPr lang="en-US" smtClean="0"/>
              <a:t>9/15/20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C4AA6C9-BEA2-CF46-B725-8DE16BFEADBC}" type="slidenum">
              <a:rPr lang="en-US" smtClean="0"/>
              <a:t>‹#›</a:t>
            </a:fld>
            <a:endParaRPr lang="en-US"/>
          </a:p>
        </p:txBody>
      </p:sp>
    </p:spTree>
    <p:extLst>
      <p:ext uri="{BB962C8B-B14F-4D97-AF65-F5344CB8AC3E}">
        <p14:creationId xmlns:p14="http://schemas.microsoft.com/office/powerpoint/2010/main" val="4490959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C807DBD-8128-E548-BCEA-F4234B815757}" type="slidenum">
              <a:rPr lang="en-US" smtClean="0">
                <a:solidFill>
                  <a:prstClr val="black"/>
                </a:solidFill>
              </a:rPr>
              <a:pPr/>
              <a:t>19</a:t>
            </a:fld>
            <a:endParaRPr lang="en-US">
              <a:solidFill>
                <a:prstClr val="black"/>
              </a:solidFill>
            </a:endParaRPr>
          </a:p>
        </p:txBody>
      </p:sp>
    </p:spTree>
    <p:extLst>
      <p:ext uri="{BB962C8B-B14F-4D97-AF65-F5344CB8AC3E}">
        <p14:creationId xmlns:p14="http://schemas.microsoft.com/office/powerpoint/2010/main" val="1960828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C807DBD-8128-E548-BCEA-F4234B815757}" type="slidenum">
              <a:rPr lang="en-US" smtClean="0">
                <a:solidFill>
                  <a:prstClr val="black"/>
                </a:solidFill>
              </a:rPr>
              <a:pPr/>
              <a:t>20</a:t>
            </a:fld>
            <a:endParaRPr lang="en-US">
              <a:solidFill>
                <a:prstClr val="black"/>
              </a:solidFill>
            </a:endParaRPr>
          </a:p>
        </p:txBody>
      </p:sp>
    </p:spTree>
    <p:extLst>
      <p:ext uri="{BB962C8B-B14F-4D97-AF65-F5344CB8AC3E}">
        <p14:creationId xmlns:p14="http://schemas.microsoft.com/office/powerpoint/2010/main" val="10479224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7"/>
          <p:cNvSpPr>
            <a:spLocks noGrp="1" noChangeArrowheads="1"/>
          </p:cNvSpPr>
          <p:nvPr>
            <p:ph type="sldNum" sz="quarter" idx="5"/>
          </p:nvPr>
        </p:nvSpPr>
        <p:spPr>
          <a:noFill/>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fld id="{68470095-1658-7F4B-AE03-F29028458D78}" type="slidenum">
              <a:rPr lang="en-US" sz="1200">
                <a:solidFill>
                  <a:prstClr val="black"/>
                </a:solidFill>
              </a:rPr>
              <a:pPr/>
              <a:t>38</a:t>
            </a:fld>
            <a:endParaRPr lang="en-US" sz="1200">
              <a:solidFill>
                <a:prstClr val="black"/>
              </a:solidFill>
            </a:endParaRPr>
          </a:p>
        </p:txBody>
      </p:sp>
      <p:sp>
        <p:nvSpPr>
          <p:cNvPr id="84994" name="Rectangle 2"/>
          <p:cNvSpPr>
            <a:spLocks noGrp="1" noRot="1" noChangeAspect="1" noChangeArrowheads="1" noTextEdit="1"/>
          </p:cNvSpPr>
          <p:nvPr>
            <p:ph type="sldImg"/>
          </p:nvPr>
        </p:nvSpPr>
        <p:spPr>
          <a:ln/>
          <a:extLst>
            <a:ext uri="{FAA26D3D-D897-4be2-8F04-BA451C77F1D7}">
              <ma14:placeholderFlag xmlns:ma14="http://schemas.microsoft.com/office/mac/drawingml/2011/main" val="1"/>
            </a:ext>
          </a:extLst>
        </p:spPr>
      </p:sp>
      <p:sp>
        <p:nvSpPr>
          <p:cNvPr id="76803" name="Rectangle 3"/>
          <p:cNvSpPr>
            <a:spLocks noGrp="1" noChangeArrowheads="1"/>
          </p:cNvSpPr>
          <p:nvPr>
            <p:ph type="body" idx="1"/>
          </p:nvPr>
        </p:nvSpPr>
        <p:spPr>
          <a:noFill/>
        </p:spPr>
        <p:txBody>
          <a:bodyPr/>
          <a:lstStyle/>
          <a:p>
            <a:endParaRPr lang="en-US"/>
          </a:p>
        </p:txBody>
      </p:sp>
    </p:spTree>
    <p:extLst>
      <p:ext uri="{BB962C8B-B14F-4D97-AF65-F5344CB8AC3E}">
        <p14:creationId xmlns:p14="http://schemas.microsoft.com/office/powerpoint/2010/main" val="9084966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7"/>
          <p:cNvSpPr>
            <a:spLocks noGrp="1" noChangeArrowheads="1"/>
          </p:cNvSpPr>
          <p:nvPr>
            <p:ph type="sldNum" sz="quarter" idx="5"/>
          </p:nvPr>
        </p:nvSpPr>
        <p:spPr>
          <a:noFill/>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fld id="{68470095-1658-7F4B-AE03-F29028458D78}" type="slidenum">
              <a:rPr lang="en-US" sz="1200">
                <a:solidFill>
                  <a:prstClr val="black"/>
                </a:solidFill>
              </a:rPr>
              <a:pPr/>
              <a:t>39</a:t>
            </a:fld>
            <a:endParaRPr lang="en-US" sz="1200">
              <a:solidFill>
                <a:prstClr val="black"/>
              </a:solidFill>
            </a:endParaRPr>
          </a:p>
        </p:txBody>
      </p:sp>
      <p:sp>
        <p:nvSpPr>
          <p:cNvPr id="84994" name="Rectangle 2"/>
          <p:cNvSpPr>
            <a:spLocks noGrp="1" noRot="1" noChangeAspect="1" noChangeArrowheads="1" noTextEdit="1"/>
          </p:cNvSpPr>
          <p:nvPr>
            <p:ph type="sldImg"/>
          </p:nvPr>
        </p:nvSpPr>
        <p:spPr>
          <a:ln/>
          <a:extLst>
            <a:ext uri="{FAA26D3D-D897-4be2-8F04-BA451C77F1D7}">
              <ma14:placeholderFlag xmlns:ma14="http://schemas.microsoft.com/office/mac/drawingml/2011/main" val="1"/>
            </a:ext>
          </a:extLst>
        </p:spPr>
      </p:sp>
      <p:sp>
        <p:nvSpPr>
          <p:cNvPr id="76803" name="Rectangle 3"/>
          <p:cNvSpPr>
            <a:spLocks noGrp="1" noChangeArrowheads="1"/>
          </p:cNvSpPr>
          <p:nvPr>
            <p:ph type="body" idx="1"/>
          </p:nvPr>
        </p:nvSpPr>
        <p:spPr>
          <a:noFill/>
        </p:spPr>
        <p:txBody>
          <a:bodyPr/>
          <a:lstStyle/>
          <a:p>
            <a:endParaRPr lang="en-US"/>
          </a:p>
        </p:txBody>
      </p:sp>
    </p:spTree>
    <p:extLst>
      <p:ext uri="{BB962C8B-B14F-4D97-AF65-F5344CB8AC3E}">
        <p14:creationId xmlns:p14="http://schemas.microsoft.com/office/powerpoint/2010/main" val="205687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7"/>
          <p:cNvSpPr>
            <a:spLocks noGrp="1" noChangeArrowheads="1"/>
          </p:cNvSpPr>
          <p:nvPr>
            <p:ph type="sldNum" sz="quarter" idx="5"/>
          </p:nvPr>
        </p:nvSpPr>
        <p:spPr>
          <a:noFill/>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fld id="{68470095-1658-7F4B-AE03-F29028458D78}" type="slidenum">
              <a:rPr lang="en-US" sz="1200">
                <a:solidFill>
                  <a:prstClr val="black"/>
                </a:solidFill>
              </a:rPr>
              <a:pPr/>
              <a:t>41</a:t>
            </a:fld>
            <a:endParaRPr lang="en-US" sz="1200">
              <a:solidFill>
                <a:prstClr val="black"/>
              </a:solidFill>
            </a:endParaRPr>
          </a:p>
        </p:txBody>
      </p:sp>
      <p:sp>
        <p:nvSpPr>
          <p:cNvPr id="84994" name="Rectangle 2"/>
          <p:cNvSpPr>
            <a:spLocks noGrp="1" noRot="1" noChangeAspect="1" noChangeArrowheads="1" noTextEdit="1"/>
          </p:cNvSpPr>
          <p:nvPr>
            <p:ph type="sldImg"/>
          </p:nvPr>
        </p:nvSpPr>
        <p:spPr>
          <a:ln/>
          <a:extLst>
            <a:ext uri="{FAA26D3D-D897-4be2-8F04-BA451C77F1D7}">
              <ma14:placeholderFlag xmlns:ma14="http://schemas.microsoft.com/office/mac/drawingml/2011/main" val="1"/>
            </a:ext>
          </a:extLst>
        </p:spPr>
      </p:sp>
      <p:sp>
        <p:nvSpPr>
          <p:cNvPr id="76803" name="Rectangle 3"/>
          <p:cNvSpPr>
            <a:spLocks noGrp="1" noChangeArrowheads="1"/>
          </p:cNvSpPr>
          <p:nvPr>
            <p:ph type="body" idx="1"/>
          </p:nvPr>
        </p:nvSpPr>
        <p:spPr>
          <a:noFill/>
        </p:spPr>
        <p:txBody>
          <a:bodyPr/>
          <a:lstStyle/>
          <a:p>
            <a:endParaRPr lang="en-US"/>
          </a:p>
        </p:txBody>
      </p:sp>
    </p:spTree>
    <p:extLst>
      <p:ext uri="{BB962C8B-B14F-4D97-AF65-F5344CB8AC3E}">
        <p14:creationId xmlns:p14="http://schemas.microsoft.com/office/powerpoint/2010/main" val="15168162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7"/>
          <p:cNvSpPr>
            <a:spLocks noGrp="1" noChangeArrowheads="1"/>
          </p:cNvSpPr>
          <p:nvPr>
            <p:ph type="sldNum" sz="quarter" idx="5"/>
          </p:nvPr>
        </p:nvSpPr>
        <p:spPr>
          <a:noFill/>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fld id="{68470095-1658-7F4B-AE03-F29028458D78}" type="slidenum">
              <a:rPr lang="en-US" sz="1200">
                <a:solidFill>
                  <a:prstClr val="black"/>
                </a:solidFill>
              </a:rPr>
              <a:pPr/>
              <a:t>42</a:t>
            </a:fld>
            <a:endParaRPr lang="en-US" sz="1200">
              <a:solidFill>
                <a:prstClr val="black"/>
              </a:solidFill>
            </a:endParaRPr>
          </a:p>
        </p:txBody>
      </p:sp>
      <p:sp>
        <p:nvSpPr>
          <p:cNvPr id="84994" name="Rectangle 2"/>
          <p:cNvSpPr>
            <a:spLocks noGrp="1" noRot="1" noChangeAspect="1" noChangeArrowheads="1" noTextEdit="1"/>
          </p:cNvSpPr>
          <p:nvPr>
            <p:ph type="sldImg"/>
          </p:nvPr>
        </p:nvSpPr>
        <p:spPr>
          <a:ln/>
          <a:extLst>
            <a:ext uri="{FAA26D3D-D897-4be2-8F04-BA451C77F1D7}">
              <ma14:placeholderFlag xmlns:ma14="http://schemas.microsoft.com/office/mac/drawingml/2011/main" val="1"/>
            </a:ext>
          </a:extLst>
        </p:spPr>
      </p:sp>
      <p:sp>
        <p:nvSpPr>
          <p:cNvPr id="76803" name="Rectangle 3"/>
          <p:cNvSpPr>
            <a:spLocks noGrp="1" noChangeArrowheads="1"/>
          </p:cNvSpPr>
          <p:nvPr>
            <p:ph type="body" idx="1"/>
          </p:nvPr>
        </p:nvSpPr>
        <p:spPr>
          <a:noFill/>
        </p:spPr>
        <p:txBody>
          <a:bodyPr/>
          <a:lstStyle/>
          <a:p>
            <a:endParaRPr lang="en-US"/>
          </a:p>
        </p:txBody>
      </p:sp>
    </p:spTree>
    <p:extLst>
      <p:ext uri="{BB962C8B-B14F-4D97-AF65-F5344CB8AC3E}">
        <p14:creationId xmlns:p14="http://schemas.microsoft.com/office/powerpoint/2010/main" val="10538679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7"/>
          <p:cNvSpPr>
            <a:spLocks noGrp="1" noChangeArrowheads="1"/>
          </p:cNvSpPr>
          <p:nvPr>
            <p:ph type="sldNum" sz="quarter" idx="5"/>
          </p:nvPr>
        </p:nvSpPr>
        <p:spPr>
          <a:noFill/>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fld id="{68470095-1658-7F4B-AE03-F29028458D78}" type="slidenum">
              <a:rPr lang="en-US" sz="1200">
                <a:solidFill>
                  <a:prstClr val="black"/>
                </a:solidFill>
              </a:rPr>
              <a:pPr/>
              <a:t>44</a:t>
            </a:fld>
            <a:endParaRPr lang="en-US" sz="1200">
              <a:solidFill>
                <a:prstClr val="black"/>
              </a:solidFill>
            </a:endParaRPr>
          </a:p>
        </p:txBody>
      </p:sp>
      <p:sp>
        <p:nvSpPr>
          <p:cNvPr id="84994" name="Rectangle 2"/>
          <p:cNvSpPr>
            <a:spLocks noGrp="1" noRot="1" noChangeAspect="1" noChangeArrowheads="1" noTextEdit="1"/>
          </p:cNvSpPr>
          <p:nvPr>
            <p:ph type="sldImg"/>
          </p:nvPr>
        </p:nvSpPr>
        <p:spPr>
          <a:ln/>
          <a:extLst>
            <a:ext uri="{FAA26D3D-D897-4be2-8F04-BA451C77F1D7}">
              <ma14:placeholderFlag xmlns:ma14="http://schemas.microsoft.com/office/mac/drawingml/2011/main" val="1"/>
            </a:ext>
          </a:extLst>
        </p:spPr>
      </p:sp>
      <p:sp>
        <p:nvSpPr>
          <p:cNvPr id="76803" name="Rectangle 3"/>
          <p:cNvSpPr>
            <a:spLocks noGrp="1" noChangeArrowheads="1"/>
          </p:cNvSpPr>
          <p:nvPr>
            <p:ph type="body" idx="1"/>
          </p:nvPr>
        </p:nvSpPr>
        <p:spPr>
          <a:noFill/>
        </p:spPr>
        <p:txBody>
          <a:bodyPr/>
          <a:lstStyle/>
          <a:p>
            <a:endParaRPr lang="en-US"/>
          </a:p>
        </p:txBody>
      </p:sp>
    </p:spTree>
    <p:extLst>
      <p:ext uri="{BB962C8B-B14F-4D97-AF65-F5344CB8AC3E}">
        <p14:creationId xmlns:p14="http://schemas.microsoft.com/office/powerpoint/2010/main" val="3380211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7"/>
          <p:cNvSpPr>
            <a:spLocks noGrp="1" noChangeArrowheads="1"/>
          </p:cNvSpPr>
          <p:nvPr>
            <p:ph type="sldNum" sz="quarter" idx="5"/>
          </p:nvPr>
        </p:nvSpPr>
        <p:spPr>
          <a:noFill/>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fld id="{68470095-1658-7F4B-AE03-F29028458D78}" type="slidenum">
              <a:rPr lang="en-US" sz="1200">
                <a:solidFill>
                  <a:prstClr val="black"/>
                </a:solidFill>
              </a:rPr>
              <a:pPr/>
              <a:t>45</a:t>
            </a:fld>
            <a:endParaRPr lang="en-US" sz="1200">
              <a:solidFill>
                <a:prstClr val="black"/>
              </a:solidFill>
            </a:endParaRPr>
          </a:p>
        </p:txBody>
      </p:sp>
      <p:sp>
        <p:nvSpPr>
          <p:cNvPr id="84994" name="Rectangle 2"/>
          <p:cNvSpPr>
            <a:spLocks noGrp="1" noRot="1" noChangeAspect="1" noChangeArrowheads="1" noTextEdit="1"/>
          </p:cNvSpPr>
          <p:nvPr>
            <p:ph type="sldImg"/>
          </p:nvPr>
        </p:nvSpPr>
        <p:spPr>
          <a:ln/>
          <a:extLst>
            <a:ext uri="{FAA26D3D-D897-4be2-8F04-BA451C77F1D7}">
              <ma14:placeholderFlag xmlns:ma14="http://schemas.microsoft.com/office/mac/drawingml/2011/main" val="1"/>
            </a:ext>
          </a:extLst>
        </p:spPr>
      </p:sp>
      <p:sp>
        <p:nvSpPr>
          <p:cNvPr id="76803" name="Rectangle 3"/>
          <p:cNvSpPr>
            <a:spLocks noGrp="1" noChangeArrowheads="1"/>
          </p:cNvSpPr>
          <p:nvPr>
            <p:ph type="body" idx="1"/>
          </p:nvPr>
        </p:nvSpPr>
        <p:spPr>
          <a:noFill/>
        </p:spPr>
        <p:txBody>
          <a:bodyPr/>
          <a:lstStyle/>
          <a:p>
            <a:endParaRPr lang="en-US"/>
          </a:p>
        </p:txBody>
      </p:sp>
    </p:spTree>
    <p:extLst>
      <p:ext uri="{BB962C8B-B14F-4D97-AF65-F5344CB8AC3E}">
        <p14:creationId xmlns:p14="http://schemas.microsoft.com/office/powerpoint/2010/main" val="16331280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70E53A99-1583-C54C-9E90-B9AE63448093}" type="datetimeFigureOut">
              <a:rPr lang="en-US" smtClean="0"/>
              <a:t>9/15/20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F74587-078E-D04C-A0BC-932A712AE585}" type="slidenum">
              <a:rPr lang="en-US" smtClean="0"/>
              <a:t>‹#›</a:t>
            </a:fld>
            <a:endParaRPr lang="en-US"/>
          </a:p>
        </p:txBody>
      </p:sp>
    </p:spTree>
    <p:extLst>
      <p:ext uri="{BB962C8B-B14F-4D97-AF65-F5344CB8AC3E}">
        <p14:creationId xmlns:p14="http://schemas.microsoft.com/office/powerpoint/2010/main" val="18942265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0E53A99-1583-C54C-9E90-B9AE63448093}" type="datetimeFigureOut">
              <a:rPr lang="en-US" smtClean="0"/>
              <a:t>9/15/20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F74587-078E-D04C-A0BC-932A712AE585}" type="slidenum">
              <a:rPr lang="en-US" smtClean="0"/>
              <a:t>‹#›</a:t>
            </a:fld>
            <a:endParaRPr lang="en-US"/>
          </a:p>
        </p:txBody>
      </p:sp>
    </p:spTree>
    <p:extLst>
      <p:ext uri="{BB962C8B-B14F-4D97-AF65-F5344CB8AC3E}">
        <p14:creationId xmlns:p14="http://schemas.microsoft.com/office/powerpoint/2010/main" val="21004185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0E53A99-1583-C54C-9E90-B9AE63448093}" type="datetimeFigureOut">
              <a:rPr lang="en-US" smtClean="0"/>
              <a:t>9/15/20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F74587-078E-D04C-A0BC-932A712AE585}" type="slidenum">
              <a:rPr lang="en-US" smtClean="0"/>
              <a:t>‹#›</a:t>
            </a:fld>
            <a:endParaRPr lang="en-US"/>
          </a:p>
        </p:txBody>
      </p:sp>
    </p:spTree>
    <p:extLst>
      <p:ext uri="{BB962C8B-B14F-4D97-AF65-F5344CB8AC3E}">
        <p14:creationId xmlns:p14="http://schemas.microsoft.com/office/powerpoint/2010/main" val="13986493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70E53A99-1583-C54C-9E90-B9AE63448093}" type="datetimeFigureOut">
              <a:rPr lang="en-US" smtClean="0"/>
              <a:t>9/15/20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0F74587-078E-D04C-A0BC-932A712AE585}" type="slidenum">
              <a:rPr lang="en-US" smtClean="0"/>
              <a:t>‹#›</a:t>
            </a:fld>
            <a:endParaRPr lang="en-US"/>
          </a:p>
        </p:txBody>
      </p:sp>
    </p:spTree>
    <p:extLst>
      <p:ext uri="{BB962C8B-B14F-4D97-AF65-F5344CB8AC3E}">
        <p14:creationId xmlns:p14="http://schemas.microsoft.com/office/powerpoint/2010/main" val="7440623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70E53A99-1583-C54C-9E90-B9AE63448093}" type="datetimeFigureOut">
              <a:rPr lang="en-US" smtClean="0"/>
              <a:t>9/15/20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0F74587-078E-D04C-A0BC-932A712AE585}" type="slidenum">
              <a:rPr lang="en-US" smtClean="0"/>
              <a:t>‹#›</a:t>
            </a:fld>
            <a:endParaRPr lang="en-US"/>
          </a:p>
        </p:txBody>
      </p:sp>
    </p:spTree>
    <p:extLst>
      <p:ext uri="{BB962C8B-B14F-4D97-AF65-F5344CB8AC3E}">
        <p14:creationId xmlns:p14="http://schemas.microsoft.com/office/powerpoint/2010/main" val="31780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0E53A99-1583-C54C-9E90-B9AE63448093}" type="datetimeFigureOut">
              <a:rPr lang="en-US" smtClean="0"/>
              <a:t>9/15/20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0F74587-078E-D04C-A0BC-932A712AE585}" type="slidenum">
              <a:rPr lang="en-US" smtClean="0"/>
              <a:t>‹#›</a:t>
            </a:fld>
            <a:endParaRPr lang="en-US"/>
          </a:p>
        </p:txBody>
      </p:sp>
    </p:spTree>
    <p:extLst>
      <p:ext uri="{BB962C8B-B14F-4D97-AF65-F5344CB8AC3E}">
        <p14:creationId xmlns:p14="http://schemas.microsoft.com/office/powerpoint/2010/main" val="18739124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0E53A99-1583-C54C-9E90-B9AE63448093}" type="datetimeFigureOut">
              <a:rPr lang="en-US" smtClean="0"/>
              <a:t>9/15/20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0F74587-078E-D04C-A0BC-932A712AE585}" type="slidenum">
              <a:rPr lang="en-US" smtClean="0"/>
              <a:t>‹#›</a:t>
            </a:fld>
            <a:endParaRPr lang="en-US"/>
          </a:p>
        </p:txBody>
      </p:sp>
    </p:spTree>
    <p:extLst>
      <p:ext uri="{BB962C8B-B14F-4D97-AF65-F5344CB8AC3E}">
        <p14:creationId xmlns:p14="http://schemas.microsoft.com/office/powerpoint/2010/main" val="19986285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0E53A99-1583-C54C-9E90-B9AE63448093}" type="datetimeFigureOut">
              <a:rPr lang="en-US" smtClean="0"/>
              <a:t>9/15/20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0F74587-078E-D04C-A0BC-932A712AE585}" type="slidenum">
              <a:rPr lang="en-US" smtClean="0"/>
              <a:t>‹#›</a:t>
            </a:fld>
            <a:endParaRPr lang="en-US"/>
          </a:p>
        </p:txBody>
      </p:sp>
    </p:spTree>
    <p:extLst>
      <p:ext uri="{BB962C8B-B14F-4D97-AF65-F5344CB8AC3E}">
        <p14:creationId xmlns:p14="http://schemas.microsoft.com/office/powerpoint/2010/main" val="116234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0E53A99-1583-C54C-9E90-B9AE63448093}" type="datetimeFigureOut">
              <a:rPr lang="en-US" smtClean="0"/>
              <a:t>9/15/20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0F74587-078E-D04C-A0BC-932A712AE585}" type="slidenum">
              <a:rPr lang="en-US" smtClean="0"/>
              <a:t>‹#›</a:t>
            </a:fld>
            <a:endParaRPr lang="en-US"/>
          </a:p>
        </p:txBody>
      </p:sp>
    </p:spTree>
    <p:extLst>
      <p:ext uri="{BB962C8B-B14F-4D97-AF65-F5344CB8AC3E}">
        <p14:creationId xmlns:p14="http://schemas.microsoft.com/office/powerpoint/2010/main" val="20810396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0E53A99-1583-C54C-9E90-B9AE63448093}" type="datetimeFigureOut">
              <a:rPr lang="en-US" smtClean="0"/>
              <a:t>9/15/20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F74587-078E-D04C-A0BC-932A712AE585}" type="slidenum">
              <a:rPr lang="en-US" smtClean="0"/>
              <a:t>‹#›</a:t>
            </a:fld>
            <a:endParaRPr lang="en-US"/>
          </a:p>
        </p:txBody>
      </p:sp>
    </p:spTree>
    <p:extLst>
      <p:ext uri="{BB962C8B-B14F-4D97-AF65-F5344CB8AC3E}">
        <p14:creationId xmlns:p14="http://schemas.microsoft.com/office/powerpoint/2010/main" val="21139661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0E53A99-1583-C54C-9E90-B9AE63448093}" type="datetimeFigureOut">
              <a:rPr lang="en-US" smtClean="0"/>
              <a:t>9/15/20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F74587-078E-D04C-A0BC-932A712AE585}" type="slidenum">
              <a:rPr lang="en-US" smtClean="0"/>
              <a:t>‹#›</a:t>
            </a:fld>
            <a:endParaRPr lang="en-US"/>
          </a:p>
        </p:txBody>
      </p:sp>
    </p:spTree>
    <p:extLst>
      <p:ext uri="{BB962C8B-B14F-4D97-AF65-F5344CB8AC3E}">
        <p14:creationId xmlns:p14="http://schemas.microsoft.com/office/powerpoint/2010/main" val="14603497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22CDF082-0CFF-3948-879B-35CD2B582D06}" type="datetimeFigureOut">
              <a:rPr lang="en-US" smtClean="0">
                <a:solidFill>
                  <a:prstClr val="black">
                    <a:tint val="75000"/>
                  </a:prstClr>
                </a:solidFill>
              </a:rPr>
              <a:pPr/>
              <a:t>9/15/20</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4E6386BC-8333-0041-99BB-1570457313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2323563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2CDF082-0CFF-3948-879B-35CD2B582D06}" type="datetimeFigureOut">
              <a:rPr lang="en-US" smtClean="0">
                <a:solidFill>
                  <a:prstClr val="black">
                    <a:tint val="75000"/>
                  </a:prstClr>
                </a:solidFill>
              </a:rPr>
              <a:pPr/>
              <a:t>9/15/20</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4E6386BC-8333-0041-99BB-1570457313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8096377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2CDF082-0CFF-3948-879B-35CD2B582D06}" type="datetimeFigureOut">
              <a:rPr lang="en-US" smtClean="0">
                <a:solidFill>
                  <a:prstClr val="black">
                    <a:tint val="75000"/>
                  </a:prstClr>
                </a:solidFill>
              </a:rPr>
              <a:pPr/>
              <a:t>9/15/20</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4E6386BC-8333-0041-99BB-1570457313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2766862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22CDF082-0CFF-3948-879B-35CD2B582D06}" type="datetimeFigureOut">
              <a:rPr lang="en-US" smtClean="0">
                <a:solidFill>
                  <a:prstClr val="black">
                    <a:tint val="75000"/>
                  </a:prstClr>
                </a:solidFill>
              </a:rPr>
              <a:pPr/>
              <a:t>9/15/20</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4E6386BC-8333-0041-99BB-1570457313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0294122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22CDF082-0CFF-3948-879B-35CD2B582D06}" type="datetimeFigureOut">
              <a:rPr lang="en-US" smtClean="0">
                <a:solidFill>
                  <a:prstClr val="black">
                    <a:tint val="75000"/>
                  </a:prstClr>
                </a:solidFill>
              </a:rPr>
              <a:pPr/>
              <a:t>9/15/20</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4E6386BC-8333-0041-99BB-1570457313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19968904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22CDF082-0CFF-3948-879B-35CD2B582D06}" type="datetimeFigureOut">
              <a:rPr lang="en-US" smtClean="0">
                <a:solidFill>
                  <a:prstClr val="black">
                    <a:tint val="75000"/>
                  </a:prstClr>
                </a:solidFill>
              </a:rPr>
              <a:pPr/>
              <a:t>9/15/20</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4E6386BC-8333-0041-99BB-1570457313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7755308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2CDF082-0CFF-3948-879B-35CD2B582D06}" type="datetimeFigureOut">
              <a:rPr lang="en-US" smtClean="0">
                <a:solidFill>
                  <a:prstClr val="black">
                    <a:tint val="75000"/>
                  </a:prstClr>
                </a:solidFill>
              </a:rPr>
              <a:pPr/>
              <a:t>9/15/20</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4E6386BC-8333-0041-99BB-1570457313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80188185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2CDF082-0CFF-3948-879B-35CD2B582D06}" type="datetimeFigureOut">
              <a:rPr lang="en-US" smtClean="0">
                <a:solidFill>
                  <a:prstClr val="black">
                    <a:tint val="75000"/>
                  </a:prstClr>
                </a:solidFill>
              </a:rPr>
              <a:pPr/>
              <a:t>9/15/20</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4E6386BC-8333-0041-99BB-1570457313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50754510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2CDF082-0CFF-3948-879B-35CD2B582D06}" type="datetimeFigureOut">
              <a:rPr lang="en-US" smtClean="0">
                <a:solidFill>
                  <a:prstClr val="black">
                    <a:tint val="75000"/>
                  </a:prstClr>
                </a:solidFill>
              </a:rPr>
              <a:pPr/>
              <a:t>9/15/20</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4E6386BC-8333-0041-99BB-1570457313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08709814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2CDF082-0CFF-3948-879B-35CD2B582D06}" type="datetimeFigureOut">
              <a:rPr lang="en-US" smtClean="0">
                <a:solidFill>
                  <a:prstClr val="black">
                    <a:tint val="75000"/>
                  </a:prstClr>
                </a:solidFill>
              </a:rPr>
              <a:pPr/>
              <a:t>9/15/20</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4E6386BC-8333-0041-99BB-1570457313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78273371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2CDF082-0CFF-3948-879B-35CD2B582D06}" type="datetimeFigureOut">
              <a:rPr lang="en-US" smtClean="0">
                <a:solidFill>
                  <a:prstClr val="black">
                    <a:tint val="75000"/>
                  </a:prstClr>
                </a:solidFill>
              </a:rPr>
              <a:pPr/>
              <a:t>9/15/20</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4E6386BC-8333-0041-99BB-1570457313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69736598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3554" name="Rectangle 2"/>
          <p:cNvSpPr>
            <a:spLocks noGrp="1" noChangeArrowheads="1"/>
          </p:cNvSpPr>
          <p:nvPr>
            <p:ph type="ctrTitle"/>
          </p:nvPr>
        </p:nvSpPr>
        <p:spPr>
          <a:xfrm>
            <a:off x="914400" y="2286000"/>
            <a:ext cx="10363200" cy="1143000"/>
          </a:xfrm>
        </p:spPr>
        <p:txBody>
          <a:bodyPr/>
          <a:lstStyle>
            <a:lvl1pPr>
              <a:defRPr/>
            </a:lvl1pPr>
          </a:lstStyle>
          <a:p>
            <a:pPr lvl="0"/>
            <a:r>
              <a:rPr lang="en-US" noProof="0" smtClean="0"/>
              <a:t>Click to edit Master title style</a:t>
            </a:r>
          </a:p>
        </p:txBody>
      </p:sp>
      <p:sp>
        <p:nvSpPr>
          <p:cNvPr id="23555" name="Rectangle 3"/>
          <p:cNvSpPr>
            <a:spLocks noGrp="1" noChangeArrowheads="1"/>
          </p:cNvSpPr>
          <p:nvPr>
            <p:ph type="subTitle" idx="1"/>
          </p:nvPr>
        </p:nvSpPr>
        <p:spPr>
          <a:xfrm>
            <a:off x="1828800" y="3886200"/>
            <a:ext cx="8534400" cy="1752600"/>
          </a:xfrm>
        </p:spPr>
        <p:txBody>
          <a:bodyPr/>
          <a:lstStyle>
            <a:lvl1pPr marL="0" indent="0" algn="ctr">
              <a:buFontTx/>
              <a:buNone/>
              <a:defRPr/>
            </a:lvl1pPr>
          </a:lstStyle>
          <a:p>
            <a:pPr lvl="0"/>
            <a:r>
              <a:rPr lang="en-US" noProof="0" smtClean="0"/>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DF92D4FE-4210-C74C-BB56-00E0623B44CB}" type="slidenum">
              <a:rPr lang="en-US"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63064344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Click to edit Master title style</a:t>
            </a:r>
            <a:endParaRPr lang="en-US"/>
          </a:p>
        </p:txBody>
      </p:sp>
      <p:sp>
        <p:nvSpPr>
          <p:cNvPr id="3" name="Content Placeholder 2"/>
          <p:cNvSpPr>
            <a:spLocks noGrp="1"/>
          </p:cNvSpPr>
          <p:nvPr>
            <p:ph idx="1"/>
          </p:nvPr>
        </p:nvSpPr>
        <p:spPr/>
        <p:txBody>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9874A374-29B7-2549-9F69-BB0EA7682451}" type="slidenum">
              <a:rPr lang="en-US"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2692130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AU" smtClean="0"/>
              <a:t>Click to edit Master title style</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AU"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F5681098-DFD4-DE48-A017-B4A20B753CB8}" type="slidenum">
              <a:rPr lang="en-US"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35048822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Click to edit Master title style</a:t>
            </a:r>
            <a:endParaRPr lang="en-US"/>
          </a:p>
        </p:txBody>
      </p:sp>
      <p:sp>
        <p:nvSpPr>
          <p:cNvPr id="3" name="Content Placeholder 2"/>
          <p:cNvSpPr>
            <a:spLocks noGrp="1"/>
          </p:cNvSpPr>
          <p:nvPr>
            <p:ph sz="half" idx="1"/>
          </p:nvPr>
        </p:nvSpPr>
        <p:spPr>
          <a:xfrm>
            <a:off x="9144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Content Placeholder 3"/>
          <p:cNvSpPr>
            <a:spLocks noGrp="1"/>
          </p:cNvSpPr>
          <p:nvPr>
            <p:ph sz="half" idx="2"/>
          </p:nvPr>
        </p:nvSpPr>
        <p:spPr>
          <a:xfrm>
            <a:off x="61976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AF5CC64D-77FE-A64A-803F-E19F98D60B4D}" type="slidenum">
              <a:rPr lang="en-US"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3921771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AU" smtClean="0"/>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smtClean="0"/>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9" name="Rectangle 6"/>
          <p:cNvSpPr>
            <a:spLocks noGrp="1" noChangeArrowheads="1"/>
          </p:cNvSpPr>
          <p:nvPr>
            <p:ph type="sldNum" sz="quarter" idx="12"/>
          </p:nvPr>
        </p:nvSpPr>
        <p:spPr>
          <a:ln/>
        </p:spPr>
        <p:txBody>
          <a:bodyPr/>
          <a:lstStyle>
            <a:lvl1pPr>
              <a:defRPr/>
            </a:lvl1pPr>
          </a:lstStyle>
          <a:p>
            <a:pPr>
              <a:defRPr/>
            </a:pPr>
            <a:fld id="{36122964-CA5C-9448-AAC1-CD7A2210F122}" type="slidenum">
              <a:rPr lang="en-US"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19867597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pPr>
              <a:defRPr/>
            </a:pPr>
            <a:fld id="{1546882B-71B3-124A-B7CE-A7024F712FA5}" type="slidenum">
              <a:rPr lang="en-US"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168048292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3"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4" name="Rectangle 6"/>
          <p:cNvSpPr>
            <a:spLocks noGrp="1" noChangeArrowheads="1"/>
          </p:cNvSpPr>
          <p:nvPr>
            <p:ph type="sldNum" sz="quarter" idx="12"/>
          </p:nvPr>
        </p:nvSpPr>
        <p:spPr>
          <a:ln/>
        </p:spPr>
        <p:txBody>
          <a:bodyPr/>
          <a:lstStyle>
            <a:lvl1pPr>
              <a:defRPr/>
            </a:lvl1pPr>
          </a:lstStyle>
          <a:p>
            <a:pPr>
              <a:defRPr/>
            </a:pPr>
            <a:fld id="{ACDC2F09-5DEC-D847-AEA5-DC353A80BCE1}" type="slidenum">
              <a:rPr lang="en-US"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66393619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AU" smtClean="0"/>
              <a:t>Click to edit Master title style</a:t>
            </a:r>
            <a:endParaRPr lang="en-US"/>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AU"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16437544-67A0-A649-A890-5C1271C708D0}" type="slidenum">
              <a:rPr lang="en-US"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204677369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AU" smtClean="0"/>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AU"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E282515B-9CAA-174D-B835-410668FA6FBA}" type="slidenum">
              <a:rPr lang="en-US"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172110795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DE0A8727-4907-7248-B94F-968B449091CC}" type="slidenum">
              <a:rPr lang="en-US"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147713779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6800" y="609600"/>
            <a:ext cx="2590800" cy="5486400"/>
          </a:xfrm>
        </p:spPr>
        <p:txBody>
          <a:bodyPr vert="eaVert"/>
          <a:lstStyle/>
          <a:p>
            <a:r>
              <a:rPr lang="en-AU" smtClean="0"/>
              <a:t>Click to edit Master title style</a:t>
            </a:r>
            <a:endParaRPr lang="en-US"/>
          </a:p>
        </p:txBody>
      </p:sp>
      <p:sp>
        <p:nvSpPr>
          <p:cNvPr id="3" name="Vertical Text Placeholder 2"/>
          <p:cNvSpPr>
            <a:spLocks noGrp="1"/>
          </p:cNvSpPr>
          <p:nvPr>
            <p:ph type="body" orient="vert" idx="1"/>
          </p:nvPr>
        </p:nvSpPr>
        <p:spPr>
          <a:xfrm>
            <a:off x="914400" y="609600"/>
            <a:ext cx="7569200" cy="5486400"/>
          </a:xfrm>
        </p:spPr>
        <p:txBody>
          <a:bodyPr vert="eaVert"/>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AC7158AE-C725-B448-BD3E-FE9B628D4C99}" type="slidenum">
              <a:rPr lang="en-US"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15869507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AU" smtClean="0"/>
              <a:t>Click to edit Master title style</a:t>
            </a:r>
            <a:endParaRPr lang="en-US"/>
          </a:p>
        </p:txBody>
      </p:sp>
      <p:sp>
        <p:nvSpPr>
          <p:cNvPr id="3" name="Text Placeholder 2"/>
          <p:cNvSpPr>
            <a:spLocks noGrp="1"/>
          </p:cNvSpPr>
          <p:nvPr>
            <p:ph type="body" sz="half" idx="1"/>
          </p:nvPr>
        </p:nvSpPr>
        <p:spPr>
          <a:xfrm>
            <a:off x="914400" y="1981200"/>
            <a:ext cx="5080000" cy="4114800"/>
          </a:xfrm>
        </p:spPr>
        <p:txBody>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Content Placeholder 3"/>
          <p:cNvSpPr>
            <a:spLocks noGrp="1"/>
          </p:cNvSpPr>
          <p:nvPr>
            <p:ph sz="half" idx="2"/>
          </p:nvPr>
        </p:nvSpPr>
        <p:spPr>
          <a:xfrm>
            <a:off x="6197600" y="1981200"/>
            <a:ext cx="5080000" cy="4114800"/>
          </a:xfrm>
        </p:spPr>
        <p:txBody>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4CF8D0A0-9D96-CC4C-A29E-671D17252712}" type="slidenum">
              <a:rPr lang="en-US"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134982817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AndTx" preserve="1">
  <p:cSld name="Title,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AU" smtClean="0"/>
              <a:t>Click to edit Master title style</a:t>
            </a:r>
            <a:endParaRPr lang="en-US"/>
          </a:p>
        </p:txBody>
      </p:sp>
      <p:sp>
        <p:nvSpPr>
          <p:cNvPr id="3" name="Content Placeholder 2"/>
          <p:cNvSpPr>
            <a:spLocks noGrp="1"/>
          </p:cNvSpPr>
          <p:nvPr>
            <p:ph sz="half" idx="1"/>
          </p:nvPr>
        </p:nvSpPr>
        <p:spPr>
          <a:xfrm>
            <a:off x="914400" y="1981200"/>
            <a:ext cx="5080000" cy="4114800"/>
          </a:xfrm>
        </p:spPr>
        <p:txBody>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Text Placeholder 3"/>
          <p:cNvSpPr>
            <a:spLocks noGrp="1"/>
          </p:cNvSpPr>
          <p:nvPr>
            <p:ph type="body" sz="half" idx="2"/>
          </p:nvPr>
        </p:nvSpPr>
        <p:spPr>
          <a:xfrm>
            <a:off x="6197600" y="1981200"/>
            <a:ext cx="5080000" cy="4114800"/>
          </a:xfrm>
        </p:spPr>
        <p:txBody>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C867D727-A4D9-6C4E-8315-99599BC1BF0B}" type="slidenum">
              <a:rPr lang="en-US"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53633651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fourObj">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914400" y="609600"/>
            <a:ext cx="10363200" cy="1143000"/>
          </a:xfrm>
        </p:spPr>
        <p:txBody>
          <a:bodyPr/>
          <a:lstStyle/>
          <a:p>
            <a:r>
              <a:rPr lang="en-AU" smtClean="0"/>
              <a:t>Click to edit Master title style</a:t>
            </a:r>
            <a:endParaRPr lang="en-US"/>
          </a:p>
        </p:txBody>
      </p:sp>
      <p:sp>
        <p:nvSpPr>
          <p:cNvPr id="3" name="Content Placeholder 2"/>
          <p:cNvSpPr>
            <a:spLocks noGrp="1"/>
          </p:cNvSpPr>
          <p:nvPr>
            <p:ph sz="quarter" idx="1"/>
          </p:nvPr>
        </p:nvSpPr>
        <p:spPr>
          <a:xfrm>
            <a:off x="914400" y="1981200"/>
            <a:ext cx="5080000" cy="1981200"/>
          </a:xfrm>
        </p:spPr>
        <p:txBody>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Content Placeholder 3"/>
          <p:cNvSpPr>
            <a:spLocks noGrp="1"/>
          </p:cNvSpPr>
          <p:nvPr>
            <p:ph sz="quarter" idx="2"/>
          </p:nvPr>
        </p:nvSpPr>
        <p:spPr>
          <a:xfrm>
            <a:off x="6197600" y="1981200"/>
            <a:ext cx="5080000" cy="1981200"/>
          </a:xfrm>
        </p:spPr>
        <p:txBody>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5" name="Content Placeholder 4"/>
          <p:cNvSpPr>
            <a:spLocks noGrp="1"/>
          </p:cNvSpPr>
          <p:nvPr>
            <p:ph sz="quarter" idx="3"/>
          </p:nvPr>
        </p:nvSpPr>
        <p:spPr>
          <a:xfrm>
            <a:off x="914400" y="4114800"/>
            <a:ext cx="5080000" cy="1981200"/>
          </a:xfrm>
        </p:spPr>
        <p:txBody>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6" name="Content Placeholder 5"/>
          <p:cNvSpPr>
            <a:spLocks noGrp="1"/>
          </p:cNvSpPr>
          <p:nvPr>
            <p:ph sz="quarter" idx="4"/>
          </p:nvPr>
        </p:nvSpPr>
        <p:spPr>
          <a:xfrm>
            <a:off x="6197600" y="4114800"/>
            <a:ext cx="5080000" cy="1981200"/>
          </a:xfrm>
        </p:spPr>
        <p:txBody>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9" name="Rectangle 6"/>
          <p:cNvSpPr>
            <a:spLocks noGrp="1" noChangeArrowheads="1"/>
          </p:cNvSpPr>
          <p:nvPr>
            <p:ph type="sldNum" sz="quarter" idx="12"/>
          </p:nvPr>
        </p:nvSpPr>
        <p:spPr>
          <a:ln/>
        </p:spPr>
        <p:txBody>
          <a:bodyPr/>
          <a:lstStyle>
            <a:lvl1pPr>
              <a:defRPr/>
            </a:lvl1pPr>
          </a:lstStyle>
          <a:p>
            <a:pPr>
              <a:defRPr/>
            </a:pPr>
            <a:fld id="{3EF104C5-BA1F-514A-9E09-A1247DEB83C2}"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133238159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AndTx">
  <p:cSld name="Title, 2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AU" smtClean="0"/>
              <a:t>Click to edit Master title style</a:t>
            </a:r>
            <a:endParaRPr lang="en-US"/>
          </a:p>
        </p:txBody>
      </p:sp>
      <p:sp>
        <p:nvSpPr>
          <p:cNvPr id="3" name="Content Placeholder 2"/>
          <p:cNvSpPr>
            <a:spLocks noGrp="1"/>
          </p:cNvSpPr>
          <p:nvPr>
            <p:ph sz="quarter" idx="1"/>
          </p:nvPr>
        </p:nvSpPr>
        <p:spPr>
          <a:xfrm>
            <a:off x="914400" y="1981200"/>
            <a:ext cx="5080000" cy="1981200"/>
          </a:xfrm>
        </p:spPr>
        <p:txBody>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Content Placeholder 3"/>
          <p:cNvSpPr>
            <a:spLocks noGrp="1"/>
          </p:cNvSpPr>
          <p:nvPr>
            <p:ph sz="quarter" idx="2"/>
          </p:nvPr>
        </p:nvSpPr>
        <p:spPr>
          <a:xfrm>
            <a:off x="914400" y="4114800"/>
            <a:ext cx="5080000" cy="1981200"/>
          </a:xfrm>
        </p:spPr>
        <p:txBody>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5" name="Text Placeholder 4"/>
          <p:cNvSpPr>
            <a:spLocks noGrp="1"/>
          </p:cNvSpPr>
          <p:nvPr>
            <p:ph type="body" sz="half" idx="3"/>
          </p:nvPr>
        </p:nvSpPr>
        <p:spPr>
          <a:xfrm>
            <a:off x="6197600" y="1981200"/>
            <a:ext cx="5080000" cy="4114800"/>
          </a:xfrm>
        </p:spPr>
        <p:txBody>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6"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7"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8" name="Rectangle 6"/>
          <p:cNvSpPr>
            <a:spLocks noGrp="1" noChangeArrowheads="1"/>
          </p:cNvSpPr>
          <p:nvPr>
            <p:ph type="sldNum" sz="quarter" idx="12"/>
          </p:nvPr>
        </p:nvSpPr>
        <p:spPr>
          <a:ln/>
        </p:spPr>
        <p:txBody>
          <a:bodyPr/>
          <a:lstStyle>
            <a:lvl1pPr>
              <a:defRPr/>
            </a:lvl1pPr>
          </a:lstStyle>
          <a:p>
            <a:pPr>
              <a:defRPr/>
            </a:pPr>
            <a:fld id="{E5A0A8F0-FA8C-E04B-9E29-F1796B191622}"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95093319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OverTx">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1564217" y="457200"/>
            <a:ext cx="10363200" cy="1143000"/>
          </a:xfrm>
        </p:spPr>
        <p:txBody>
          <a:bodyPr/>
          <a:lstStyle/>
          <a:p>
            <a:r>
              <a:rPr lang="en-AU" smtClean="0"/>
              <a:t>Click to edit Master title style</a:t>
            </a:r>
            <a:endParaRPr lang="en-US"/>
          </a:p>
        </p:txBody>
      </p:sp>
      <p:sp>
        <p:nvSpPr>
          <p:cNvPr id="3" name="Content Placeholder 2"/>
          <p:cNvSpPr>
            <a:spLocks noGrp="1"/>
          </p:cNvSpPr>
          <p:nvPr>
            <p:ph sz="half" idx="1"/>
          </p:nvPr>
        </p:nvSpPr>
        <p:spPr>
          <a:xfrm>
            <a:off x="1564217" y="1981200"/>
            <a:ext cx="10363200" cy="1981200"/>
          </a:xfrm>
        </p:spPr>
        <p:txBody>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Text Placeholder 3"/>
          <p:cNvSpPr>
            <a:spLocks noGrp="1"/>
          </p:cNvSpPr>
          <p:nvPr>
            <p:ph type="body" sz="half" idx="2"/>
          </p:nvPr>
        </p:nvSpPr>
        <p:spPr>
          <a:xfrm>
            <a:off x="1564217" y="4114800"/>
            <a:ext cx="10363200" cy="1981200"/>
          </a:xfrm>
        </p:spPr>
        <p:txBody>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5" name="Rectangle 27"/>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28"/>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29"/>
          <p:cNvSpPr>
            <a:spLocks noGrp="1" noChangeArrowheads="1"/>
          </p:cNvSpPr>
          <p:nvPr>
            <p:ph type="sldNum" sz="quarter" idx="12"/>
          </p:nvPr>
        </p:nvSpPr>
        <p:spPr>
          <a:ln/>
        </p:spPr>
        <p:txBody>
          <a:bodyPr/>
          <a:lstStyle>
            <a:lvl1pPr>
              <a:defRPr/>
            </a:lvl1pPr>
          </a:lstStyle>
          <a:p>
            <a:fld id="{95F48CE7-194B-D348-A59B-1F1D66A05540}"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104051005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OverTx">
  <p:cSld name="Title and 2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AU" smtClean="0"/>
              <a:t>Click to edit Master title style</a:t>
            </a:r>
            <a:endParaRPr lang="en-US"/>
          </a:p>
        </p:txBody>
      </p:sp>
      <p:sp>
        <p:nvSpPr>
          <p:cNvPr id="3" name="Content Placeholder 2"/>
          <p:cNvSpPr>
            <a:spLocks noGrp="1"/>
          </p:cNvSpPr>
          <p:nvPr>
            <p:ph sz="quarter" idx="1"/>
          </p:nvPr>
        </p:nvSpPr>
        <p:spPr>
          <a:xfrm>
            <a:off x="914400" y="1981200"/>
            <a:ext cx="5080000" cy="1981200"/>
          </a:xfrm>
        </p:spPr>
        <p:txBody>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Content Placeholder 3"/>
          <p:cNvSpPr>
            <a:spLocks noGrp="1"/>
          </p:cNvSpPr>
          <p:nvPr>
            <p:ph sz="quarter" idx="2"/>
          </p:nvPr>
        </p:nvSpPr>
        <p:spPr>
          <a:xfrm>
            <a:off x="6197600" y="1981200"/>
            <a:ext cx="5080000" cy="1981200"/>
          </a:xfrm>
        </p:spPr>
        <p:txBody>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5" name="Text Placeholder 4"/>
          <p:cNvSpPr>
            <a:spLocks noGrp="1"/>
          </p:cNvSpPr>
          <p:nvPr>
            <p:ph type="body" sz="half" idx="3"/>
          </p:nvPr>
        </p:nvSpPr>
        <p:spPr>
          <a:xfrm>
            <a:off x="914400" y="4114800"/>
            <a:ext cx="10363200" cy="1981200"/>
          </a:xfrm>
        </p:spPr>
        <p:txBody>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6" name="Rectangle 4"/>
          <p:cNvSpPr>
            <a:spLocks noGrp="1" noChangeArrowheads="1"/>
          </p:cNvSpPr>
          <p:nvPr>
            <p:ph type="dt" sz="half" idx="10"/>
          </p:nvPr>
        </p:nvSpPr>
        <p:spPr>
          <a:ln/>
        </p:spPr>
        <p:txBody>
          <a:bodyPr/>
          <a:lstStyle>
            <a:lvl1pPr>
              <a:defRPr/>
            </a:lvl1pPr>
          </a:lstStyle>
          <a:p>
            <a:pPr>
              <a:defRPr/>
            </a:pPr>
            <a:endParaRPr lang="en-US">
              <a:solidFill>
                <a:prstClr val="black">
                  <a:tint val="75000"/>
                </a:prstClr>
              </a:solidFill>
            </a:endParaRPr>
          </a:p>
        </p:txBody>
      </p:sp>
      <p:sp>
        <p:nvSpPr>
          <p:cNvPr id="7" name="Rectangle 5"/>
          <p:cNvSpPr>
            <a:spLocks noGrp="1" noChangeArrowheads="1"/>
          </p:cNvSpPr>
          <p:nvPr>
            <p:ph type="ftr" sz="quarter" idx="11"/>
          </p:nvPr>
        </p:nvSpPr>
        <p:spPr>
          <a:ln/>
        </p:spPr>
        <p:txBody>
          <a:bodyPr/>
          <a:lstStyle>
            <a:lvl1pPr>
              <a:defRPr/>
            </a:lvl1pPr>
          </a:lstStyle>
          <a:p>
            <a:pPr>
              <a:defRPr/>
            </a:pPr>
            <a:endParaRPr lang="en-US">
              <a:solidFill>
                <a:prstClr val="black">
                  <a:tint val="75000"/>
                </a:prstClr>
              </a:solidFill>
            </a:endParaRPr>
          </a:p>
        </p:txBody>
      </p:sp>
      <p:sp>
        <p:nvSpPr>
          <p:cNvPr id="8" name="Rectangle 6"/>
          <p:cNvSpPr>
            <a:spLocks noGrp="1" noChangeArrowheads="1"/>
          </p:cNvSpPr>
          <p:nvPr>
            <p:ph type="sldNum" sz="quarter" idx="12"/>
          </p:nvPr>
        </p:nvSpPr>
        <p:spPr>
          <a:ln/>
        </p:spPr>
        <p:txBody>
          <a:bodyPr/>
          <a:lstStyle>
            <a:lvl1pPr>
              <a:defRPr/>
            </a:lvl1pPr>
          </a:lstStyle>
          <a:p>
            <a:pPr>
              <a:defRPr/>
            </a:pPr>
            <a:fld id="{C2C51C2D-0550-6747-9CF3-EED8C7DF8846}"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9424546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AU"/>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AU"/>
              <a:t>Click to edit Master subtitle style</a:t>
            </a:r>
            <a:endParaRPr lang="en-US"/>
          </a:p>
        </p:txBody>
      </p:sp>
      <p:sp>
        <p:nvSpPr>
          <p:cNvPr id="4" name="Date Placeholder 3"/>
          <p:cNvSpPr>
            <a:spLocks noGrp="1"/>
          </p:cNvSpPr>
          <p:nvPr>
            <p:ph type="dt" sz="half" idx="10"/>
          </p:nvPr>
        </p:nvSpPr>
        <p:spPr/>
        <p:txBody>
          <a:bodyPr/>
          <a:lstStyle/>
          <a:p>
            <a:fld id="{2C1BB76E-88A9-1142-82B9-33E4469E9A60}" type="datetimeFigureOut">
              <a:rPr lang="en-US" smtClean="0">
                <a:solidFill>
                  <a:prstClr val="black">
                    <a:tint val="75000"/>
                  </a:prstClr>
                </a:solidFill>
              </a:rPr>
              <a:pPr/>
              <a:t>9/15/20</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5A9A3D96-D033-C847-870B-488D6DDCB44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97366470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Click to edit Master title style</a:t>
            </a:r>
            <a:endParaRPr lang="en-US"/>
          </a:p>
        </p:txBody>
      </p:sp>
      <p:sp>
        <p:nvSpPr>
          <p:cNvPr id="3" name="Content Placeholder 2"/>
          <p:cNvSpPr>
            <a:spLocks noGrp="1"/>
          </p:cNvSpPr>
          <p:nvPr>
            <p:ph idx="1"/>
          </p:nvPr>
        </p:nvSpPr>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Date Placeholder 3"/>
          <p:cNvSpPr>
            <a:spLocks noGrp="1"/>
          </p:cNvSpPr>
          <p:nvPr>
            <p:ph type="dt" sz="half" idx="10"/>
          </p:nvPr>
        </p:nvSpPr>
        <p:spPr/>
        <p:txBody>
          <a:bodyPr/>
          <a:lstStyle/>
          <a:p>
            <a:fld id="{2C1BB76E-88A9-1142-82B9-33E4469E9A60}" type="datetimeFigureOut">
              <a:rPr lang="en-US" smtClean="0">
                <a:solidFill>
                  <a:prstClr val="black">
                    <a:tint val="75000"/>
                  </a:prstClr>
                </a:solidFill>
              </a:rPr>
              <a:pPr/>
              <a:t>9/15/20</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5A9A3D96-D033-C847-870B-488D6DDCB44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76898351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AU"/>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AU"/>
              <a:t>Click to edit Master text styles</a:t>
            </a:r>
          </a:p>
        </p:txBody>
      </p:sp>
      <p:sp>
        <p:nvSpPr>
          <p:cNvPr id="4" name="Date Placeholder 3"/>
          <p:cNvSpPr>
            <a:spLocks noGrp="1"/>
          </p:cNvSpPr>
          <p:nvPr>
            <p:ph type="dt" sz="half" idx="10"/>
          </p:nvPr>
        </p:nvSpPr>
        <p:spPr/>
        <p:txBody>
          <a:bodyPr/>
          <a:lstStyle/>
          <a:p>
            <a:fld id="{2C1BB76E-88A9-1142-82B9-33E4469E9A60}" type="datetimeFigureOut">
              <a:rPr lang="en-US" smtClean="0">
                <a:solidFill>
                  <a:prstClr val="black">
                    <a:tint val="75000"/>
                  </a:prstClr>
                </a:solidFill>
              </a:rPr>
              <a:pPr/>
              <a:t>9/15/20</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5A9A3D96-D033-C847-870B-488D6DDCB44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3394690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5" name="Date Placeholder 4"/>
          <p:cNvSpPr>
            <a:spLocks noGrp="1"/>
          </p:cNvSpPr>
          <p:nvPr>
            <p:ph type="dt" sz="half" idx="10"/>
          </p:nvPr>
        </p:nvSpPr>
        <p:spPr/>
        <p:txBody>
          <a:bodyPr/>
          <a:lstStyle/>
          <a:p>
            <a:fld id="{2C1BB76E-88A9-1142-82B9-33E4469E9A60}" type="datetimeFigureOut">
              <a:rPr lang="en-US" smtClean="0">
                <a:solidFill>
                  <a:prstClr val="black">
                    <a:tint val="75000"/>
                  </a:prstClr>
                </a:solidFill>
              </a:rPr>
              <a:pPr/>
              <a:t>9/15/20</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5A9A3D96-D033-C847-870B-488D6DDCB44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64735020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AU"/>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7" name="Date Placeholder 6"/>
          <p:cNvSpPr>
            <a:spLocks noGrp="1"/>
          </p:cNvSpPr>
          <p:nvPr>
            <p:ph type="dt" sz="half" idx="10"/>
          </p:nvPr>
        </p:nvSpPr>
        <p:spPr/>
        <p:txBody>
          <a:bodyPr/>
          <a:lstStyle/>
          <a:p>
            <a:fld id="{2C1BB76E-88A9-1142-82B9-33E4469E9A60}" type="datetimeFigureOut">
              <a:rPr lang="en-US" smtClean="0">
                <a:solidFill>
                  <a:prstClr val="black">
                    <a:tint val="75000"/>
                  </a:prstClr>
                </a:solidFill>
              </a:rPr>
              <a:pPr/>
              <a:t>9/15/20</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5A9A3D96-D033-C847-870B-488D6DDCB44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86461305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Click to edit Master title style</a:t>
            </a:r>
            <a:endParaRPr lang="en-US"/>
          </a:p>
        </p:txBody>
      </p:sp>
      <p:sp>
        <p:nvSpPr>
          <p:cNvPr id="3" name="Date Placeholder 2"/>
          <p:cNvSpPr>
            <a:spLocks noGrp="1"/>
          </p:cNvSpPr>
          <p:nvPr>
            <p:ph type="dt" sz="half" idx="10"/>
          </p:nvPr>
        </p:nvSpPr>
        <p:spPr/>
        <p:txBody>
          <a:bodyPr/>
          <a:lstStyle/>
          <a:p>
            <a:fld id="{2C1BB76E-88A9-1142-82B9-33E4469E9A60}" type="datetimeFigureOut">
              <a:rPr lang="en-US" smtClean="0">
                <a:solidFill>
                  <a:prstClr val="black">
                    <a:tint val="75000"/>
                  </a:prstClr>
                </a:solidFill>
              </a:rPr>
              <a:pPr/>
              <a:t>9/15/20</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5A9A3D96-D033-C847-870B-488D6DDCB44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01236852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C1BB76E-88A9-1142-82B9-33E4469E9A60}" type="datetimeFigureOut">
              <a:rPr lang="en-US" smtClean="0">
                <a:solidFill>
                  <a:prstClr val="black">
                    <a:tint val="75000"/>
                  </a:prstClr>
                </a:solidFill>
              </a:rPr>
              <a:pPr/>
              <a:t>9/15/20</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5A9A3D96-D033-C847-870B-488D6DDCB44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77668897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AU"/>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AU"/>
              <a:t>Click to edit Master text styles</a:t>
            </a:r>
          </a:p>
        </p:txBody>
      </p:sp>
      <p:sp>
        <p:nvSpPr>
          <p:cNvPr id="5" name="Date Placeholder 4"/>
          <p:cNvSpPr>
            <a:spLocks noGrp="1"/>
          </p:cNvSpPr>
          <p:nvPr>
            <p:ph type="dt" sz="half" idx="10"/>
          </p:nvPr>
        </p:nvSpPr>
        <p:spPr/>
        <p:txBody>
          <a:bodyPr/>
          <a:lstStyle/>
          <a:p>
            <a:fld id="{2C1BB76E-88A9-1142-82B9-33E4469E9A60}" type="datetimeFigureOut">
              <a:rPr lang="en-US" smtClean="0">
                <a:solidFill>
                  <a:prstClr val="black">
                    <a:tint val="75000"/>
                  </a:prstClr>
                </a:solidFill>
              </a:rPr>
              <a:pPr/>
              <a:t>9/15/20</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5A9A3D96-D033-C847-870B-488D6DDCB44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99578394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AU"/>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AU"/>
              <a:t>Click to edit Master text styles</a:t>
            </a:r>
          </a:p>
        </p:txBody>
      </p:sp>
      <p:sp>
        <p:nvSpPr>
          <p:cNvPr id="5" name="Date Placeholder 4"/>
          <p:cNvSpPr>
            <a:spLocks noGrp="1"/>
          </p:cNvSpPr>
          <p:nvPr>
            <p:ph type="dt" sz="half" idx="10"/>
          </p:nvPr>
        </p:nvSpPr>
        <p:spPr/>
        <p:txBody>
          <a:bodyPr/>
          <a:lstStyle/>
          <a:p>
            <a:fld id="{2C1BB76E-88A9-1142-82B9-33E4469E9A60}" type="datetimeFigureOut">
              <a:rPr lang="en-US" smtClean="0">
                <a:solidFill>
                  <a:prstClr val="black">
                    <a:tint val="75000"/>
                  </a:prstClr>
                </a:solidFill>
              </a:rPr>
              <a:pPr/>
              <a:t>9/15/20</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5A9A3D96-D033-C847-870B-488D6DDCB44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01023230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Date Placeholder 3"/>
          <p:cNvSpPr>
            <a:spLocks noGrp="1"/>
          </p:cNvSpPr>
          <p:nvPr>
            <p:ph type="dt" sz="half" idx="10"/>
          </p:nvPr>
        </p:nvSpPr>
        <p:spPr/>
        <p:txBody>
          <a:bodyPr/>
          <a:lstStyle/>
          <a:p>
            <a:fld id="{2C1BB76E-88A9-1142-82B9-33E4469E9A60}" type="datetimeFigureOut">
              <a:rPr lang="en-US" smtClean="0">
                <a:solidFill>
                  <a:prstClr val="black">
                    <a:tint val="75000"/>
                  </a:prstClr>
                </a:solidFill>
              </a:rPr>
              <a:pPr/>
              <a:t>9/15/20</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5A9A3D96-D033-C847-870B-488D6DDCB44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96261407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AU"/>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Date Placeholder 3"/>
          <p:cNvSpPr>
            <a:spLocks noGrp="1"/>
          </p:cNvSpPr>
          <p:nvPr>
            <p:ph type="dt" sz="half" idx="10"/>
          </p:nvPr>
        </p:nvSpPr>
        <p:spPr/>
        <p:txBody>
          <a:bodyPr/>
          <a:lstStyle/>
          <a:p>
            <a:fld id="{2C1BB76E-88A9-1142-82B9-33E4469E9A60}" type="datetimeFigureOut">
              <a:rPr lang="en-US" smtClean="0">
                <a:solidFill>
                  <a:prstClr val="black">
                    <a:tint val="75000"/>
                  </a:prstClr>
                </a:solidFill>
              </a:rPr>
              <a:pPr/>
              <a:t>9/15/20</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5A9A3D96-D033-C847-870B-488D6DDCB44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6045015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AU"/>
              <a:t>Click to edit Master title style</a:t>
            </a:r>
            <a:endParaRPr lang="en-US"/>
          </a:p>
        </p:txBody>
      </p:sp>
      <p:sp>
        <p:nvSpPr>
          <p:cNvPr id="3" name="Text Placeholder 2"/>
          <p:cNvSpPr>
            <a:spLocks noGrp="1"/>
          </p:cNvSpPr>
          <p:nvPr>
            <p:ph type="body" sz="half" idx="1"/>
          </p:nvPr>
        </p:nvSpPr>
        <p:spPr>
          <a:xfrm>
            <a:off x="914400" y="1981200"/>
            <a:ext cx="5080000" cy="41148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Content Placeholder 3"/>
          <p:cNvSpPr>
            <a:spLocks noGrp="1"/>
          </p:cNvSpPr>
          <p:nvPr>
            <p:ph sz="half" idx="2"/>
          </p:nvPr>
        </p:nvSpPr>
        <p:spPr>
          <a:xfrm>
            <a:off x="6197600" y="1981200"/>
            <a:ext cx="5080000" cy="41148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fld id="{28F20800-63EC-0A4C-B45E-A601CC4C780C}"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105252276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fourObj">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914400" y="609600"/>
            <a:ext cx="10363200" cy="1143000"/>
          </a:xfrm>
        </p:spPr>
        <p:txBody>
          <a:bodyPr/>
          <a:lstStyle/>
          <a:p>
            <a:r>
              <a:rPr lang="en-US" smtClean="0"/>
              <a:t>Click to edit Master title style</a:t>
            </a:r>
            <a:endParaRPr lang="en-US"/>
          </a:p>
        </p:txBody>
      </p:sp>
      <p:sp>
        <p:nvSpPr>
          <p:cNvPr id="3" name="Content Placeholder 2"/>
          <p:cNvSpPr>
            <a:spLocks noGrp="1"/>
          </p:cNvSpPr>
          <p:nvPr>
            <p:ph sz="quarter" idx="1"/>
          </p:nvPr>
        </p:nvSpPr>
        <p:spPr>
          <a:xfrm>
            <a:off x="914400" y="1981200"/>
            <a:ext cx="5080000" cy="1981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6197600" y="1981200"/>
            <a:ext cx="5080000" cy="1981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914400" y="4114800"/>
            <a:ext cx="5080000" cy="1981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Content Placeholder 5"/>
          <p:cNvSpPr>
            <a:spLocks noGrp="1"/>
          </p:cNvSpPr>
          <p:nvPr>
            <p:ph sz="quarter" idx="4"/>
          </p:nvPr>
        </p:nvSpPr>
        <p:spPr>
          <a:xfrm>
            <a:off x="6197600" y="4114800"/>
            <a:ext cx="5080000" cy="1981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solidFill>
                <a:prstClr val="black">
                  <a:tint val="75000"/>
                </a:prstClr>
              </a:solidFill>
            </a:endParaRPr>
          </a:p>
        </p:txBody>
      </p:sp>
      <p:sp>
        <p:nvSpPr>
          <p:cNvPr id="8" name="Rectangle 5"/>
          <p:cNvSpPr>
            <a:spLocks noGrp="1" noChangeArrowheads="1"/>
          </p:cNvSpPr>
          <p:nvPr>
            <p:ph type="ftr" sz="quarter" idx="11"/>
          </p:nvPr>
        </p:nvSpPr>
        <p:spPr>
          <a:ln/>
        </p:spPr>
        <p:txBody>
          <a:bodyPr/>
          <a:lstStyle>
            <a:lvl1pPr>
              <a:defRPr/>
            </a:lvl1pPr>
          </a:lstStyle>
          <a:p>
            <a:pPr>
              <a:defRPr/>
            </a:pPr>
            <a:endParaRPr lang="en-US">
              <a:solidFill>
                <a:prstClr val="black">
                  <a:tint val="75000"/>
                </a:prstClr>
              </a:solidFill>
            </a:endParaRPr>
          </a:p>
        </p:txBody>
      </p:sp>
      <p:sp>
        <p:nvSpPr>
          <p:cNvPr id="9" name="Rectangle 6"/>
          <p:cNvSpPr>
            <a:spLocks noGrp="1" noChangeArrowheads="1"/>
          </p:cNvSpPr>
          <p:nvPr>
            <p:ph type="sldNum" sz="quarter" idx="12"/>
          </p:nvPr>
        </p:nvSpPr>
        <p:spPr>
          <a:ln/>
        </p:spPr>
        <p:txBody>
          <a:bodyPr/>
          <a:lstStyle>
            <a:lvl1pPr>
              <a:defRPr/>
            </a:lvl1pPr>
          </a:lstStyle>
          <a:p>
            <a:fld id="{EA94B623-AAB8-A64A-8E12-87F7105FD205}" type="slidenum">
              <a:rPr lang="en-US" altLang="en-US">
                <a:solidFill>
                  <a:prstClr val="black">
                    <a:tint val="75000"/>
                  </a:prstClr>
                </a:solidFill>
              </a:rPr>
              <a:pPr/>
              <a:t>‹#›</a:t>
            </a:fld>
            <a:endParaRPr lang="en-US" altLang="en-US">
              <a:solidFill>
                <a:prstClr val="black">
                  <a:tint val="75000"/>
                </a:prstClr>
              </a:solidFill>
            </a:endParaRPr>
          </a:p>
        </p:txBody>
      </p:sp>
    </p:spTree>
    <p:extLst>
      <p:ext uri="{BB962C8B-B14F-4D97-AF65-F5344CB8AC3E}">
        <p14:creationId xmlns:p14="http://schemas.microsoft.com/office/powerpoint/2010/main" val="130989488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1564217" y="457200"/>
            <a:ext cx="10363200" cy="5638800"/>
          </a:xfrm>
        </p:spPr>
        <p:txBody>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3" name="Rectangle 27"/>
          <p:cNvSpPr>
            <a:spLocks noGrp="1" noChangeArrowheads="1"/>
          </p:cNvSpPr>
          <p:nvPr>
            <p:ph type="dt" sz="half" idx="10"/>
          </p:nvPr>
        </p:nvSpPr>
        <p:spPr>
          <a:ln/>
        </p:spPr>
        <p:txBody>
          <a:bodyPr/>
          <a:lstStyle>
            <a:lvl1pPr>
              <a:defRPr/>
            </a:lvl1pPr>
          </a:lstStyle>
          <a:p>
            <a:pPr>
              <a:defRPr/>
            </a:pPr>
            <a:endParaRPr lang="en-US">
              <a:solidFill>
                <a:prstClr val="black">
                  <a:tint val="75000"/>
                </a:prstClr>
              </a:solidFill>
            </a:endParaRPr>
          </a:p>
        </p:txBody>
      </p:sp>
      <p:sp>
        <p:nvSpPr>
          <p:cNvPr id="4" name="Rectangle 28"/>
          <p:cNvSpPr>
            <a:spLocks noGrp="1" noChangeArrowheads="1"/>
          </p:cNvSpPr>
          <p:nvPr>
            <p:ph type="ftr" sz="quarter" idx="11"/>
          </p:nvPr>
        </p:nvSpPr>
        <p:spPr>
          <a:ln/>
        </p:spPr>
        <p:txBody>
          <a:bodyPr/>
          <a:lstStyle>
            <a:lvl1pPr>
              <a:defRPr/>
            </a:lvl1pPr>
          </a:lstStyle>
          <a:p>
            <a:pPr>
              <a:defRPr/>
            </a:pPr>
            <a:endParaRPr lang="en-US">
              <a:solidFill>
                <a:prstClr val="black">
                  <a:tint val="75000"/>
                </a:prstClr>
              </a:solidFill>
            </a:endParaRPr>
          </a:p>
        </p:txBody>
      </p:sp>
      <p:sp>
        <p:nvSpPr>
          <p:cNvPr id="5" name="Rectangle 29"/>
          <p:cNvSpPr>
            <a:spLocks noGrp="1" noChangeArrowheads="1"/>
          </p:cNvSpPr>
          <p:nvPr>
            <p:ph type="sldNum" sz="quarter" idx="12"/>
          </p:nvPr>
        </p:nvSpPr>
        <p:spPr>
          <a:ln/>
        </p:spPr>
        <p:txBody>
          <a:bodyPr/>
          <a:lstStyle>
            <a:lvl1pPr>
              <a:defRPr/>
            </a:lvl1pPr>
          </a:lstStyle>
          <a:p>
            <a:fld id="{571B89AF-C541-5E47-B368-AC21608EB53C}" type="slidenum">
              <a:rPr lang="en-US" altLang="en-US">
                <a:solidFill>
                  <a:prstClr val="black">
                    <a:tint val="75000"/>
                  </a:prstClr>
                </a:solidFill>
              </a:rPr>
              <a:pPr/>
              <a:t>‹#›</a:t>
            </a:fld>
            <a:endParaRPr lang="en-US" altLang="en-US">
              <a:solidFill>
                <a:prstClr val="black">
                  <a:tint val="75000"/>
                </a:prstClr>
              </a:solidFill>
            </a:endParaRPr>
          </a:p>
        </p:txBody>
      </p:sp>
    </p:spTree>
    <p:extLst>
      <p:ext uri="{BB962C8B-B14F-4D97-AF65-F5344CB8AC3E}">
        <p14:creationId xmlns:p14="http://schemas.microsoft.com/office/powerpoint/2010/main" val="102721389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AU" smtClean="0"/>
              <a:t>Click to edit Master title style</a:t>
            </a:r>
            <a:endParaRPr lang="en-US"/>
          </a:p>
        </p:txBody>
      </p:sp>
      <p:sp>
        <p:nvSpPr>
          <p:cNvPr id="3" name="Text Placeholder 2"/>
          <p:cNvSpPr>
            <a:spLocks noGrp="1"/>
          </p:cNvSpPr>
          <p:nvPr>
            <p:ph type="body" sz="half" idx="1"/>
          </p:nvPr>
        </p:nvSpPr>
        <p:spPr>
          <a:xfrm>
            <a:off x="914400" y="1981200"/>
            <a:ext cx="5080000" cy="4114800"/>
          </a:xfrm>
        </p:spPr>
        <p:txBody>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Content Placeholder 3"/>
          <p:cNvSpPr>
            <a:spLocks noGrp="1"/>
          </p:cNvSpPr>
          <p:nvPr>
            <p:ph sz="quarter" idx="2"/>
          </p:nvPr>
        </p:nvSpPr>
        <p:spPr>
          <a:xfrm>
            <a:off x="6197600" y="1981200"/>
            <a:ext cx="5080000" cy="1981200"/>
          </a:xfrm>
        </p:spPr>
        <p:txBody>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5" name="Content Placeholder 4"/>
          <p:cNvSpPr>
            <a:spLocks noGrp="1"/>
          </p:cNvSpPr>
          <p:nvPr>
            <p:ph sz="quarter" idx="3"/>
          </p:nvPr>
        </p:nvSpPr>
        <p:spPr>
          <a:xfrm>
            <a:off x="6197600" y="4114800"/>
            <a:ext cx="5080000" cy="1981200"/>
          </a:xfrm>
        </p:spPr>
        <p:txBody>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6" name="Rectangle 4"/>
          <p:cNvSpPr>
            <a:spLocks noGrp="1" noChangeArrowheads="1"/>
          </p:cNvSpPr>
          <p:nvPr>
            <p:ph type="dt" sz="half" idx="10"/>
          </p:nvPr>
        </p:nvSpPr>
        <p:spPr>
          <a:ln/>
        </p:spPr>
        <p:txBody>
          <a:bodyPr/>
          <a:lstStyle>
            <a:lvl1pPr>
              <a:defRPr/>
            </a:lvl1pPr>
          </a:lstStyle>
          <a:p>
            <a:pPr>
              <a:defRPr/>
            </a:pPr>
            <a:endParaRPr lang="en-US">
              <a:solidFill>
                <a:prstClr val="black">
                  <a:tint val="75000"/>
                </a:prstClr>
              </a:solidFill>
            </a:endParaRPr>
          </a:p>
        </p:txBody>
      </p:sp>
      <p:sp>
        <p:nvSpPr>
          <p:cNvPr id="7" name="Rectangle 5"/>
          <p:cNvSpPr>
            <a:spLocks noGrp="1" noChangeArrowheads="1"/>
          </p:cNvSpPr>
          <p:nvPr>
            <p:ph type="ftr" sz="quarter" idx="11"/>
          </p:nvPr>
        </p:nvSpPr>
        <p:spPr>
          <a:ln/>
        </p:spPr>
        <p:txBody>
          <a:bodyPr/>
          <a:lstStyle>
            <a:lvl1pPr>
              <a:defRPr/>
            </a:lvl1pPr>
          </a:lstStyle>
          <a:p>
            <a:pPr>
              <a:defRPr/>
            </a:pPr>
            <a:endParaRPr lang="en-US">
              <a:solidFill>
                <a:prstClr val="black">
                  <a:tint val="75000"/>
                </a:prstClr>
              </a:solidFill>
            </a:endParaRPr>
          </a:p>
        </p:txBody>
      </p:sp>
      <p:sp>
        <p:nvSpPr>
          <p:cNvPr id="8" name="Rectangle 6"/>
          <p:cNvSpPr>
            <a:spLocks noGrp="1" noChangeArrowheads="1"/>
          </p:cNvSpPr>
          <p:nvPr>
            <p:ph type="sldNum" sz="quarter" idx="12"/>
          </p:nvPr>
        </p:nvSpPr>
        <p:spPr>
          <a:ln/>
        </p:spPr>
        <p:txBody>
          <a:bodyPr/>
          <a:lstStyle>
            <a:lvl1pPr>
              <a:defRPr/>
            </a:lvl1pPr>
          </a:lstStyle>
          <a:p>
            <a:fld id="{85853E0F-ABBD-D944-B58B-0B89088B81FA}" type="slidenum">
              <a:rPr lang="en-US" altLang="en-US">
                <a:solidFill>
                  <a:prstClr val="black">
                    <a:tint val="75000"/>
                  </a:prstClr>
                </a:solidFill>
              </a:rPr>
              <a:pPr/>
              <a:t>‹#›</a:t>
            </a:fld>
            <a:endParaRPr lang="en-US" altLang="en-US">
              <a:solidFill>
                <a:prstClr val="black">
                  <a:tint val="75000"/>
                </a:prstClr>
              </a:solidFill>
            </a:endParaRPr>
          </a:p>
        </p:txBody>
      </p:sp>
    </p:spTree>
    <p:extLst>
      <p:ext uri="{BB962C8B-B14F-4D97-AF65-F5344CB8AC3E}">
        <p14:creationId xmlns:p14="http://schemas.microsoft.com/office/powerpoint/2010/main" val="93447973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AndTx">
  <p:cSld name="Title,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AU" smtClean="0"/>
              <a:t>Click to edit Master title style</a:t>
            </a:r>
            <a:endParaRPr lang="en-US"/>
          </a:p>
        </p:txBody>
      </p:sp>
      <p:sp>
        <p:nvSpPr>
          <p:cNvPr id="3" name="Content Placeholder 2"/>
          <p:cNvSpPr>
            <a:spLocks noGrp="1"/>
          </p:cNvSpPr>
          <p:nvPr>
            <p:ph sz="half" idx="1"/>
          </p:nvPr>
        </p:nvSpPr>
        <p:spPr>
          <a:xfrm>
            <a:off x="914400" y="1981200"/>
            <a:ext cx="5080000" cy="4114800"/>
          </a:xfrm>
        </p:spPr>
        <p:txBody>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Text Placeholder 3"/>
          <p:cNvSpPr>
            <a:spLocks noGrp="1"/>
          </p:cNvSpPr>
          <p:nvPr>
            <p:ph type="body" sz="half" idx="2"/>
          </p:nvPr>
        </p:nvSpPr>
        <p:spPr>
          <a:xfrm>
            <a:off x="6197600" y="1981200"/>
            <a:ext cx="5080000" cy="4114800"/>
          </a:xfrm>
        </p:spPr>
        <p:txBody>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B794B76D-F7D2-8F43-AAF5-FE2426304F90}"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115545340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AU"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AU" smtClean="0"/>
              <a:t>Click to edit Master subtitle style</a:t>
            </a:r>
            <a:endParaRPr lang="en-US"/>
          </a:p>
        </p:txBody>
      </p:sp>
      <p:sp>
        <p:nvSpPr>
          <p:cNvPr id="4" name="Date Placeholder 3"/>
          <p:cNvSpPr>
            <a:spLocks noGrp="1"/>
          </p:cNvSpPr>
          <p:nvPr>
            <p:ph type="dt" sz="half" idx="10"/>
          </p:nvPr>
        </p:nvSpPr>
        <p:spPr/>
        <p:txBody>
          <a:bodyPr/>
          <a:lstStyle/>
          <a:p>
            <a:fld id="{814E2EAF-6824-8242-B4F8-308B66DE6A81}" type="datetimeFigureOut">
              <a:rPr lang="en-US" smtClean="0">
                <a:solidFill>
                  <a:prstClr val="black">
                    <a:tint val="75000"/>
                  </a:prstClr>
                </a:solidFill>
              </a:rPr>
              <a:pPr/>
              <a:t>9/15/20</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782ADF9-07B9-4C4C-85AB-674A84AFC2D5}"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94345950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Click to edit Master title style</a:t>
            </a:r>
            <a:endParaRPr lang="en-US"/>
          </a:p>
        </p:txBody>
      </p:sp>
      <p:sp>
        <p:nvSpPr>
          <p:cNvPr id="3" name="Content Placeholder 2"/>
          <p:cNvSpPr>
            <a:spLocks noGrp="1"/>
          </p:cNvSpPr>
          <p:nvPr>
            <p:ph idx="1"/>
          </p:nvPr>
        </p:nvSpPr>
        <p:spPr/>
        <p:txBody>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Date Placeholder 3"/>
          <p:cNvSpPr>
            <a:spLocks noGrp="1"/>
          </p:cNvSpPr>
          <p:nvPr>
            <p:ph type="dt" sz="half" idx="10"/>
          </p:nvPr>
        </p:nvSpPr>
        <p:spPr/>
        <p:txBody>
          <a:bodyPr/>
          <a:lstStyle/>
          <a:p>
            <a:fld id="{814E2EAF-6824-8242-B4F8-308B66DE6A81}" type="datetimeFigureOut">
              <a:rPr lang="en-US" smtClean="0">
                <a:solidFill>
                  <a:prstClr val="black">
                    <a:tint val="75000"/>
                  </a:prstClr>
                </a:solidFill>
              </a:rPr>
              <a:pPr/>
              <a:t>9/15/20</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782ADF9-07B9-4C4C-85AB-674A84AFC2D5}"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1303249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AU"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AU" smtClean="0"/>
              <a:t>Click to edit Master text styles</a:t>
            </a:r>
          </a:p>
        </p:txBody>
      </p:sp>
      <p:sp>
        <p:nvSpPr>
          <p:cNvPr id="4" name="Date Placeholder 3"/>
          <p:cNvSpPr>
            <a:spLocks noGrp="1"/>
          </p:cNvSpPr>
          <p:nvPr>
            <p:ph type="dt" sz="half" idx="10"/>
          </p:nvPr>
        </p:nvSpPr>
        <p:spPr/>
        <p:txBody>
          <a:bodyPr/>
          <a:lstStyle/>
          <a:p>
            <a:fld id="{814E2EAF-6824-8242-B4F8-308B66DE6A81}" type="datetimeFigureOut">
              <a:rPr lang="en-US" smtClean="0">
                <a:solidFill>
                  <a:prstClr val="black">
                    <a:tint val="75000"/>
                  </a:prstClr>
                </a:solidFill>
              </a:rPr>
              <a:pPr/>
              <a:t>9/15/20</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782ADF9-07B9-4C4C-85AB-674A84AFC2D5}"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492278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5" name="Date Placeholder 4"/>
          <p:cNvSpPr>
            <a:spLocks noGrp="1"/>
          </p:cNvSpPr>
          <p:nvPr>
            <p:ph type="dt" sz="half" idx="10"/>
          </p:nvPr>
        </p:nvSpPr>
        <p:spPr/>
        <p:txBody>
          <a:bodyPr/>
          <a:lstStyle/>
          <a:p>
            <a:fld id="{814E2EAF-6824-8242-B4F8-308B66DE6A81}" type="datetimeFigureOut">
              <a:rPr lang="en-US" smtClean="0">
                <a:solidFill>
                  <a:prstClr val="black">
                    <a:tint val="75000"/>
                  </a:prstClr>
                </a:solidFill>
              </a:rPr>
              <a:pPr/>
              <a:t>9/15/20</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782ADF9-07B9-4C4C-85AB-674A84AFC2D5}"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71406327"/>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AU"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7" name="Date Placeholder 6"/>
          <p:cNvSpPr>
            <a:spLocks noGrp="1"/>
          </p:cNvSpPr>
          <p:nvPr>
            <p:ph type="dt" sz="half" idx="10"/>
          </p:nvPr>
        </p:nvSpPr>
        <p:spPr/>
        <p:txBody>
          <a:bodyPr/>
          <a:lstStyle/>
          <a:p>
            <a:fld id="{814E2EAF-6824-8242-B4F8-308B66DE6A81}" type="datetimeFigureOut">
              <a:rPr lang="en-US" smtClean="0">
                <a:solidFill>
                  <a:prstClr val="black">
                    <a:tint val="75000"/>
                  </a:prstClr>
                </a:solidFill>
              </a:rPr>
              <a:pPr/>
              <a:t>9/15/20</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B782ADF9-07B9-4C4C-85AB-674A84AFC2D5}"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224654408"/>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Click to edit Master title style</a:t>
            </a:r>
            <a:endParaRPr lang="en-US"/>
          </a:p>
        </p:txBody>
      </p:sp>
      <p:sp>
        <p:nvSpPr>
          <p:cNvPr id="3" name="Date Placeholder 2"/>
          <p:cNvSpPr>
            <a:spLocks noGrp="1"/>
          </p:cNvSpPr>
          <p:nvPr>
            <p:ph type="dt" sz="half" idx="10"/>
          </p:nvPr>
        </p:nvSpPr>
        <p:spPr/>
        <p:txBody>
          <a:bodyPr/>
          <a:lstStyle/>
          <a:p>
            <a:fld id="{814E2EAF-6824-8242-B4F8-308B66DE6A81}" type="datetimeFigureOut">
              <a:rPr lang="en-US" smtClean="0">
                <a:solidFill>
                  <a:prstClr val="black">
                    <a:tint val="75000"/>
                  </a:prstClr>
                </a:solidFill>
              </a:rPr>
              <a:pPr/>
              <a:t>9/15/20</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B782ADF9-07B9-4C4C-85AB-674A84AFC2D5}"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46240788"/>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14E2EAF-6824-8242-B4F8-308B66DE6A81}" type="datetimeFigureOut">
              <a:rPr lang="en-US" smtClean="0">
                <a:solidFill>
                  <a:prstClr val="black">
                    <a:tint val="75000"/>
                  </a:prstClr>
                </a:solidFill>
              </a:rPr>
              <a:pPr/>
              <a:t>9/15/20</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B782ADF9-07B9-4C4C-85AB-674A84AFC2D5}"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696154929"/>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AU"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AU" smtClean="0"/>
              <a:t>Click to edit Master text styles</a:t>
            </a:r>
          </a:p>
        </p:txBody>
      </p:sp>
      <p:sp>
        <p:nvSpPr>
          <p:cNvPr id="5" name="Date Placeholder 4"/>
          <p:cNvSpPr>
            <a:spLocks noGrp="1"/>
          </p:cNvSpPr>
          <p:nvPr>
            <p:ph type="dt" sz="half" idx="10"/>
          </p:nvPr>
        </p:nvSpPr>
        <p:spPr/>
        <p:txBody>
          <a:bodyPr/>
          <a:lstStyle/>
          <a:p>
            <a:fld id="{814E2EAF-6824-8242-B4F8-308B66DE6A81}" type="datetimeFigureOut">
              <a:rPr lang="en-US" smtClean="0">
                <a:solidFill>
                  <a:prstClr val="black">
                    <a:tint val="75000"/>
                  </a:prstClr>
                </a:solidFill>
              </a:rPr>
              <a:pPr/>
              <a:t>9/15/20</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782ADF9-07B9-4C4C-85AB-674A84AFC2D5}"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522113172"/>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AU"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AU" smtClean="0"/>
              <a:t>Click to edit Master text styles</a:t>
            </a:r>
          </a:p>
        </p:txBody>
      </p:sp>
      <p:sp>
        <p:nvSpPr>
          <p:cNvPr id="5" name="Date Placeholder 4"/>
          <p:cNvSpPr>
            <a:spLocks noGrp="1"/>
          </p:cNvSpPr>
          <p:nvPr>
            <p:ph type="dt" sz="half" idx="10"/>
          </p:nvPr>
        </p:nvSpPr>
        <p:spPr/>
        <p:txBody>
          <a:bodyPr/>
          <a:lstStyle/>
          <a:p>
            <a:fld id="{814E2EAF-6824-8242-B4F8-308B66DE6A81}" type="datetimeFigureOut">
              <a:rPr lang="en-US" smtClean="0">
                <a:solidFill>
                  <a:prstClr val="black">
                    <a:tint val="75000"/>
                  </a:prstClr>
                </a:solidFill>
              </a:rPr>
              <a:pPr/>
              <a:t>9/15/20</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782ADF9-07B9-4C4C-85AB-674A84AFC2D5}"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036799675"/>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Date Placeholder 3"/>
          <p:cNvSpPr>
            <a:spLocks noGrp="1"/>
          </p:cNvSpPr>
          <p:nvPr>
            <p:ph type="dt" sz="half" idx="10"/>
          </p:nvPr>
        </p:nvSpPr>
        <p:spPr/>
        <p:txBody>
          <a:bodyPr/>
          <a:lstStyle/>
          <a:p>
            <a:fld id="{814E2EAF-6824-8242-B4F8-308B66DE6A81}" type="datetimeFigureOut">
              <a:rPr lang="en-US" smtClean="0">
                <a:solidFill>
                  <a:prstClr val="black">
                    <a:tint val="75000"/>
                  </a:prstClr>
                </a:solidFill>
              </a:rPr>
              <a:pPr/>
              <a:t>9/15/20</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782ADF9-07B9-4C4C-85AB-674A84AFC2D5}"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01119847"/>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AU"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Date Placeholder 3"/>
          <p:cNvSpPr>
            <a:spLocks noGrp="1"/>
          </p:cNvSpPr>
          <p:nvPr>
            <p:ph type="dt" sz="half" idx="10"/>
          </p:nvPr>
        </p:nvSpPr>
        <p:spPr/>
        <p:txBody>
          <a:bodyPr/>
          <a:lstStyle/>
          <a:p>
            <a:fld id="{814E2EAF-6824-8242-B4F8-308B66DE6A81}" type="datetimeFigureOut">
              <a:rPr lang="en-US" smtClean="0">
                <a:solidFill>
                  <a:prstClr val="black">
                    <a:tint val="75000"/>
                  </a:prstClr>
                </a:solidFill>
              </a:rPr>
              <a:pPr/>
              <a:t>9/15/20</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782ADF9-07B9-4C4C-85AB-674A84AFC2D5}"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375224117"/>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fourObj">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914400" y="609600"/>
            <a:ext cx="10363200" cy="1143000"/>
          </a:xfrm>
        </p:spPr>
        <p:txBody>
          <a:bodyPr/>
          <a:lstStyle/>
          <a:p>
            <a:r>
              <a:rPr lang="en-AU" smtClean="0"/>
              <a:t>Click to edit Master title style</a:t>
            </a:r>
            <a:endParaRPr lang="en-US"/>
          </a:p>
        </p:txBody>
      </p:sp>
      <p:sp>
        <p:nvSpPr>
          <p:cNvPr id="3" name="Content Placeholder 2"/>
          <p:cNvSpPr>
            <a:spLocks noGrp="1"/>
          </p:cNvSpPr>
          <p:nvPr>
            <p:ph sz="quarter" idx="1"/>
          </p:nvPr>
        </p:nvSpPr>
        <p:spPr>
          <a:xfrm>
            <a:off x="914400" y="1981200"/>
            <a:ext cx="5080000" cy="1981200"/>
          </a:xfrm>
        </p:spPr>
        <p:txBody>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Content Placeholder 3"/>
          <p:cNvSpPr>
            <a:spLocks noGrp="1"/>
          </p:cNvSpPr>
          <p:nvPr>
            <p:ph sz="quarter" idx="2"/>
          </p:nvPr>
        </p:nvSpPr>
        <p:spPr>
          <a:xfrm>
            <a:off x="6197600" y="1981200"/>
            <a:ext cx="5080000" cy="1981200"/>
          </a:xfrm>
        </p:spPr>
        <p:txBody>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5" name="Content Placeholder 4"/>
          <p:cNvSpPr>
            <a:spLocks noGrp="1"/>
          </p:cNvSpPr>
          <p:nvPr>
            <p:ph sz="quarter" idx="3"/>
          </p:nvPr>
        </p:nvSpPr>
        <p:spPr>
          <a:xfrm>
            <a:off x="914400" y="4114800"/>
            <a:ext cx="5080000" cy="1981200"/>
          </a:xfrm>
        </p:spPr>
        <p:txBody>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6" name="Content Placeholder 5"/>
          <p:cNvSpPr>
            <a:spLocks noGrp="1"/>
          </p:cNvSpPr>
          <p:nvPr>
            <p:ph sz="quarter" idx="4"/>
          </p:nvPr>
        </p:nvSpPr>
        <p:spPr>
          <a:xfrm>
            <a:off x="6197600" y="4114800"/>
            <a:ext cx="5080000" cy="1981200"/>
          </a:xfrm>
        </p:spPr>
        <p:txBody>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solidFill>
                <a:prstClr val="black">
                  <a:tint val="75000"/>
                </a:prstClr>
              </a:solidFill>
            </a:endParaRPr>
          </a:p>
        </p:txBody>
      </p:sp>
      <p:sp>
        <p:nvSpPr>
          <p:cNvPr id="8" name="Rectangle 5"/>
          <p:cNvSpPr>
            <a:spLocks noGrp="1" noChangeArrowheads="1"/>
          </p:cNvSpPr>
          <p:nvPr>
            <p:ph type="ftr" sz="quarter" idx="11"/>
          </p:nvPr>
        </p:nvSpPr>
        <p:spPr>
          <a:ln/>
        </p:spPr>
        <p:txBody>
          <a:bodyPr/>
          <a:lstStyle>
            <a:lvl1pPr>
              <a:defRPr/>
            </a:lvl1pPr>
          </a:lstStyle>
          <a:p>
            <a:pPr>
              <a:defRPr/>
            </a:pPr>
            <a:endParaRPr lang="en-US">
              <a:solidFill>
                <a:prstClr val="black">
                  <a:tint val="75000"/>
                </a:prstClr>
              </a:solidFill>
            </a:endParaRPr>
          </a:p>
        </p:txBody>
      </p:sp>
      <p:sp>
        <p:nvSpPr>
          <p:cNvPr id="9" name="Rectangle 6"/>
          <p:cNvSpPr>
            <a:spLocks noGrp="1" noChangeArrowheads="1"/>
          </p:cNvSpPr>
          <p:nvPr>
            <p:ph type="sldNum" sz="quarter" idx="12"/>
          </p:nvPr>
        </p:nvSpPr>
        <p:spPr>
          <a:ln/>
        </p:spPr>
        <p:txBody>
          <a:bodyPr/>
          <a:lstStyle>
            <a:lvl1pPr>
              <a:defRPr/>
            </a:lvl1pPr>
          </a:lstStyle>
          <a:p>
            <a:fld id="{19BA88FC-3C43-6B43-B454-8E32A0093844}" type="slidenum">
              <a:rPr lang="en-US" altLang="en-US">
                <a:solidFill>
                  <a:prstClr val="black">
                    <a:tint val="75000"/>
                  </a:prstClr>
                </a:solidFill>
              </a:rPr>
              <a:pPr/>
              <a:t>‹#›</a:t>
            </a:fld>
            <a:endParaRPr lang="en-US" altLang="en-US">
              <a:solidFill>
                <a:prstClr val="black">
                  <a:tint val="75000"/>
                </a:prstClr>
              </a:solidFill>
            </a:endParaRPr>
          </a:p>
        </p:txBody>
      </p:sp>
    </p:spTree>
    <p:extLst>
      <p:ext uri="{BB962C8B-B14F-4D97-AF65-F5344CB8AC3E}">
        <p14:creationId xmlns:p14="http://schemas.microsoft.com/office/powerpoint/2010/main" val="1183948247"/>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twoObjOverTx">
  <p:cSld name="Title and 2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AU" smtClean="0"/>
              <a:t>Click to edit Master title style</a:t>
            </a:r>
            <a:endParaRPr lang="en-US"/>
          </a:p>
        </p:txBody>
      </p:sp>
      <p:sp>
        <p:nvSpPr>
          <p:cNvPr id="3" name="Content Placeholder 2"/>
          <p:cNvSpPr>
            <a:spLocks noGrp="1"/>
          </p:cNvSpPr>
          <p:nvPr>
            <p:ph sz="quarter" idx="1"/>
          </p:nvPr>
        </p:nvSpPr>
        <p:spPr>
          <a:xfrm>
            <a:off x="914400" y="1981200"/>
            <a:ext cx="5080000" cy="1981200"/>
          </a:xfrm>
        </p:spPr>
        <p:txBody>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Content Placeholder 3"/>
          <p:cNvSpPr>
            <a:spLocks noGrp="1"/>
          </p:cNvSpPr>
          <p:nvPr>
            <p:ph sz="quarter" idx="2"/>
          </p:nvPr>
        </p:nvSpPr>
        <p:spPr>
          <a:xfrm>
            <a:off x="6197600" y="1981200"/>
            <a:ext cx="5080000" cy="1981200"/>
          </a:xfrm>
        </p:spPr>
        <p:txBody>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5" name="Text Placeholder 4"/>
          <p:cNvSpPr>
            <a:spLocks noGrp="1"/>
          </p:cNvSpPr>
          <p:nvPr>
            <p:ph type="body" sz="half" idx="3"/>
          </p:nvPr>
        </p:nvSpPr>
        <p:spPr>
          <a:xfrm>
            <a:off x="914400" y="4114800"/>
            <a:ext cx="10363200" cy="1981200"/>
          </a:xfrm>
        </p:spPr>
        <p:txBody>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6" name="Rectangle 4"/>
          <p:cNvSpPr>
            <a:spLocks noGrp="1" noChangeArrowheads="1"/>
          </p:cNvSpPr>
          <p:nvPr>
            <p:ph type="dt" sz="half" idx="10"/>
          </p:nvPr>
        </p:nvSpPr>
        <p:spPr>
          <a:ln/>
        </p:spPr>
        <p:txBody>
          <a:bodyPr/>
          <a:lstStyle>
            <a:lvl1pPr>
              <a:defRPr/>
            </a:lvl1pPr>
          </a:lstStyle>
          <a:p>
            <a:pPr>
              <a:defRPr/>
            </a:pPr>
            <a:endParaRPr lang="en-US">
              <a:solidFill>
                <a:prstClr val="black">
                  <a:tint val="75000"/>
                </a:prstClr>
              </a:solidFill>
            </a:endParaRPr>
          </a:p>
        </p:txBody>
      </p:sp>
      <p:sp>
        <p:nvSpPr>
          <p:cNvPr id="7" name="Rectangle 5"/>
          <p:cNvSpPr>
            <a:spLocks noGrp="1" noChangeArrowheads="1"/>
          </p:cNvSpPr>
          <p:nvPr>
            <p:ph type="ftr" sz="quarter" idx="11"/>
          </p:nvPr>
        </p:nvSpPr>
        <p:spPr>
          <a:ln/>
        </p:spPr>
        <p:txBody>
          <a:bodyPr/>
          <a:lstStyle>
            <a:lvl1pPr>
              <a:defRPr/>
            </a:lvl1pPr>
          </a:lstStyle>
          <a:p>
            <a:pPr>
              <a:defRPr/>
            </a:pPr>
            <a:endParaRPr lang="en-US">
              <a:solidFill>
                <a:prstClr val="black">
                  <a:tint val="75000"/>
                </a:prstClr>
              </a:solidFill>
            </a:endParaRPr>
          </a:p>
        </p:txBody>
      </p:sp>
      <p:sp>
        <p:nvSpPr>
          <p:cNvPr id="8" name="Rectangle 6"/>
          <p:cNvSpPr>
            <a:spLocks noGrp="1" noChangeArrowheads="1"/>
          </p:cNvSpPr>
          <p:nvPr>
            <p:ph type="sldNum" sz="quarter" idx="12"/>
          </p:nvPr>
        </p:nvSpPr>
        <p:spPr>
          <a:ln/>
        </p:spPr>
        <p:txBody>
          <a:bodyPr/>
          <a:lstStyle>
            <a:lvl1pPr>
              <a:defRPr/>
            </a:lvl1pPr>
          </a:lstStyle>
          <a:p>
            <a:pPr>
              <a:defRPr/>
            </a:pPr>
            <a:fld id="{C2C51C2D-0550-6747-9CF3-EED8C7DF8846}"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473944852"/>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AU" smtClean="0"/>
              <a:t>Click to edit Master title style</a:t>
            </a:r>
            <a:endParaRPr lang="en-US"/>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AU" smtClean="0"/>
              <a:t>Click to edit Master subtitle style</a:t>
            </a:r>
            <a:endParaRPr lang="en-US"/>
          </a:p>
        </p:txBody>
      </p:sp>
      <p:sp>
        <p:nvSpPr>
          <p:cNvPr id="4" name="Date Placeholder 3"/>
          <p:cNvSpPr>
            <a:spLocks noGrp="1"/>
          </p:cNvSpPr>
          <p:nvPr>
            <p:ph type="dt" sz="half" idx="10"/>
          </p:nvPr>
        </p:nvSpPr>
        <p:spPr/>
        <p:txBody>
          <a:bodyPr/>
          <a:lstStyle/>
          <a:p>
            <a:fld id="{94C9091E-70FA-8049-A879-E11D95232D55}" type="datetimeFigureOut">
              <a:rPr lang="en-US" smtClean="0">
                <a:solidFill>
                  <a:prstClr val="black">
                    <a:tint val="75000"/>
                  </a:prstClr>
                </a:solidFill>
              </a:rPr>
              <a:pPr/>
              <a:t>9/15/20</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64FC7787-009D-4640-B78A-C093B8500925}"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98340048"/>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Click to edit Master title style</a:t>
            </a:r>
            <a:endParaRPr lang="en-US"/>
          </a:p>
        </p:txBody>
      </p:sp>
      <p:sp>
        <p:nvSpPr>
          <p:cNvPr id="3" name="Content Placeholder 2"/>
          <p:cNvSpPr>
            <a:spLocks noGrp="1"/>
          </p:cNvSpPr>
          <p:nvPr>
            <p:ph idx="1"/>
          </p:nvPr>
        </p:nvSpPr>
        <p:spPr/>
        <p:txBody>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Date Placeholder 3"/>
          <p:cNvSpPr>
            <a:spLocks noGrp="1"/>
          </p:cNvSpPr>
          <p:nvPr>
            <p:ph type="dt" sz="half" idx="10"/>
          </p:nvPr>
        </p:nvSpPr>
        <p:spPr/>
        <p:txBody>
          <a:bodyPr/>
          <a:lstStyle/>
          <a:p>
            <a:fld id="{94C9091E-70FA-8049-A879-E11D95232D55}" type="datetimeFigureOut">
              <a:rPr lang="en-US" smtClean="0">
                <a:solidFill>
                  <a:prstClr val="black">
                    <a:tint val="75000"/>
                  </a:prstClr>
                </a:solidFill>
              </a:rPr>
              <a:pPr/>
              <a:t>9/15/20</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64FC7787-009D-4640-B78A-C093B8500925}"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59839435"/>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AU" smtClean="0"/>
              <a:t>Click to edit Master title style</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AU" smtClean="0"/>
              <a:t>Click to edit Master text styles</a:t>
            </a:r>
          </a:p>
        </p:txBody>
      </p:sp>
      <p:sp>
        <p:nvSpPr>
          <p:cNvPr id="4" name="Date Placeholder 3"/>
          <p:cNvSpPr>
            <a:spLocks noGrp="1"/>
          </p:cNvSpPr>
          <p:nvPr>
            <p:ph type="dt" sz="half" idx="10"/>
          </p:nvPr>
        </p:nvSpPr>
        <p:spPr/>
        <p:txBody>
          <a:bodyPr/>
          <a:lstStyle/>
          <a:p>
            <a:fld id="{94C9091E-70FA-8049-A879-E11D95232D55}" type="datetimeFigureOut">
              <a:rPr lang="en-US" smtClean="0">
                <a:solidFill>
                  <a:prstClr val="black">
                    <a:tint val="75000"/>
                  </a:prstClr>
                </a:solidFill>
              </a:rPr>
              <a:pPr/>
              <a:t>9/15/20</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64FC7787-009D-4640-B78A-C093B8500925}"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88486801"/>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Click to edit Master title style</a:t>
            </a:r>
            <a:endParaRPr lang="en-US"/>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5" name="Date Placeholder 4"/>
          <p:cNvSpPr>
            <a:spLocks noGrp="1"/>
          </p:cNvSpPr>
          <p:nvPr>
            <p:ph type="dt" sz="half" idx="10"/>
          </p:nvPr>
        </p:nvSpPr>
        <p:spPr/>
        <p:txBody>
          <a:bodyPr/>
          <a:lstStyle/>
          <a:p>
            <a:fld id="{94C9091E-70FA-8049-A879-E11D95232D55}" type="datetimeFigureOut">
              <a:rPr lang="en-US" smtClean="0">
                <a:solidFill>
                  <a:prstClr val="black">
                    <a:tint val="75000"/>
                  </a:prstClr>
                </a:solidFill>
              </a:rPr>
              <a:pPr/>
              <a:t>9/15/20</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64FC7787-009D-4640-B78A-C093B8500925}"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130337431"/>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AU" smtClean="0"/>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smtClean="0"/>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7" name="Date Placeholder 6"/>
          <p:cNvSpPr>
            <a:spLocks noGrp="1"/>
          </p:cNvSpPr>
          <p:nvPr>
            <p:ph type="dt" sz="half" idx="10"/>
          </p:nvPr>
        </p:nvSpPr>
        <p:spPr/>
        <p:txBody>
          <a:bodyPr/>
          <a:lstStyle/>
          <a:p>
            <a:fld id="{94C9091E-70FA-8049-A879-E11D95232D55}" type="datetimeFigureOut">
              <a:rPr lang="en-US" smtClean="0">
                <a:solidFill>
                  <a:prstClr val="black">
                    <a:tint val="75000"/>
                  </a:prstClr>
                </a:solidFill>
              </a:rPr>
              <a:pPr/>
              <a:t>9/15/20</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64FC7787-009D-4640-B78A-C093B8500925}"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136381324"/>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Click to edit Master title style</a:t>
            </a:r>
            <a:endParaRPr lang="en-US"/>
          </a:p>
        </p:txBody>
      </p:sp>
      <p:sp>
        <p:nvSpPr>
          <p:cNvPr id="3" name="Date Placeholder 2"/>
          <p:cNvSpPr>
            <a:spLocks noGrp="1"/>
          </p:cNvSpPr>
          <p:nvPr>
            <p:ph type="dt" sz="half" idx="10"/>
          </p:nvPr>
        </p:nvSpPr>
        <p:spPr/>
        <p:txBody>
          <a:bodyPr/>
          <a:lstStyle/>
          <a:p>
            <a:fld id="{94C9091E-70FA-8049-A879-E11D95232D55}" type="datetimeFigureOut">
              <a:rPr lang="en-US" smtClean="0">
                <a:solidFill>
                  <a:prstClr val="black">
                    <a:tint val="75000"/>
                  </a:prstClr>
                </a:solidFill>
              </a:rPr>
              <a:pPr/>
              <a:t>9/15/20</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64FC7787-009D-4640-B78A-C093B8500925}"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817120681"/>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4C9091E-70FA-8049-A879-E11D95232D55}" type="datetimeFigureOut">
              <a:rPr lang="en-US" smtClean="0">
                <a:solidFill>
                  <a:prstClr val="black">
                    <a:tint val="75000"/>
                  </a:prstClr>
                </a:solidFill>
              </a:rPr>
              <a:pPr/>
              <a:t>9/15/20</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64FC7787-009D-4640-B78A-C093B8500925}"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0656924"/>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AU" smtClean="0"/>
              <a:t>Click to edit Master title style</a:t>
            </a:r>
            <a:endParaRPr lang="en-US"/>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AU" smtClean="0"/>
              <a:t>Click to edit Master text styles</a:t>
            </a:r>
          </a:p>
        </p:txBody>
      </p:sp>
      <p:sp>
        <p:nvSpPr>
          <p:cNvPr id="5" name="Date Placeholder 4"/>
          <p:cNvSpPr>
            <a:spLocks noGrp="1"/>
          </p:cNvSpPr>
          <p:nvPr>
            <p:ph type="dt" sz="half" idx="10"/>
          </p:nvPr>
        </p:nvSpPr>
        <p:spPr/>
        <p:txBody>
          <a:bodyPr/>
          <a:lstStyle/>
          <a:p>
            <a:fld id="{94C9091E-70FA-8049-A879-E11D95232D55}" type="datetimeFigureOut">
              <a:rPr lang="en-US" smtClean="0">
                <a:solidFill>
                  <a:prstClr val="black">
                    <a:tint val="75000"/>
                  </a:prstClr>
                </a:solidFill>
              </a:rPr>
              <a:pPr/>
              <a:t>9/15/20</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64FC7787-009D-4640-B78A-C093B8500925}"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32023018"/>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AU" smtClean="0"/>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AU" smtClean="0"/>
              <a:t>Click to edit Master text styles</a:t>
            </a:r>
          </a:p>
        </p:txBody>
      </p:sp>
      <p:sp>
        <p:nvSpPr>
          <p:cNvPr id="5" name="Date Placeholder 4"/>
          <p:cNvSpPr>
            <a:spLocks noGrp="1"/>
          </p:cNvSpPr>
          <p:nvPr>
            <p:ph type="dt" sz="half" idx="10"/>
          </p:nvPr>
        </p:nvSpPr>
        <p:spPr/>
        <p:txBody>
          <a:bodyPr/>
          <a:lstStyle/>
          <a:p>
            <a:fld id="{94C9091E-70FA-8049-A879-E11D95232D55}" type="datetimeFigureOut">
              <a:rPr lang="en-US" smtClean="0">
                <a:solidFill>
                  <a:prstClr val="black">
                    <a:tint val="75000"/>
                  </a:prstClr>
                </a:solidFill>
              </a:rPr>
              <a:pPr/>
              <a:t>9/15/20</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64FC7787-009D-4640-B78A-C093B8500925}"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657224777"/>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Date Placeholder 3"/>
          <p:cNvSpPr>
            <a:spLocks noGrp="1"/>
          </p:cNvSpPr>
          <p:nvPr>
            <p:ph type="dt" sz="half" idx="10"/>
          </p:nvPr>
        </p:nvSpPr>
        <p:spPr/>
        <p:txBody>
          <a:bodyPr/>
          <a:lstStyle/>
          <a:p>
            <a:fld id="{94C9091E-70FA-8049-A879-E11D95232D55}" type="datetimeFigureOut">
              <a:rPr lang="en-US" smtClean="0">
                <a:solidFill>
                  <a:prstClr val="black">
                    <a:tint val="75000"/>
                  </a:prstClr>
                </a:solidFill>
              </a:rPr>
              <a:pPr/>
              <a:t>9/15/20</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64FC7787-009D-4640-B78A-C093B8500925}"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337091866"/>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AU" smtClean="0"/>
              <a:t>Click to edit Master title style</a:t>
            </a:r>
            <a:endParaRPr lang="en-US"/>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Date Placeholder 3"/>
          <p:cNvSpPr>
            <a:spLocks noGrp="1"/>
          </p:cNvSpPr>
          <p:nvPr>
            <p:ph type="dt" sz="half" idx="10"/>
          </p:nvPr>
        </p:nvSpPr>
        <p:spPr/>
        <p:txBody>
          <a:bodyPr/>
          <a:lstStyle/>
          <a:p>
            <a:fld id="{94C9091E-70FA-8049-A879-E11D95232D55}" type="datetimeFigureOut">
              <a:rPr lang="en-US" smtClean="0">
                <a:solidFill>
                  <a:prstClr val="black">
                    <a:tint val="75000"/>
                  </a:prstClr>
                </a:solidFill>
              </a:rPr>
              <a:pPr/>
              <a:t>9/15/20</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64FC7787-009D-4640-B78A-C093B8500925}"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283892052"/>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objAndTx">
  <p:cSld name="Title,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AU" smtClean="0"/>
              <a:t>Click to edit Master title style</a:t>
            </a:r>
            <a:endParaRPr lang="en-US"/>
          </a:p>
        </p:txBody>
      </p:sp>
      <p:sp>
        <p:nvSpPr>
          <p:cNvPr id="3" name="Content Placeholder 2"/>
          <p:cNvSpPr>
            <a:spLocks noGrp="1"/>
          </p:cNvSpPr>
          <p:nvPr>
            <p:ph sz="half" idx="1"/>
          </p:nvPr>
        </p:nvSpPr>
        <p:spPr>
          <a:xfrm>
            <a:off x="914400" y="1981200"/>
            <a:ext cx="5080000" cy="4114800"/>
          </a:xfrm>
        </p:spPr>
        <p:txBody>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Text Placeholder 3"/>
          <p:cNvSpPr>
            <a:spLocks noGrp="1"/>
          </p:cNvSpPr>
          <p:nvPr>
            <p:ph type="body" sz="half" idx="2"/>
          </p:nvPr>
        </p:nvSpPr>
        <p:spPr>
          <a:xfrm>
            <a:off x="6197600" y="1981200"/>
            <a:ext cx="5080000" cy="4114800"/>
          </a:xfrm>
        </p:spPr>
        <p:txBody>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prstClr val="black">
                  <a:tint val="75000"/>
                </a:prstClr>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prstClr val="black">
                  <a:tint val="75000"/>
                </a:prstClr>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040D0D74-2DA5-FB44-A6F0-3DC97A15530D}"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577693908"/>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fourObj">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914400" y="609600"/>
            <a:ext cx="10363200" cy="1143000"/>
          </a:xfrm>
        </p:spPr>
        <p:txBody>
          <a:bodyPr/>
          <a:lstStyle/>
          <a:p>
            <a:r>
              <a:rPr lang="en-AU" smtClean="0"/>
              <a:t>Click to edit Master title style</a:t>
            </a:r>
            <a:endParaRPr lang="en-US"/>
          </a:p>
        </p:txBody>
      </p:sp>
      <p:sp>
        <p:nvSpPr>
          <p:cNvPr id="3" name="Content Placeholder 2"/>
          <p:cNvSpPr>
            <a:spLocks noGrp="1"/>
          </p:cNvSpPr>
          <p:nvPr>
            <p:ph sz="quarter" idx="1"/>
          </p:nvPr>
        </p:nvSpPr>
        <p:spPr>
          <a:xfrm>
            <a:off x="914400" y="1981200"/>
            <a:ext cx="5080000" cy="1981200"/>
          </a:xfrm>
        </p:spPr>
        <p:txBody>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Content Placeholder 3"/>
          <p:cNvSpPr>
            <a:spLocks noGrp="1"/>
          </p:cNvSpPr>
          <p:nvPr>
            <p:ph sz="quarter" idx="2"/>
          </p:nvPr>
        </p:nvSpPr>
        <p:spPr>
          <a:xfrm>
            <a:off x="6197600" y="1981200"/>
            <a:ext cx="5080000" cy="1981200"/>
          </a:xfrm>
        </p:spPr>
        <p:txBody>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5" name="Content Placeholder 4"/>
          <p:cNvSpPr>
            <a:spLocks noGrp="1"/>
          </p:cNvSpPr>
          <p:nvPr>
            <p:ph sz="quarter" idx="3"/>
          </p:nvPr>
        </p:nvSpPr>
        <p:spPr>
          <a:xfrm>
            <a:off x="914400" y="4114800"/>
            <a:ext cx="5080000" cy="1981200"/>
          </a:xfrm>
        </p:spPr>
        <p:txBody>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6" name="Content Placeholder 5"/>
          <p:cNvSpPr>
            <a:spLocks noGrp="1"/>
          </p:cNvSpPr>
          <p:nvPr>
            <p:ph sz="quarter" idx="4"/>
          </p:nvPr>
        </p:nvSpPr>
        <p:spPr>
          <a:xfrm>
            <a:off x="6197600" y="4114800"/>
            <a:ext cx="5080000" cy="1981200"/>
          </a:xfrm>
        </p:spPr>
        <p:txBody>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solidFill>
                <a:prstClr val="black">
                  <a:tint val="75000"/>
                </a:prstClr>
              </a:solidFill>
            </a:endParaRPr>
          </a:p>
        </p:txBody>
      </p:sp>
      <p:sp>
        <p:nvSpPr>
          <p:cNvPr id="8" name="Rectangle 5"/>
          <p:cNvSpPr>
            <a:spLocks noGrp="1" noChangeArrowheads="1"/>
          </p:cNvSpPr>
          <p:nvPr>
            <p:ph type="ftr" sz="quarter" idx="11"/>
          </p:nvPr>
        </p:nvSpPr>
        <p:spPr>
          <a:ln/>
        </p:spPr>
        <p:txBody>
          <a:bodyPr/>
          <a:lstStyle>
            <a:lvl1pPr>
              <a:defRPr/>
            </a:lvl1pPr>
          </a:lstStyle>
          <a:p>
            <a:pPr>
              <a:defRPr/>
            </a:pPr>
            <a:endParaRPr lang="en-US">
              <a:solidFill>
                <a:prstClr val="black">
                  <a:tint val="75000"/>
                </a:prstClr>
              </a:solidFill>
            </a:endParaRPr>
          </a:p>
        </p:txBody>
      </p:sp>
      <p:sp>
        <p:nvSpPr>
          <p:cNvPr id="9" name="Rectangle 6"/>
          <p:cNvSpPr>
            <a:spLocks noGrp="1" noChangeArrowheads="1"/>
          </p:cNvSpPr>
          <p:nvPr>
            <p:ph type="sldNum" sz="quarter" idx="12"/>
          </p:nvPr>
        </p:nvSpPr>
        <p:spPr>
          <a:ln/>
        </p:spPr>
        <p:txBody>
          <a:bodyPr/>
          <a:lstStyle>
            <a:lvl1pPr>
              <a:defRPr/>
            </a:lvl1pPr>
          </a:lstStyle>
          <a:p>
            <a:pPr>
              <a:defRPr/>
            </a:pPr>
            <a:fld id="{4B33B8F7-B41D-5F4A-84A3-B91BB1B4FCD5}"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54262643"/>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03200" y="76200"/>
            <a:ext cx="11887200" cy="1066800"/>
          </a:xfrm>
        </p:spPr>
        <p:txBody>
          <a:bodyPr/>
          <a:lstStyle/>
          <a:p>
            <a:r>
              <a:rPr lang="en-AU" smtClean="0"/>
              <a:t>Click to edit Master title style</a:t>
            </a:r>
            <a:endParaRPr lang="en-US"/>
          </a:p>
        </p:txBody>
      </p:sp>
      <p:sp>
        <p:nvSpPr>
          <p:cNvPr id="3" name="Text Placeholder 2"/>
          <p:cNvSpPr>
            <a:spLocks noGrp="1"/>
          </p:cNvSpPr>
          <p:nvPr>
            <p:ph type="body" sz="half" idx="1"/>
          </p:nvPr>
        </p:nvSpPr>
        <p:spPr>
          <a:xfrm>
            <a:off x="609600" y="1874838"/>
            <a:ext cx="5384800" cy="4525962"/>
          </a:xfrm>
        </p:spPr>
        <p:txBody>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Content Placeholder 3"/>
          <p:cNvSpPr>
            <a:spLocks noGrp="1"/>
          </p:cNvSpPr>
          <p:nvPr>
            <p:ph sz="half" idx="2"/>
          </p:nvPr>
        </p:nvSpPr>
        <p:spPr>
          <a:xfrm>
            <a:off x="6197600" y="1874838"/>
            <a:ext cx="5384800" cy="4525962"/>
          </a:xfrm>
        </p:spPr>
        <p:txBody>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5" name="Rectangle 1028"/>
          <p:cNvSpPr>
            <a:spLocks noGrp="1" noChangeArrowheads="1"/>
          </p:cNvSpPr>
          <p:nvPr>
            <p:ph type="dt" sz="half" idx="10"/>
          </p:nvPr>
        </p:nvSpPr>
        <p:spPr>
          <a:ln/>
        </p:spPr>
        <p:txBody>
          <a:bodyPr/>
          <a:lstStyle>
            <a:lvl1pPr>
              <a:defRPr/>
            </a:lvl1pPr>
          </a:lstStyle>
          <a:p>
            <a:pPr>
              <a:defRPr/>
            </a:pPr>
            <a:endParaRPr lang="en-US">
              <a:solidFill>
                <a:prstClr val="black">
                  <a:tint val="75000"/>
                </a:prstClr>
              </a:solidFill>
            </a:endParaRPr>
          </a:p>
        </p:txBody>
      </p:sp>
      <p:sp>
        <p:nvSpPr>
          <p:cNvPr id="6" name="Rectangle 1029"/>
          <p:cNvSpPr>
            <a:spLocks noGrp="1" noChangeArrowheads="1"/>
          </p:cNvSpPr>
          <p:nvPr>
            <p:ph type="ftr" sz="quarter" idx="11"/>
          </p:nvPr>
        </p:nvSpPr>
        <p:spPr>
          <a:ln/>
        </p:spPr>
        <p:txBody>
          <a:bodyPr/>
          <a:lstStyle>
            <a:lvl1pPr>
              <a:defRPr/>
            </a:lvl1pPr>
          </a:lstStyle>
          <a:p>
            <a:pPr>
              <a:defRPr/>
            </a:pPr>
            <a:endParaRPr lang="en-US">
              <a:solidFill>
                <a:prstClr val="black">
                  <a:tint val="75000"/>
                </a:prstClr>
              </a:solidFill>
            </a:endParaRPr>
          </a:p>
        </p:txBody>
      </p:sp>
      <p:sp>
        <p:nvSpPr>
          <p:cNvPr id="7" name="Rectangle 1030"/>
          <p:cNvSpPr>
            <a:spLocks noGrp="1" noChangeArrowheads="1"/>
          </p:cNvSpPr>
          <p:nvPr>
            <p:ph type="sldNum" sz="quarter" idx="12"/>
          </p:nvPr>
        </p:nvSpPr>
        <p:spPr>
          <a:ln/>
        </p:spPr>
        <p:txBody>
          <a:bodyPr/>
          <a:lstStyle>
            <a:lvl1pPr>
              <a:defRPr/>
            </a:lvl1pPr>
          </a:lstStyle>
          <a:p>
            <a:pPr>
              <a:defRPr/>
            </a:pPr>
            <a:fld id="{313DD5FD-5D40-A044-A0E9-2ACFFB401071}"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83799671"/>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woObjAndTx">
  <p:cSld name="Title, 2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203200" y="76200"/>
            <a:ext cx="11887200" cy="1066800"/>
          </a:xfrm>
        </p:spPr>
        <p:txBody>
          <a:bodyPr/>
          <a:lstStyle/>
          <a:p>
            <a:r>
              <a:rPr lang="en-AU" smtClean="0"/>
              <a:t>Click to edit Master title style</a:t>
            </a:r>
            <a:endParaRPr lang="en-US"/>
          </a:p>
        </p:txBody>
      </p:sp>
      <p:sp>
        <p:nvSpPr>
          <p:cNvPr id="3" name="Content Placeholder 2"/>
          <p:cNvSpPr>
            <a:spLocks noGrp="1"/>
          </p:cNvSpPr>
          <p:nvPr>
            <p:ph sz="quarter" idx="1"/>
          </p:nvPr>
        </p:nvSpPr>
        <p:spPr>
          <a:xfrm>
            <a:off x="609600" y="1874839"/>
            <a:ext cx="5384800" cy="2185987"/>
          </a:xfrm>
        </p:spPr>
        <p:txBody>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Content Placeholder 3"/>
          <p:cNvSpPr>
            <a:spLocks noGrp="1"/>
          </p:cNvSpPr>
          <p:nvPr>
            <p:ph sz="quarter" idx="2"/>
          </p:nvPr>
        </p:nvSpPr>
        <p:spPr>
          <a:xfrm>
            <a:off x="609600" y="4213226"/>
            <a:ext cx="5384800" cy="2187575"/>
          </a:xfrm>
        </p:spPr>
        <p:txBody>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5" name="Text Placeholder 4"/>
          <p:cNvSpPr>
            <a:spLocks noGrp="1"/>
          </p:cNvSpPr>
          <p:nvPr>
            <p:ph type="body" sz="half" idx="3"/>
          </p:nvPr>
        </p:nvSpPr>
        <p:spPr>
          <a:xfrm>
            <a:off x="6197600" y="1874838"/>
            <a:ext cx="5384800" cy="4525962"/>
          </a:xfrm>
        </p:spPr>
        <p:txBody>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6" name="Rectangle 1028"/>
          <p:cNvSpPr>
            <a:spLocks noGrp="1" noChangeArrowheads="1"/>
          </p:cNvSpPr>
          <p:nvPr>
            <p:ph type="dt" sz="half" idx="10"/>
          </p:nvPr>
        </p:nvSpPr>
        <p:spPr>
          <a:ln/>
        </p:spPr>
        <p:txBody>
          <a:bodyPr/>
          <a:lstStyle>
            <a:lvl1pPr>
              <a:defRPr/>
            </a:lvl1pPr>
          </a:lstStyle>
          <a:p>
            <a:pPr>
              <a:defRPr/>
            </a:pPr>
            <a:endParaRPr lang="en-US">
              <a:solidFill>
                <a:prstClr val="black">
                  <a:tint val="75000"/>
                </a:prstClr>
              </a:solidFill>
            </a:endParaRPr>
          </a:p>
        </p:txBody>
      </p:sp>
      <p:sp>
        <p:nvSpPr>
          <p:cNvPr id="7" name="Rectangle 1029"/>
          <p:cNvSpPr>
            <a:spLocks noGrp="1" noChangeArrowheads="1"/>
          </p:cNvSpPr>
          <p:nvPr>
            <p:ph type="ftr" sz="quarter" idx="11"/>
          </p:nvPr>
        </p:nvSpPr>
        <p:spPr>
          <a:ln/>
        </p:spPr>
        <p:txBody>
          <a:bodyPr/>
          <a:lstStyle>
            <a:lvl1pPr>
              <a:defRPr/>
            </a:lvl1pPr>
          </a:lstStyle>
          <a:p>
            <a:pPr>
              <a:defRPr/>
            </a:pPr>
            <a:endParaRPr lang="en-US">
              <a:solidFill>
                <a:prstClr val="black">
                  <a:tint val="75000"/>
                </a:prstClr>
              </a:solidFill>
            </a:endParaRPr>
          </a:p>
        </p:txBody>
      </p:sp>
      <p:sp>
        <p:nvSpPr>
          <p:cNvPr id="8" name="Rectangle 1030"/>
          <p:cNvSpPr>
            <a:spLocks noGrp="1" noChangeArrowheads="1"/>
          </p:cNvSpPr>
          <p:nvPr>
            <p:ph type="sldNum" sz="quarter" idx="12"/>
          </p:nvPr>
        </p:nvSpPr>
        <p:spPr>
          <a:ln/>
        </p:spPr>
        <p:txBody>
          <a:bodyPr/>
          <a:lstStyle>
            <a:lvl1pPr>
              <a:defRPr/>
            </a:lvl1pPr>
          </a:lstStyle>
          <a:p>
            <a:pPr>
              <a:defRPr/>
            </a:pPr>
            <a:fld id="{30004B2E-A7ED-4C40-BD41-A80EABE5616E}"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795567598"/>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203200" y="76200"/>
            <a:ext cx="11887200" cy="1066800"/>
          </a:xfrm>
        </p:spPr>
        <p:txBody>
          <a:bodyPr/>
          <a:lstStyle/>
          <a:p>
            <a:r>
              <a:rPr lang="en-AU" smtClean="0"/>
              <a:t>Click to edit Master title style</a:t>
            </a:r>
            <a:endParaRPr lang="en-US"/>
          </a:p>
        </p:txBody>
      </p:sp>
      <p:sp>
        <p:nvSpPr>
          <p:cNvPr id="3" name="Text Placeholder 2"/>
          <p:cNvSpPr>
            <a:spLocks noGrp="1"/>
          </p:cNvSpPr>
          <p:nvPr>
            <p:ph type="body" sz="half" idx="1"/>
          </p:nvPr>
        </p:nvSpPr>
        <p:spPr>
          <a:xfrm>
            <a:off x="609600" y="1874838"/>
            <a:ext cx="5384800" cy="4525962"/>
          </a:xfrm>
        </p:spPr>
        <p:txBody>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Content Placeholder 3"/>
          <p:cNvSpPr>
            <a:spLocks noGrp="1"/>
          </p:cNvSpPr>
          <p:nvPr>
            <p:ph sz="quarter" idx="2"/>
          </p:nvPr>
        </p:nvSpPr>
        <p:spPr>
          <a:xfrm>
            <a:off x="6197600" y="1874839"/>
            <a:ext cx="5384800" cy="2185987"/>
          </a:xfrm>
        </p:spPr>
        <p:txBody>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5" name="Content Placeholder 4"/>
          <p:cNvSpPr>
            <a:spLocks noGrp="1"/>
          </p:cNvSpPr>
          <p:nvPr>
            <p:ph sz="quarter" idx="3"/>
          </p:nvPr>
        </p:nvSpPr>
        <p:spPr>
          <a:xfrm>
            <a:off x="6197600" y="4213226"/>
            <a:ext cx="5384800" cy="2187575"/>
          </a:xfrm>
        </p:spPr>
        <p:txBody>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6" name="Rectangle 1028"/>
          <p:cNvSpPr>
            <a:spLocks noGrp="1" noChangeArrowheads="1"/>
          </p:cNvSpPr>
          <p:nvPr>
            <p:ph type="dt" sz="half" idx="10"/>
          </p:nvPr>
        </p:nvSpPr>
        <p:spPr>
          <a:ln/>
        </p:spPr>
        <p:txBody>
          <a:bodyPr/>
          <a:lstStyle>
            <a:lvl1pPr>
              <a:defRPr/>
            </a:lvl1pPr>
          </a:lstStyle>
          <a:p>
            <a:pPr>
              <a:defRPr/>
            </a:pPr>
            <a:endParaRPr lang="en-US">
              <a:solidFill>
                <a:prstClr val="black">
                  <a:tint val="75000"/>
                </a:prstClr>
              </a:solidFill>
            </a:endParaRPr>
          </a:p>
        </p:txBody>
      </p:sp>
      <p:sp>
        <p:nvSpPr>
          <p:cNvPr id="7" name="Rectangle 1029"/>
          <p:cNvSpPr>
            <a:spLocks noGrp="1" noChangeArrowheads="1"/>
          </p:cNvSpPr>
          <p:nvPr>
            <p:ph type="ftr" sz="quarter" idx="11"/>
          </p:nvPr>
        </p:nvSpPr>
        <p:spPr>
          <a:ln/>
        </p:spPr>
        <p:txBody>
          <a:bodyPr/>
          <a:lstStyle>
            <a:lvl1pPr>
              <a:defRPr/>
            </a:lvl1pPr>
          </a:lstStyle>
          <a:p>
            <a:pPr>
              <a:defRPr/>
            </a:pPr>
            <a:endParaRPr lang="en-US">
              <a:solidFill>
                <a:prstClr val="black">
                  <a:tint val="75000"/>
                </a:prstClr>
              </a:solidFill>
            </a:endParaRPr>
          </a:p>
        </p:txBody>
      </p:sp>
      <p:sp>
        <p:nvSpPr>
          <p:cNvPr id="8" name="Rectangle 1030"/>
          <p:cNvSpPr>
            <a:spLocks noGrp="1" noChangeArrowheads="1"/>
          </p:cNvSpPr>
          <p:nvPr>
            <p:ph type="sldNum" sz="quarter" idx="12"/>
          </p:nvPr>
        </p:nvSpPr>
        <p:spPr>
          <a:ln/>
        </p:spPr>
        <p:txBody>
          <a:bodyPr/>
          <a:lstStyle>
            <a:lvl1pPr>
              <a:defRPr/>
            </a:lvl1pPr>
          </a:lstStyle>
          <a:p>
            <a:pPr>
              <a:defRPr/>
            </a:pPr>
            <a:fld id="{E413238B-297D-724A-AF70-8B56F7ECD2F7}"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42076208"/>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twoObjOverTx">
  <p:cSld name="Title and 2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AU" smtClean="0"/>
              <a:t>Click to edit Master title style</a:t>
            </a:r>
            <a:endParaRPr lang="en-US"/>
          </a:p>
        </p:txBody>
      </p:sp>
      <p:sp>
        <p:nvSpPr>
          <p:cNvPr id="3" name="Content Placeholder 2"/>
          <p:cNvSpPr>
            <a:spLocks noGrp="1"/>
          </p:cNvSpPr>
          <p:nvPr>
            <p:ph sz="quarter" idx="1"/>
          </p:nvPr>
        </p:nvSpPr>
        <p:spPr>
          <a:xfrm>
            <a:off x="914400" y="1981200"/>
            <a:ext cx="5080000" cy="1981200"/>
          </a:xfrm>
        </p:spPr>
        <p:txBody>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Content Placeholder 3"/>
          <p:cNvSpPr>
            <a:spLocks noGrp="1"/>
          </p:cNvSpPr>
          <p:nvPr>
            <p:ph sz="quarter" idx="2"/>
          </p:nvPr>
        </p:nvSpPr>
        <p:spPr>
          <a:xfrm>
            <a:off x="6197600" y="1981200"/>
            <a:ext cx="5080000" cy="1981200"/>
          </a:xfrm>
        </p:spPr>
        <p:txBody>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5" name="Text Placeholder 4"/>
          <p:cNvSpPr>
            <a:spLocks noGrp="1"/>
          </p:cNvSpPr>
          <p:nvPr>
            <p:ph type="body" sz="half" idx="3"/>
          </p:nvPr>
        </p:nvSpPr>
        <p:spPr>
          <a:xfrm>
            <a:off x="914400" y="4114800"/>
            <a:ext cx="10363200" cy="1981200"/>
          </a:xfrm>
        </p:spPr>
        <p:txBody>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6" name="Rectangle 4"/>
          <p:cNvSpPr>
            <a:spLocks noGrp="1" noChangeArrowheads="1"/>
          </p:cNvSpPr>
          <p:nvPr>
            <p:ph type="dt" sz="half" idx="10"/>
          </p:nvPr>
        </p:nvSpPr>
        <p:spPr>
          <a:ln/>
        </p:spPr>
        <p:txBody>
          <a:bodyPr/>
          <a:lstStyle>
            <a:lvl1pPr>
              <a:defRPr/>
            </a:lvl1pPr>
          </a:lstStyle>
          <a:p>
            <a:pPr>
              <a:defRPr/>
            </a:pPr>
            <a:endParaRPr lang="en-US">
              <a:solidFill>
                <a:prstClr val="black">
                  <a:tint val="75000"/>
                </a:prstClr>
              </a:solidFill>
            </a:endParaRPr>
          </a:p>
        </p:txBody>
      </p:sp>
      <p:sp>
        <p:nvSpPr>
          <p:cNvPr id="7" name="Rectangle 5"/>
          <p:cNvSpPr>
            <a:spLocks noGrp="1" noChangeArrowheads="1"/>
          </p:cNvSpPr>
          <p:nvPr>
            <p:ph type="ftr" sz="quarter" idx="11"/>
          </p:nvPr>
        </p:nvSpPr>
        <p:spPr>
          <a:ln/>
        </p:spPr>
        <p:txBody>
          <a:bodyPr/>
          <a:lstStyle>
            <a:lvl1pPr>
              <a:defRPr/>
            </a:lvl1pPr>
          </a:lstStyle>
          <a:p>
            <a:pPr>
              <a:defRPr/>
            </a:pPr>
            <a:endParaRPr lang="en-US">
              <a:solidFill>
                <a:prstClr val="black">
                  <a:tint val="75000"/>
                </a:prstClr>
              </a:solidFill>
            </a:endParaRPr>
          </a:p>
        </p:txBody>
      </p:sp>
      <p:sp>
        <p:nvSpPr>
          <p:cNvPr id="8" name="Rectangle 6"/>
          <p:cNvSpPr>
            <a:spLocks noGrp="1" noChangeArrowheads="1"/>
          </p:cNvSpPr>
          <p:nvPr>
            <p:ph type="sldNum" sz="quarter" idx="12"/>
          </p:nvPr>
        </p:nvSpPr>
        <p:spPr>
          <a:ln/>
        </p:spPr>
        <p:txBody>
          <a:bodyPr/>
          <a:lstStyle>
            <a:lvl1pPr>
              <a:defRPr/>
            </a:lvl1pPr>
          </a:lstStyle>
          <a:p>
            <a:pPr>
              <a:defRPr/>
            </a:pPr>
            <a:fld id="{C2C51C2D-0550-6747-9CF3-EED8C7DF8846}"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667997083"/>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2" Type="http://schemas.openxmlformats.org/officeDocument/2006/relationships/theme" Target="../theme/theme2.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3.xml"/><Relationship Id="rId12" Type="http://schemas.openxmlformats.org/officeDocument/2006/relationships/slideLayout" Target="../slideLayouts/slideLayout34.xml"/><Relationship Id="rId13" Type="http://schemas.openxmlformats.org/officeDocument/2006/relationships/slideLayout" Target="../slideLayouts/slideLayout35.xml"/><Relationship Id="rId14" Type="http://schemas.openxmlformats.org/officeDocument/2006/relationships/slideLayout" Target="../slideLayouts/slideLayout36.xml"/><Relationship Id="rId15" Type="http://schemas.openxmlformats.org/officeDocument/2006/relationships/slideLayout" Target="../slideLayouts/slideLayout37.xml"/><Relationship Id="rId16" Type="http://schemas.openxmlformats.org/officeDocument/2006/relationships/slideLayout" Target="../slideLayouts/slideLayout38.xml"/><Relationship Id="rId17" Type="http://schemas.openxmlformats.org/officeDocument/2006/relationships/slideLayout" Target="../slideLayouts/slideLayout39.xml"/><Relationship Id="rId18" Type="http://schemas.openxmlformats.org/officeDocument/2006/relationships/theme" Target="../theme/theme3.xml"/><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slideLayout" Target="../slideLayouts/slideLayout26.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 Id="rId9" Type="http://schemas.openxmlformats.org/officeDocument/2006/relationships/slideLayout" Target="../slideLayouts/slideLayout31.xml"/><Relationship Id="rId10" Type="http://schemas.openxmlformats.org/officeDocument/2006/relationships/slideLayout" Target="../slideLayouts/slideLayout32.xml"/></Relationships>
</file>

<file path=ppt/slideMasters/_rels/slideMaster4.xml.rels><?xml version="1.0" encoding="UTF-8" standalone="yes"?>
<Relationships xmlns="http://schemas.openxmlformats.org/package/2006/relationships"><Relationship Id="rId11" Type="http://schemas.openxmlformats.org/officeDocument/2006/relationships/slideLayout" Target="../slideLayouts/slideLayout50.xml"/><Relationship Id="rId12" Type="http://schemas.openxmlformats.org/officeDocument/2006/relationships/slideLayout" Target="../slideLayouts/slideLayout51.xml"/><Relationship Id="rId13" Type="http://schemas.openxmlformats.org/officeDocument/2006/relationships/slideLayout" Target="../slideLayouts/slideLayout52.xml"/><Relationship Id="rId14" Type="http://schemas.openxmlformats.org/officeDocument/2006/relationships/slideLayout" Target="../slideLayouts/slideLayout53.xml"/><Relationship Id="rId15" Type="http://schemas.openxmlformats.org/officeDocument/2006/relationships/slideLayout" Target="../slideLayouts/slideLayout54.xml"/><Relationship Id="rId16" Type="http://schemas.openxmlformats.org/officeDocument/2006/relationships/slideLayout" Target="../slideLayouts/slideLayout55.xml"/><Relationship Id="rId17" Type="http://schemas.openxmlformats.org/officeDocument/2006/relationships/theme" Target="../theme/theme4.xml"/><Relationship Id="rId1" Type="http://schemas.openxmlformats.org/officeDocument/2006/relationships/slideLayout" Target="../slideLayouts/slideLayout40.xml"/><Relationship Id="rId2" Type="http://schemas.openxmlformats.org/officeDocument/2006/relationships/slideLayout" Target="../slideLayouts/slideLayout41.xml"/><Relationship Id="rId3" Type="http://schemas.openxmlformats.org/officeDocument/2006/relationships/slideLayout" Target="../slideLayouts/slideLayout42.xml"/><Relationship Id="rId4" Type="http://schemas.openxmlformats.org/officeDocument/2006/relationships/slideLayout" Target="../slideLayouts/slideLayout43.xml"/><Relationship Id="rId5" Type="http://schemas.openxmlformats.org/officeDocument/2006/relationships/slideLayout" Target="../slideLayouts/slideLayout44.xml"/><Relationship Id="rId6" Type="http://schemas.openxmlformats.org/officeDocument/2006/relationships/slideLayout" Target="../slideLayouts/slideLayout45.xml"/><Relationship Id="rId7" Type="http://schemas.openxmlformats.org/officeDocument/2006/relationships/slideLayout" Target="../slideLayouts/slideLayout46.xml"/><Relationship Id="rId8" Type="http://schemas.openxmlformats.org/officeDocument/2006/relationships/slideLayout" Target="../slideLayouts/slideLayout47.xml"/><Relationship Id="rId9" Type="http://schemas.openxmlformats.org/officeDocument/2006/relationships/slideLayout" Target="../slideLayouts/slideLayout48.xml"/><Relationship Id="rId10" Type="http://schemas.openxmlformats.org/officeDocument/2006/relationships/slideLayout" Target="../slideLayouts/slideLayout49.xml"/></Relationships>
</file>

<file path=ppt/slideMasters/_rels/slideMaster5.xml.rels><?xml version="1.0" encoding="UTF-8" standalone="yes"?>
<Relationships xmlns="http://schemas.openxmlformats.org/package/2006/relationships"><Relationship Id="rId11" Type="http://schemas.openxmlformats.org/officeDocument/2006/relationships/slideLayout" Target="../slideLayouts/slideLayout66.xml"/><Relationship Id="rId12" Type="http://schemas.openxmlformats.org/officeDocument/2006/relationships/slideLayout" Target="../slideLayouts/slideLayout67.xml"/><Relationship Id="rId13" Type="http://schemas.openxmlformats.org/officeDocument/2006/relationships/slideLayout" Target="../slideLayouts/slideLayout68.xml"/><Relationship Id="rId14" Type="http://schemas.openxmlformats.org/officeDocument/2006/relationships/theme" Target="../theme/theme5.xml"/><Relationship Id="rId1" Type="http://schemas.openxmlformats.org/officeDocument/2006/relationships/slideLayout" Target="../slideLayouts/slideLayout56.xml"/><Relationship Id="rId2" Type="http://schemas.openxmlformats.org/officeDocument/2006/relationships/slideLayout" Target="../slideLayouts/slideLayout57.xml"/><Relationship Id="rId3" Type="http://schemas.openxmlformats.org/officeDocument/2006/relationships/slideLayout" Target="../slideLayouts/slideLayout58.xml"/><Relationship Id="rId4" Type="http://schemas.openxmlformats.org/officeDocument/2006/relationships/slideLayout" Target="../slideLayouts/slideLayout59.xml"/><Relationship Id="rId5" Type="http://schemas.openxmlformats.org/officeDocument/2006/relationships/slideLayout" Target="../slideLayouts/slideLayout60.xml"/><Relationship Id="rId6" Type="http://schemas.openxmlformats.org/officeDocument/2006/relationships/slideLayout" Target="../slideLayouts/slideLayout61.xml"/><Relationship Id="rId7" Type="http://schemas.openxmlformats.org/officeDocument/2006/relationships/slideLayout" Target="../slideLayouts/slideLayout62.xml"/><Relationship Id="rId8" Type="http://schemas.openxmlformats.org/officeDocument/2006/relationships/slideLayout" Target="../slideLayouts/slideLayout63.xml"/><Relationship Id="rId9" Type="http://schemas.openxmlformats.org/officeDocument/2006/relationships/slideLayout" Target="../slideLayouts/slideLayout64.xml"/><Relationship Id="rId10" Type="http://schemas.openxmlformats.org/officeDocument/2006/relationships/slideLayout" Target="../slideLayouts/slideLayout65.xml"/></Relationships>
</file>

<file path=ppt/slideMasters/_rels/slideMaster6.xml.rels><?xml version="1.0" encoding="UTF-8" standalone="yes"?>
<Relationships xmlns="http://schemas.openxmlformats.org/package/2006/relationships"><Relationship Id="rId11" Type="http://schemas.openxmlformats.org/officeDocument/2006/relationships/slideLayout" Target="../slideLayouts/slideLayout79.xml"/><Relationship Id="rId12" Type="http://schemas.openxmlformats.org/officeDocument/2006/relationships/slideLayout" Target="../slideLayouts/slideLayout80.xml"/><Relationship Id="rId13" Type="http://schemas.openxmlformats.org/officeDocument/2006/relationships/slideLayout" Target="../slideLayouts/slideLayout81.xml"/><Relationship Id="rId14" Type="http://schemas.openxmlformats.org/officeDocument/2006/relationships/slideLayout" Target="../slideLayouts/slideLayout82.xml"/><Relationship Id="rId15" Type="http://schemas.openxmlformats.org/officeDocument/2006/relationships/slideLayout" Target="../slideLayouts/slideLayout83.xml"/><Relationship Id="rId16" Type="http://schemas.openxmlformats.org/officeDocument/2006/relationships/slideLayout" Target="../slideLayouts/slideLayout84.xml"/><Relationship Id="rId17" Type="http://schemas.openxmlformats.org/officeDocument/2006/relationships/slideLayout" Target="../slideLayouts/slideLayout85.xml"/><Relationship Id="rId18" Type="http://schemas.openxmlformats.org/officeDocument/2006/relationships/theme" Target="../theme/theme6.xml"/><Relationship Id="rId1" Type="http://schemas.openxmlformats.org/officeDocument/2006/relationships/slideLayout" Target="../slideLayouts/slideLayout69.xml"/><Relationship Id="rId2" Type="http://schemas.openxmlformats.org/officeDocument/2006/relationships/slideLayout" Target="../slideLayouts/slideLayout70.xml"/><Relationship Id="rId3" Type="http://schemas.openxmlformats.org/officeDocument/2006/relationships/slideLayout" Target="../slideLayouts/slideLayout71.xml"/><Relationship Id="rId4" Type="http://schemas.openxmlformats.org/officeDocument/2006/relationships/slideLayout" Target="../slideLayouts/slideLayout72.xml"/><Relationship Id="rId5" Type="http://schemas.openxmlformats.org/officeDocument/2006/relationships/slideLayout" Target="../slideLayouts/slideLayout73.xml"/><Relationship Id="rId6" Type="http://schemas.openxmlformats.org/officeDocument/2006/relationships/slideLayout" Target="../slideLayouts/slideLayout74.xml"/><Relationship Id="rId7" Type="http://schemas.openxmlformats.org/officeDocument/2006/relationships/slideLayout" Target="../slideLayouts/slideLayout75.xml"/><Relationship Id="rId8" Type="http://schemas.openxmlformats.org/officeDocument/2006/relationships/slideLayout" Target="../slideLayouts/slideLayout76.xml"/><Relationship Id="rId9" Type="http://schemas.openxmlformats.org/officeDocument/2006/relationships/slideLayout" Target="../slideLayouts/slideLayout77.xml"/><Relationship Id="rId10" Type="http://schemas.openxmlformats.org/officeDocument/2006/relationships/slideLayout" Target="../slideLayouts/slideLayout7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0E53A99-1583-C54C-9E90-B9AE63448093}" type="datetimeFigureOut">
              <a:rPr lang="en-US" smtClean="0"/>
              <a:t>9/15/20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F74587-078E-D04C-A0BC-932A712AE585}" type="slidenum">
              <a:rPr lang="en-US" smtClean="0"/>
              <a:t>‹#›</a:t>
            </a:fld>
            <a:endParaRPr lang="en-US"/>
          </a:p>
        </p:txBody>
      </p:sp>
    </p:spTree>
    <p:extLst>
      <p:ext uri="{BB962C8B-B14F-4D97-AF65-F5344CB8AC3E}">
        <p14:creationId xmlns:p14="http://schemas.microsoft.com/office/powerpoint/2010/main" val="17601881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2CDF082-0CFF-3948-879B-35CD2B582D06}" type="datetimeFigureOut">
              <a:rPr lang="en-US" smtClean="0">
                <a:solidFill>
                  <a:prstClr val="black">
                    <a:tint val="75000"/>
                  </a:prstClr>
                </a:solidFill>
              </a:rPr>
              <a:pPr/>
              <a:t>9/15/20</a:t>
            </a:fld>
            <a:endParaRPr lang="en-US">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E6386BC-8333-0041-99BB-1570457313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07734537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914400" y="609600"/>
            <a:ext cx="10363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914400" y="1981200"/>
            <a:ext cx="103632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22532" name="Rectangle 4"/>
          <p:cNvSpPr>
            <a:spLocks noGrp="1" noChangeArrowheads="1"/>
          </p:cNvSpPr>
          <p:nvPr>
            <p:ph type="dt" sz="half" idx="2"/>
          </p:nvPr>
        </p:nvSpPr>
        <p:spPr bwMode="auto">
          <a:xfrm>
            <a:off x="914400" y="6248400"/>
            <a:ext cx="2540000" cy="457200"/>
          </a:xfrm>
          <a:prstGeom prst="rect">
            <a:avLst/>
          </a:prstGeom>
          <a:noFill/>
          <a:ln>
            <a:noFill/>
          </a:ln>
          <a:effectLst/>
          <a:extLst>
            <a:ext uri="{909E8E84-426E-40dd-AFC4-6F175D3DCCD1}"/>
            <a:ext uri="{91240B29-F687-4f45-9708-019B960494DF}"/>
            <a:ext uri="{AF507438-7753-43e0-B8FC-AC1667EBCBE1}"/>
          </a:extLst>
        </p:spPr>
        <p:txBody>
          <a:bodyPr vert="horz" wrap="square" lIns="91440" tIns="45720" rIns="91440" bIns="45720" numCol="1" anchor="t" anchorCtr="0" compatLnSpc="1">
            <a:prstTxWarp prst="textNoShape">
              <a:avLst/>
            </a:prstTxWarp>
          </a:bodyPr>
          <a:lstStyle>
            <a:lvl1pPr>
              <a:defRPr sz="1400">
                <a:latin typeface="Arial" charset="0"/>
                <a:ea typeface="+mn-ea"/>
                <a:cs typeface="+mn-cs"/>
              </a:defRPr>
            </a:lvl1pPr>
          </a:lstStyle>
          <a:p>
            <a:pPr eaLnBrk="0" fontAlgn="base" hangingPunct="0">
              <a:spcBef>
                <a:spcPct val="0"/>
              </a:spcBef>
              <a:spcAft>
                <a:spcPct val="0"/>
              </a:spcAft>
              <a:defRPr/>
            </a:pPr>
            <a:endParaRPr lang="en-US">
              <a:solidFill>
                <a:srgbClr val="000000"/>
              </a:solidFill>
            </a:endParaRPr>
          </a:p>
        </p:txBody>
      </p:sp>
      <p:sp>
        <p:nvSpPr>
          <p:cNvPr id="22533" name="Rectangle 5"/>
          <p:cNvSpPr>
            <a:spLocks noGrp="1" noChangeArrowheads="1"/>
          </p:cNvSpPr>
          <p:nvPr>
            <p:ph type="ftr" sz="quarter" idx="3"/>
          </p:nvPr>
        </p:nvSpPr>
        <p:spPr bwMode="auto">
          <a:xfrm>
            <a:off x="4165600" y="6248400"/>
            <a:ext cx="3860800" cy="457200"/>
          </a:xfrm>
          <a:prstGeom prst="rect">
            <a:avLst/>
          </a:prstGeom>
          <a:noFill/>
          <a:ln>
            <a:noFill/>
          </a:ln>
          <a:effectLst/>
          <a:extLst>
            <a:ext uri="{909E8E84-426E-40dd-AFC4-6F175D3DCCD1}"/>
            <a:ext uri="{91240B29-F687-4f45-9708-019B960494DF}"/>
            <a:ext uri="{AF507438-7753-43e0-B8FC-AC1667EBCBE1}"/>
          </a:extLst>
        </p:spPr>
        <p:txBody>
          <a:bodyPr vert="horz" wrap="square" lIns="91440" tIns="45720" rIns="91440" bIns="45720" numCol="1" anchor="t" anchorCtr="0" compatLnSpc="1">
            <a:prstTxWarp prst="textNoShape">
              <a:avLst/>
            </a:prstTxWarp>
          </a:bodyPr>
          <a:lstStyle>
            <a:lvl1pPr algn="ctr">
              <a:defRPr sz="1400">
                <a:latin typeface="Arial" charset="0"/>
                <a:ea typeface="+mn-ea"/>
                <a:cs typeface="+mn-cs"/>
              </a:defRPr>
            </a:lvl1pPr>
          </a:lstStyle>
          <a:p>
            <a:pPr eaLnBrk="0" fontAlgn="base" hangingPunct="0">
              <a:spcBef>
                <a:spcPct val="0"/>
              </a:spcBef>
              <a:spcAft>
                <a:spcPct val="0"/>
              </a:spcAft>
              <a:defRPr/>
            </a:pPr>
            <a:endParaRPr lang="en-US">
              <a:solidFill>
                <a:srgbClr val="000000"/>
              </a:solidFill>
            </a:endParaRPr>
          </a:p>
        </p:txBody>
      </p:sp>
      <p:sp>
        <p:nvSpPr>
          <p:cNvPr id="22534" name="Rectangle 6"/>
          <p:cNvSpPr>
            <a:spLocks noGrp="1" noChangeArrowheads="1"/>
          </p:cNvSpPr>
          <p:nvPr>
            <p:ph type="sldNum" sz="quarter" idx="4"/>
          </p:nvPr>
        </p:nvSpPr>
        <p:spPr bwMode="auto">
          <a:xfrm>
            <a:off x="8737600" y="6248400"/>
            <a:ext cx="2540000" cy="457200"/>
          </a:xfrm>
          <a:prstGeom prst="rect">
            <a:avLst/>
          </a:prstGeom>
          <a:noFill/>
          <a:ln>
            <a:noFill/>
          </a:ln>
          <a:effectLst/>
          <a:extLst>
            <a:ext uri="{909E8E84-426E-40dd-AFC4-6F175D3DCCD1}"/>
            <a:ext uri="{91240B29-F687-4f45-9708-019B960494DF}"/>
            <a:ext uri="{AF507438-7753-43e0-B8FC-AC1667EBCBE1}"/>
          </a:extLst>
        </p:spPr>
        <p:txBody>
          <a:bodyPr vert="horz" wrap="square" lIns="91440" tIns="45720" rIns="91440" bIns="45720" numCol="1" anchor="t" anchorCtr="0" compatLnSpc="1">
            <a:prstTxWarp prst="textNoShape">
              <a:avLst/>
            </a:prstTxWarp>
          </a:bodyPr>
          <a:lstStyle>
            <a:lvl1pPr algn="r">
              <a:defRPr sz="1400">
                <a:latin typeface="Arial" charset="0"/>
                <a:ea typeface="Osaka" charset="-128"/>
              </a:defRPr>
            </a:lvl1pPr>
          </a:lstStyle>
          <a:p>
            <a:pPr eaLnBrk="0" fontAlgn="base" hangingPunct="0">
              <a:spcBef>
                <a:spcPct val="0"/>
              </a:spcBef>
              <a:spcAft>
                <a:spcPct val="0"/>
              </a:spcAft>
              <a:defRPr/>
            </a:pPr>
            <a:fld id="{185BBF79-2763-BF4A-BFD3-32471AE9AEA8}" type="slidenum">
              <a:rPr lang="en-US" altLang="en-US">
                <a:solidFill>
                  <a:srgbClr val="000000"/>
                </a:solidFill>
              </a:rPr>
              <a:pPr eaLnBrk="0" fontAlgn="base" hangingPunct="0">
                <a:spcBef>
                  <a:spcPct val="0"/>
                </a:spcBef>
                <a:spcAft>
                  <a:spcPct val="0"/>
                </a:spcAft>
                <a:defRPr/>
              </a:pPr>
              <a:t>‹#›</a:t>
            </a:fld>
            <a:endParaRPr lang="en-US" altLang="en-US">
              <a:solidFill>
                <a:srgbClr val="000000"/>
              </a:solidFill>
            </a:endParaRPr>
          </a:p>
        </p:txBody>
      </p:sp>
    </p:spTree>
    <p:extLst>
      <p:ext uri="{BB962C8B-B14F-4D97-AF65-F5344CB8AC3E}">
        <p14:creationId xmlns:p14="http://schemas.microsoft.com/office/powerpoint/2010/main" val="168315840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Osaka" charset="0"/>
          <a:cs typeface="Osaka" charset="0"/>
        </a:defRPr>
      </a:lvl2pPr>
      <a:lvl3pPr algn="ctr" rtl="0" eaLnBrk="0" fontAlgn="base" hangingPunct="0">
        <a:spcBef>
          <a:spcPct val="0"/>
        </a:spcBef>
        <a:spcAft>
          <a:spcPct val="0"/>
        </a:spcAft>
        <a:defRPr sz="4400">
          <a:solidFill>
            <a:schemeClr val="tx2"/>
          </a:solidFill>
          <a:latin typeface="Arial" charset="0"/>
          <a:ea typeface="Osaka" charset="0"/>
          <a:cs typeface="Osaka" charset="0"/>
        </a:defRPr>
      </a:lvl3pPr>
      <a:lvl4pPr algn="ctr" rtl="0" eaLnBrk="0" fontAlgn="base" hangingPunct="0">
        <a:spcBef>
          <a:spcPct val="0"/>
        </a:spcBef>
        <a:spcAft>
          <a:spcPct val="0"/>
        </a:spcAft>
        <a:defRPr sz="4400">
          <a:solidFill>
            <a:schemeClr val="tx2"/>
          </a:solidFill>
          <a:latin typeface="Arial" charset="0"/>
          <a:ea typeface="Osaka" charset="0"/>
          <a:cs typeface="Osaka" charset="0"/>
        </a:defRPr>
      </a:lvl4pPr>
      <a:lvl5pPr algn="ctr" rtl="0" eaLnBrk="0" fontAlgn="base" hangingPunct="0">
        <a:spcBef>
          <a:spcPct val="0"/>
        </a:spcBef>
        <a:spcAft>
          <a:spcPct val="0"/>
        </a:spcAft>
        <a:defRPr sz="4400">
          <a:solidFill>
            <a:schemeClr val="tx2"/>
          </a:solidFill>
          <a:latin typeface="Arial" charset="0"/>
          <a:ea typeface="Osaka" charset="0"/>
          <a:cs typeface="Osaka" charset="0"/>
        </a:defRPr>
      </a:lvl5pPr>
      <a:lvl6pPr marL="457200" algn="ctr" rtl="0" fontAlgn="base">
        <a:spcBef>
          <a:spcPct val="0"/>
        </a:spcBef>
        <a:spcAft>
          <a:spcPct val="0"/>
        </a:spcAft>
        <a:defRPr sz="4400">
          <a:solidFill>
            <a:schemeClr val="tx2"/>
          </a:solidFill>
          <a:latin typeface="Arial" charset="0"/>
          <a:ea typeface="Osaka" charset="0"/>
          <a:cs typeface="Osaka" charset="0"/>
        </a:defRPr>
      </a:lvl6pPr>
      <a:lvl7pPr marL="914400" algn="ctr" rtl="0" fontAlgn="base">
        <a:spcBef>
          <a:spcPct val="0"/>
        </a:spcBef>
        <a:spcAft>
          <a:spcPct val="0"/>
        </a:spcAft>
        <a:defRPr sz="4400">
          <a:solidFill>
            <a:schemeClr val="tx2"/>
          </a:solidFill>
          <a:latin typeface="Arial" charset="0"/>
          <a:ea typeface="Osaka" charset="0"/>
          <a:cs typeface="Osaka" charset="0"/>
        </a:defRPr>
      </a:lvl7pPr>
      <a:lvl8pPr marL="1371600" algn="ctr" rtl="0" fontAlgn="base">
        <a:spcBef>
          <a:spcPct val="0"/>
        </a:spcBef>
        <a:spcAft>
          <a:spcPct val="0"/>
        </a:spcAft>
        <a:defRPr sz="4400">
          <a:solidFill>
            <a:schemeClr val="tx2"/>
          </a:solidFill>
          <a:latin typeface="Arial" charset="0"/>
          <a:ea typeface="Osaka" charset="0"/>
          <a:cs typeface="Osaka" charset="0"/>
        </a:defRPr>
      </a:lvl8pPr>
      <a:lvl9pPr marL="1828800" algn="ctr" rtl="0" fontAlgn="base">
        <a:spcBef>
          <a:spcPct val="0"/>
        </a:spcBef>
        <a:spcAft>
          <a:spcPct val="0"/>
        </a:spcAft>
        <a:defRPr sz="4400">
          <a:solidFill>
            <a:schemeClr val="tx2"/>
          </a:solidFill>
          <a:latin typeface="Arial" charset="0"/>
          <a:ea typeface="Osaka" charset="0"/>
          <a:cs typeface="Osaka"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a:solidFill>
            <a:schemeClr val="tx1"/>
          </a:solidFill>
          <a:latin typeface="+mn-lt"/>
          <a:ea typeface="+mn-ea"/>
          <a:cs typeface="+mn-cs"/>
        </a:defRPr>
      </a:lvl5pPr>
      <a:lvl6pPr marL="2514600" indent="-228600" algn="l" rtl="0" fontAlgn="base">
        <a:spcBef>
          <a:spcPct val="20000"/>
        </a:spcBef>
        <a:spcAft>
          <a:spcPct val="0"/>
        </a:spcAft>
        <a:buChar char="»"/>
        <a:defRPr sz="2000">
          <a:solidFill>
            <a:schemeClr val="tx1"/>
          </a:solidFill>
          <a:latin typeface="+mn-lt"/>
          <a:ea typeface="+mn-ea"/>
          <a:cs typeface="+mn-cs"/>
        </a:defRPr>
      </a:lvl6pPr>
      <a:lvl7pPr marL="2971800" indent="-228600" algn="l" rtl="0" fontAlgn="base">
        <a:spcBef>
          <a:spcPct val="20000"/>
        </a:spcBef>
        <a:spcAft>
          <a:spcPct val="0"/>
        </a:spcAft>
        <a:buChar char="»"/>
        <a:defRPr sz="2000">
          <a:solidFill>
            <a:schemeClr val="tx1"/>
          </a:solidFill>
          <a:latin typeface="+mn-lt"/>
          <a:ea typeface="+mn-ea"/>
          <a:cs typeface="+mn-cs"/>
        </a:defRPr>
      </a:lvl7pPr>
      <a:lvl8pPr marL="3429000" indent="-228600" algn="l" rtl="0" fontAlgn="base">
        <a:spcBef>
          <a:spcPct val="20000"/>
        </a:spcBef>
        <a:spcAft>
          <a:spcPct val="0"/>
        </a:spcAft>
        <a:buChar char="»"/>
        <a:defRPr sz="2000">
          <a:solidFill>
            <a:schemeClr val="tx1"/>
          </a:solidFill>
          <a:latin typeface="+mn-lt"/>
          <a:ea typeface="+mn-ea"/>
          <a:cs typeface="+mn-cs"/>
        </a:defRPr>
      </a:lvl8pPr>
      <a:lvl9pPr marL="3886200" indent="-228600" algn="l" rtl="0" fontAlgn="base">
        <a:spcBef>
          <a:spcPct val="20000"/>
        </a:spcBef>
        <a:spcAft>
          <a:spcPct val="0"/>
        </a:spcAft>
        <a:buChar char="»"/>
        <a:defRPr sz="20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AU"/>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C1BB76E-88A9-1142-82B9-33E4469E9A60}" type="datetimeFigureOut">
              <a:rPr lang="en-US" smtClean="0">
                <a:solidFill>
                  <a:prstClr val="black">
                    <a:tint val="75000"/>
                  </a:prstClr>
                </a:solidFill>
              </a:rPr>
              <a:pPr/>
              <a:t>9/15/20</a:t>
            </a:fld>
            <a:endParaRPr lang="en-US">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A9A3D96-D033-C847-870B-488D6DDCB44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38753164"/>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5" r:id="rId15"/>
    <p:sldLayoutId id="2147483706"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AU"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14E2EAF-6824-8242-B4F8-308B66DE6A81}" type="datetimeFigureOut">
              <a:rPr lang="en-US" smtClean="0">
                <a:solidFill>
                  <a:prstClr val="black">
                    <a:tint val="75000"/>
                  </a:prstClr>
                </a:solidFill>
              </a:rPr>
              <a:pPr/>
              <a:t>9/15/20</a:t>
            </a:fld>
            <a:endParaRPr lang="en-US">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82ADF9-07B9-4C4C-85AB-674A84AFC2D5}"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250433113"/>
      </p:ext>
    </p:extLst>
  </p:cSld>
  <p:clrMap bg1="lt1" tx1="dk1" bg2="lt2" tx2="dk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25" r:id="rId6"/>
    <p:sldLayoutId id="2147483726" r:id="rId7"/>
    <p:sldLayoutId id="2147483727" r:id="rId8"/>
    <p:sldLayoutId id="2147483728" r:id="rId9"/>
    <p:sldLayoutId id="2147483729" r:id="rId10"/>
    <p:sldLayoutId id="2147483730" r:id="rId11"/>
    <p:sldLayoutId id="2147483731" r:id="rId12"/>
    <p:sldLayoutId id="2147483732"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AU" smtClean="0"/>
              <a:t>Click to edit Master title style</a:t>
            </a:r>
            <a:endParaRPr lang="en-US"/>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defTabSz="457200"/>
            <a:fld id="{94C9091E-70FA-8049-A879-E11D95232D55}" type="datetimeFigureOut">
              <a:rPr lang="en-US" smtClean="0">
                <a:solidFill>
                  <a:prstClr val="black">
                    <a:tint val="75000"/>
                  </a:prstClr>
                </a:solidFill>
              </a:rPr>
              <a:pPr defTabSz="457200"/>
              <a:t>9/15/20</a:t>
            </a:fld>
            <a:endParaRPr lang="en-US">
              <a:solidFill>
                <a:prstClr val="black">
                  <a:tint val="75000"/>
                </a:prstClr>
              </a:solidFill>
            </a:endParaRPr>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defTabSz="457200"/>
            <a:endParaRPr lang="en-US">
              <a:solidFill>
                <a:prstClr val="black">
                  <a:tint val="75000"/>
                </a:prstClr>
              </a:solidFill>
            </a:endParaRPr>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defTabSz="457200"/>
            <a:fld id="{64FC7787-009D-4640-B78A-C093B8500925}" type="slidenum">
              <a:rPr lang="en-US" smtClean="0">
                <a:solidFill>
                  <a:prstClr val="black">
                    <a:tint val="75000"/>
                  </a:prstClr>
                </a:solidFill>
              </a:rPr>
              <a:pPr defTabSz="457200"/>
              <a:t>‹#›</a:t>
            </a:fld>
            <a:endParaRPr lang="en-US">
              <a:solidFill>
                <a:prstClr val="black">
                  <a:tint val="75000"/>
                </a:prstClr>
              </a:solidFill>
            </a:endParaRPr>
          </a:p>
        </p:txBody>
      </p:sp>
    </p:spTree>
    <p:extLst>
      <p:ext uri="{BB962C8B-B14F-4D97-AF65-F5344CB8AC3E}">
        <p14:creationId xmlns:p14="http://schemas.microsoft.com/office/powerpoint/2010/main" val="34904556"/>
      </p:ext>
    </p:extLst>
  </p:cSld>
  <p:clrMap bg1="lt1" tx1="dk1" bg2="lt2" tx2="dk2" accent1="accent1" accent2="accent2" accent3="accent3" accent4="accent4" accent5="accent5" accent6="accent6" hlink="hlink" folHlink="folHlink"/>
  <p:sldLayoutIdLst>
    <p:sldLayoutId id="2147483734" r:id="rId1"/>
    <p:sldLayoutId id="2147483735" r:id="rId2"/>
    <p:sldLayoutId id="2147483736" r:id="rId3"/>
    <p:sldLayoutId id="2147483737" r:id="rId4"/>
    <p:sldLayoutId id="2147483738" r:id="rId5"/>
    <p:sldLayoutId id="2147483739" r:id="rId6"/>
    <p:sldLayoutId id="2147483740" r:id="rId7"/>
    <p:sldLayoutId id="2147483741" r:id="rId8"/>
    <p:sldLayoutId id="2147483742" r:id="rId9"/>
    <p:sldLayoutId id="2147483743" r:id="rId10"/>
    <p:sldLayoutId id="2147483744" r:id="rId11"/>
    <p:sldLayoutId id="2147483745" r:id="rId12"/>
    <p:sldLayoutId id="2147483746" r:id="rId13"/>
    <p:sldLayoutId id="2147483747" r:id="rId14"/>
    <p:sldLayoutId id="2147483748" r:id="rId15"/>
    <p:sldLayoutId id="2147483749" r:id="rId16"/>
    <p:sldLayoutId id="2147483750" r:id="rId17"/>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image" Target="../media/image1.jpg"/><Relationship Id="rId3"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image" Target="../media/image3.gi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image" Target="../media/image2.jpg"/></Relationships>
</file>

<file path=ppt/slides/_rels/slide7.xml.rels><?xml version="1.0" encoding="UTF-8" standalone="yes"?>
<Relationships xmlns="http://schemas.openxmlformats.org/package/2006/relationships"><Relationship Id="rId3" Type="http://schemas.openxmlformats.org/officeDocument/2006/relationships/image" Target="../media/image5.jpg"/><Relationship Id="rId4" Type="http://schemas.openxmlformats.org/officeDocument/2006/relationships/image" Target="../media/image6.png"/><Relationship Id="rId1" Type="http://schemas.openxmlformats.org/officeDocument/2006/relationships/slideLayout" Target="../slideLayouts/slideLayout26.xml"/><Relationship Id="rId2"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image" Target="../media/image7.jpg"/><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image" Target="../media/image8.jpg"/><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image" Target="../media/image9.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2.xml"/><Relationship Id="rId2" Type="http://schemas.openxmlformats.org/officeDocument/2006/relationships/image" Target="../media/image10.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notesSlide" Target="../notesSlides/notesSlide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notesSlide" Target="../notesSlides/notesSlide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2.xml"/><Relationship Id="rId2" Type="http://schemas.openxmlformats.org/officeDocument/2006/relationships/image" Target="../media/image11.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2.xml"/><Relationship Id="rId2" Type="http://schemas.openxmlformats.org/officeDocument/2006/relationships/hyperlink" Target="http://www.thinkib.net/englishalanglit/assessment/paper-1.htm" TargetMode="External"/><Relationship Id="rId3" Type="http://schemas.openxmlformats.org/officeDocument/2006/relationships/image" Target="../media/image12.jpe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2.xml"/><Relationship Id="rId2" Type="http://schemas.openxmlformats.org/officeDocument/2006/relationships/image" Target="../media/image13.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2.xml"/><Relationship Id="rId2" Type="http://schemas.openxmlformats.org/officeDocument/2006/relationships/image" Target="../media/image14.gif"/></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2.xml"/><Relationship Id="rId2" Type="http://schemas.openxmlformats.org/officeDocument/2006/relationships/image" Target="../media/image15.jpe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2.xml"/><Relationship Id="rId2" Type="http://schemas.openxmlformats.org/officeDocument/2006/relationships/image" Target="../media/image1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2.xml"/><Relationship Id="rId2" Type="http://schemas.openxmlformats.org/officeDocument/2006/relationships/image" Target="../media/image17.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2.xml"/><Relationship Id="rId2" Type="http://schemas.openxmlformats.org/officeDocument/2006/relationships/image" Target="../media/image18.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2.xml"/><Relationship Id="rId2" Type="http://schemas.openxmlformats.org/officeDocument/2006/relationships/image" Target="../media/image19.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2.xml"/><Relationship Id="rId2" Type="http://schemas.openxmlformats.org/officeDocument/2006/relationships/image" Target="../media/image20.jpeg"/><Relationship Id="rId3" Type="http://schemas.openxmlformats.org/officeDocument/2006/relationships/image" Target="../media/image21.jpe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81.xml"/><Relationship Id="rId2" Type="http://schemas.openxmlformats.org/officeDocument/2006/relationships/notesSlide" Target="../notesSlides/notesSlide3.xml"/><Relationship Id="rId3" Type="http://schemas.openxmlformats.org/officeDocument/2006/relationships/image" Target="../media/image20.jpe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81.xml"/><Relationship Id="rId2" Type="http://schemas.openxmlformats.org/officeDocument/2006/relationships/notesSlide" Target="../notesSlides/notesSlide4.xml"/><Relationship Id="rId3" Type="http://schemas.openxmlformats.org/officeDocument/2006/relationships/image" Target="../media/image21.jpe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2.xml"/><Relationship Id="rId2" Type="http://schemas.openxmlformats.org/officeDocument/2006/relationships/image" Target="../media/image22.jpeg"/><Relationship Id="rId3" Type="http://schemas.openxmlformats.org/officeDocument/2006/relationships/image" Target="../media/image23.jpe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81.xml"/><Relationship Id="rId2" Type="http://schemas.openxmlformats.org/officeDocument/2006/relationships/notesSlide" Target="../notesSlides/notesSlide5.xml"/><Relationship Id="rId3" Type="http://schemas.openxmlformats.org/officeDocument/2006/relationships/image" Target="../media/image22.jpe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81.xml"/><Relationship Id="rId2" Type="http://schemas.openxmlformats.org/officeDocument/2006/relationships/notesSlide" Target="../notesSlides/notesSlide6.xml"/><Relationship Id="rId3" Type="http://schemas.openxmlformats.org/officeDocument/2006/relationships/image" Target="../media/image23.jpe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2.xml"/><Relationship Id="rId2" Type="http://schemas.openxmlformats.org/officeDocument/2006/relationships/image" Target="../media/image24.jpeg"/><Relationship Id="rId3" Type="http://schemas.openxmlformats.org/officeDocument/2006/relationships/image" Target="../media/image25.jpe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81.xml"/><Relationship Id="rId2" Type="http://schemas.openxmlformats.org/officeDocument/2006/relationships/notesSlide" Target="../notesSlides/notesSlide7.xml"/><Relationship Id="rId3" Type="http://schemas.openxmlformats.org/officeDocument/2006/relationships/image" Target="../media/image24.jpe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81.xml"/><Relationship Id="rId2" Type="http://schemas.openxmlformats.org/officeDocument/2006/relationships/notesSlide" Target="../notesSlides/notesSlide8.xml"/><Relationship Id="rId3" Type="http://schemas.openxmlformats.org/officeDocument/2006/relationships/image" Target="../media/image26.jpe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2.xml"/><Relationship Id="rId2" Type="http://schemas.openxmlformats.org/officeDocument/2006/relationships/image" Target="../media/image27.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2.xml"/><Relationship Id="rId2" Type="http://schemas.openxmlformats.org/officeDocument/2006/relationships/image" Target="../media/image28.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2.xml"/><Relationship Id="rId2" Type="http://schemas.openxmlformats.org/officeDocument/2006/relationships/image" Target="../media/image29.jpe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image" Target="../media/image7.jpg"/><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sz="7300" b="1" dirty="0" smtClean="0">
                <a:solidFill>
                  <a:srgbClr val="FFFF00"/>
                </a:solidFill>
                <a:latin typeface="+mn-lt"/>
              </a:rPr>
              <a:t>Welcome Back!</a:t>
            </a:r>
            <a:r>
              <a:rPr lang="en-US" dirty="0" smtClean="0"/>
              <a:t/>
            </a:r>
            <a:br>
              <a:rPr lang="en-US" dirty="0" smtClean="0"/>
            </a:br>
            <a:r>
              <a:rPr lang="en-US" b="1" dirty="0" smtClean="0">
                <a:solidFill>
                  <a:schemeClr val="bg1"/>
                </a:solidFill>
              </a:rPr>
              <a:t>Don’t forget to take a tissue to wipe down your desk</a:t>
            </a:r>
            <a:r>
              <a:rPr lang="mr-IN" b="1" dirty="0" smtClean="0">
                <a:solidFill>
                  <a:schemeClr val="bg1"/>
                </a:solidFill>
              </a:rPr>
              <a:t>…</a:t>
            </a:r>
            <a:endParaRPr lang="en-US" b="1" dirty="0">
              <a:solidFill>
                <a:schemeClr val="bg1"/>
              </a:solidFill>
            </a:endParaRPr>
          </a:p>
        </p:txBody>
      </p:sp>
    </p:spTree>
    <p:extLst>
      <p:ext uri="{BB962C8B-B14F-4D97-AF65-F5344CB8AC3E}">
        <p14:creationId xmlns:p14="http://schemas.microsoft.com/office/powerpoint/2010/main" val="19672527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2B23"/>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394447" y="340659"/>
            <a:ext cx="11510681" cy="3169304"/>
          </a:xfrm>
        </p:spPr>
        <p:txBody>
          <a:bodyPr>
            <a:normAutofit/>
          </a:bodyPr>
          <a:lstStyle/>
          <a:p>
            <a:r>
              <a:rPr lang="en-US" b="1" dirty="0" smtClean="0">
                <a:solidFill>
                  <a:schemeClr val="bg1"/>
                </a:solidFill>
                <a:latin typeface="+mn-lt"/>
              </a:rPr>
              <a:t>IB English Language and Literature</a:t>
            </a:r>
            <a:br>
              <a:rPr lang="en-US" b="1" dirty="0" smtClean="0">
                <a:solidFill>
                  <a:schemeClr val="bg1"/>
                </a:solidFill>
                <a:latin typeface="+mn-lt"/>
              </a:rPr>
            </a:br>
            <a:r>
              <a:rPr lang="en-US" b="1" dirty="0" smtClean="0">
                <a:solidFill>
                  <a:schemeClr val="bg1"/>
                </a:solidFill>
                <a:latin typeface="+mn-lt"/>
              </a:rPr>
              <a:t>6 ELL SL 4</a:t>
            </a:r>
            <a:br>
              <a:rPr lang="en-US" b="1" dirty="0" smtClean="0">
                <a:solidFill>
                  <a:schemeClr val="bg1"/>
                </a:solidFill>
                <a:latin typeface="+mn-lt"/>
              </a:rPr>
            </a:br>
            <a:r>
              <a:rPr lang="en-US" b="1" dirty="0" smtClean="0">
                <a:solidFill>
                  <a:schemeClr val="bg1"/>
                </a:solidFill>
                <a:latin typeface="+mn-lt"/>
              </a:rPr>
              <a:t>2019 - 2020</a:t>
            </a:r>
            <a:endParaRPr lang="en-US" b="1" dirty="0">
              <a:solidFill>
                <a:schemeClr val="bg1"/>
              </a:solidFill>
              <a:latin typeface="+mn-lt"/>
            </a:endParaRPr>
          </a:p>
        </p:txBody>
      </p:sp>
      <p:sp>
        <p:nvSpPr>
          <p:cNvPr id="3" name="Subtitle 2"/>
          <p:cNvSpPr>
            <a:spLocks noGrp="1"/>
          </p:cNvSpPr>
          <p:nvPr>
            <p:ph type="subTitle" idx="1"/>
          </p:nvPr>
        </p:nvSpPr>
        <p:spPr>
          <a:xfrm>
            <a:off x="0" y="3906838"/>
            <a:ext cx="12192000" cy="2691186"/>
          </a:xfrm>
        </p:spPr>
        <p:txBody>
          <a:bodyPr>
            <a:noAutofit/>
          </a:bodyPr>
          <a:lstStyle/>
          <a:p>
            <a:r>
              <a:rPr lang="en-US" sz="4400" b="1" u="sng" dirty="0" smtClean="0">
                <a:solidFill>
                  <a:schemeClr val="accent1">
                    <a:lumMod val="20000"/>
                    <a:lumOff val="80000"/>
                  </a:schemeClr>
                </a:solidFill>
              </a:rPr>
              <a:t>Shape of the Week </a:t>
            </a:r>
            <a:r>
              <a:rPr lang="en-US" sz="4400" b="1" u="sng" dirty="0" smtClean="0">
                <a:solidFill>
                  <a:schemeClr val="accent1">
                    <a:lumMod val="20000"/>
                    <a:lumOff val="80000"/>
                  </a:schemeClr>
                </a:solidFill>
              </a:rPr>
              <a:t>(1):</a:t>
            </a:r>
            <a:endParaRPr lang="en-US" sz="4400" b="1" u="sng" dirty="0" smtClean="0">
              <a:solidFill>
                <a:schemeClr val="accent1">
                  <a:lumMod val="20000"/>
                  <a:lumOff val="80000"/>
                </a:schemeClr>
              </a:solidFill>
            </a:endParaRPr>
          </a:p>
          <a:p>
            <a:r>
              <a:rPr lang="en-US" sz="3200" b="1" dirty="0" smtClean="0">
                <a:solidFill>
                  <a:prstClr val="white"/>
                </a:solidFill>
              </a:rPr>
              <a:t>Lesson 1: </a:t>
            </a:r>
            <a:r>
              <a:rPr lang="en-US" sz="3200" b="1" dirty="0" smtClean="0">
                <a:solidFill>
                  <a:prstClr val="white"/>
                </a:solidFill>
              </a:rPr>
              <a:t>Paper 1 Revision</a:t>
            </a:r>
            <a:endParaRPr lang="en-US" sz="3200" b="1" dirty="0">
              <a:solidFill>
                <a:prstClr val="white"/>
              </a:solidFill>
            </a:endParaRPr>
          </a:p>
          <a:p>
            <a:r>
              <a:rPr lang="en-US" sz="3200" b="1" dirty="0" smtClean="0">
                <a:solidFill>
                  <a:prstClr val="white"/>
                </a:solidFill>
              </a:rPr>
              <a:t>Lesson 2: </a:t>
            </a:r>
            <a:r>
              <a:rPr lang="en-US" sz="3200" b="1" dirty="0" smtClean="0">
                <a:solidFill>
                  <a:prstClr val="white"/>
                </a:solidFill>
              </a:rPr>
              <a:t>Paper 1 Revision </a:t>
            </a:r>
            <a:r>
              <a:rPr lang="mr-IN" sz="3200" b="1" dirty="0" smtClean="0">
                <a:solidFill>
                  <a:prstClr val="white"/>
                </a:solidFill>
              </a:rPr>
              <a:t>–</a:t>
            </a:r>
            <a:r>
              <a:rPr lang="en-US" sz="3200" b="1" dirty="0" smtClean="0">
                <a:solidFill>
                  <a:prstClr val="white"/>
                </a:solidFill>
              </a:rPr>
              <a:t> Putting it together</a:t>
            </a:r>
          </a:p>
          <a:p>
            <a:r>
              <a:rPr lang="en-US" sz="3200" b="1" dirty="0" smtClean="0">
                <a:solidFill>
                  <a:prstClr val="white"/>
                </a:solidFill>
              </a:rPr>
              <a:t>Lesson 3: Paper 1 Revision Peer Marking</a:t>
            </a:r>
            <a:endParaRPr lang="en-US" sz="3200" b="1" dirty="0">
              <a:solidFill>
                <a:prstClr val="white"/>
              </a:solidFill>
            </a:endParaRPr>
          </a:p>
          <a:p>
            <a:pPr lvl="0"/>
            <a:endParaRPr lang="en-US" sz="3200" u="sng" dirty="0" smtClean="0">
              <a:solidFill>
                <a:prstClr val="white"/>
              </a:solidFill>
            </a:endParaRPr>
          </a:p>
          <a:p>
            <a:pPr lvl="0"/>
            <a:endParaRPr lang="en-US" sz="3200" dirty="0">
              <a:solidFill>
                <a:schemeClr val="bg1"/>
              </a:solidFill>
            </a:endParaRPr>
          </a:p>
          <a:p>
            <a:endParaRPr lang="en-US" sz="3600" dirty="0">
              <a:solidFill>
                <a:schemeClr val="bg1"/>
              </a:solidFill>
            </a:endParaRPr>
          </a:p>
        </p:txBody>
      </p:sp>
    </p:spTree>
    <p:extLst>
      <p:ext uri="{BB962C8B-B14F-4D97-AF65-F5344CB8AC3E}">
        <p14:creationId xmlns:p14="http://schemas.microsoft.com/office/powerpoint/2010/main" val="181184821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C3BE"/>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0"/>
            <a:ext cx="10363200" cy="1143000"/>
          </a:xfrm>
        </p:spPr>
        <p:txBody>
          <a:bodyPr/>
          <a:lstStyle/>
          <a:p>
            <a:r>
              <a:rPr lang="en-US" b="1" dirty="0" smtClean="0">
                <a:solidFill>
                  <a:srgbClr val="FF0000"/>
                </a:solidFill>
                <a:latin typeface="Arial Rounded MT Bold" charset="0"/>
                <a:ea typeface="Arial Rounded MT Bold" charset="0"/>
                <a:cs typeface="Arial Rounded MT Bold" charset="0"/>
              </a:rPr>
              <a:t>SCHOOL ASSESSMENT TERM </a:t>
            </a:r>
            <a:r>
              <a:rPr lang="en-US" b="1" dirty="0" smtClean="0">
                <a:solidFill>
                  <a:srgbClr val="FF0000"/>
                </a:solidFill>
                <a:latin typeface="Arial Rounded MT Bold" charset="0"/>
                <a:ea typeface="Arial Rounded MT Bold" charset="0"/>
                <a:cs typeface="Arial Rounded MT Bold" charset="0"/>
              </a:rPr>
              <a:t>4</a:t>
            </a:r>
            <a:endParaRPr lang="en-US" b="1" dirty="0">
              <a:solidFill>
                <a:srgbClr val="FF0000"/>
              </a:solidFill>
              <a:latin typeface="Arial Rounded MT Bold" charset="0"/>
              <a:ea typeface="Arial Rounded MT Bold" charset="0"/>
              <a:cs typeface="Arial Rounded MT Bold" charset="0"/>
            </a:endParaRPr>
          </a:p>
        </p:txBody>
      </p:sp>
      <p:sp>
        <p:nvSpPr>
          <p:cNvPr id="3" name="Content Placeholder 2"/>
          <p:cNvSpPr>
            <a:spLocks noGrp="1"/>
          </p:cNvSpPr>
          <p:nvPr>
            <p:ph sz="half" idx="1"/>
          </p:nvPr>
        </p:nvSpPr>
        <p:spPr>
          <a:xfrm>
            <a:off x="534161" y="1745671"/>
            <a:ext cx="6578763" cy="4932219"/>
          </a:xfrm>
        </p:spPr>
        <p:txBody>
          <a:bodyPr/>
          <a:lstStyle/>
          <a:p>
            <a:pPr marL="0" indent="0">
              <a:buNone/>
            </a:pPr>
            <a:r>
              <a:rPr lang="en-US" sz="3200" dirty="0" smtClean="0">
                <a:latin typeface="MS Mincho" charset="-128"/>
                <a:ea typeface="ＭＳ 明朝" charset="-128"/>
                <a:cs typeface="MS Mincho" charset="-128"/>
              </a:rPr>
              <a:t>☑ </a:t>
            </a:r>
            <a:r>
              <a:rPr lang="en-US" sz="3200" b="1" dirty="0" smtClean="0">
                <a:ea typeface="ＭＳ 明朝" charset="-128"/>
                <a:cs typeface="MS Mincho" charset="-128"/>
              </a:rPr>
              <a:t>NOTHING!</a:t>
            </a:r>
            <a:endParaRPr lang="en-US" sz="3200" b="1" u="sng" dirty="0" smtClean="0">
              <a:ea typeface="ＭＳ 明朝" charset="-128"/>
              <a:cs typeface="MS Mincho" charset="-128"/>
            </a:endParaRPr>
          </a:p>
          <a:p>
            <a:endParaRPr lang="en-US" sz="3600" dirty="0" smtClean="0">
              <a:solidFill>
                <a:prstClr val="black"/>
              </a:solidFill>
              <a:latin typeface="Calibri" charset="0"/>
              <a:ea typeface="MS Mincho" charset="-128"/>
              <a:cs typeface="MS Mincho" charset="-128"/>
            </a:endParaRPr>
          </a:p>
          <a:p>
            <a:pPr marL="0" lvl="0" indent="0">
              <a:buNone/>
            </a:pPr>
            <a:endParaRPr lang="en-US" sz="4800" dirty="0">
              <a:solidFill>
                <a:prstClr val="black"/>
              </a:solidFill>
              <a:latin typeface="Calibri" charset="0"/>
              <a:ea typeface="ＭＳ 明朝" charset="-128"/>
              <a:cs typeface="Times New Roman" charset="0"/>
            </a:endParaRPr>
          </a:p>
        </p:txBody>
      </p:sp>
      <p:pic>
        <p:nvPicPr>
          <p:cNvPr id="8" name="Content Placeholder 4"/>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7989454" y="1858061"/>
            <a:ext cx="3657600" cy="4056278"/>
          </a:xfr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80966" y="387999"/>
            <a:ext cx="1357672" cy="1357672"/>
          </a:xfrm>
          <a:prstGeom prst="rect">
            <a:avLst/>
          </a:prstGeom>
        </p:spPr>
      </p:pic>
    </p:spTree>
    <p:extLst>
      <p:ext uri="{BB962C8B-B14F-4D97-AF65-F5344CB8AC3E}">
        <p14:creationId xmlns:p14="http://schemas.microsoft.com/office/powerpoint/2010/main" val="1288149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06966" y="562206"/>
            <a:ext cx="10333463" cy="5812573"/>
          </a:xfrm>
        </p:spPr>
      </p:pic>
    </p:spTree>
    <p:extLst>
      <p:ext uri="{BB962C8B-B14F-4D97-AF65-F5344CB8AC3E}">
        <p14:creationId xmlns:p14="http://schemas.microsoft.com/office/powerpoint/2010/main" val="20017560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23877" y="52892"/>
            <a:ext cx="10515600" cy="638484"/>
          </a:xfrm>
        </p:spPr>
        <p:txBody>
          <a:bodyPr/>
          <a:lstStyle/>
          <a:p>
            <a:pPr algn="ctr"/>
            <a:r>
              <a:rPr lang="en-US" b="1" dirty="0" smtClean="0">
                <a:solidFill>
                  <a:srgbClr val="FF0000"/>
                </a:solidFill>
                <a:latin typeface="+mn-lt"/>
              </a:rPr>
              <a:t>General Outline Term </a:t>
            </a:r>
            <a:r>
              <a:rPr lang="en-US" b="1" dirty="0" smtClean="0">
                <a:solidFill>
                  <a:srgbClr val="FF0000"/>
                </a:solidFill>
                <a:latin typeface="+mn-lt"/>
              </a:rPr>
              <a:t>4</a:t>
            </a:r>
            <a:endParaRPr lang="en-US" b="1" dirty="0">
              <a:solidFill>
                <a:srgbClr val="FF0000"/>
              </a:solidFill>
              <a:latin typeface="+mn-lt"/>
            </a:endParaRPr>
          </a:p>
        </p:txBody>
      </p:sp>
      <p:sp>
        <p:nvSpPr>
          <p:cNvPr id="6" name="Content Placeholder 5"/>
          <p:cNvSpPr>
            <a:spLocks noGrp="1"/>
          </p:cNvSpPr>
          <p:nvPr>
            <p:ph sz="half" idx="1"/>
          </p:nvPr>
        </p:nvSpPr>
        <p:spPr>
          <a:xfrm>
            <a:off x="323876" y="1109581"/>
            <a:ext cx="11505683" cy="5536546"/>
          </a:xfrm>
          <a:solidFill>
            <a:srgbClr val="FFE9EE"/>
          </a:solidFill>
        </p:spPr>
        <p:txBody>
          <a:bodyPr/>
          <a:lstStyle/>
          <a:p>
            <a:pPr marL="0" indent="0">
              <a:spcAft>
                <a:spcPts val="0"/>
              </a:spcAft>
              <a:buNone/>
            </a:pPr>
            <a:r>
              <a:rPr lang="en-US" dirty="0">
                <a:highlight>
                  <a:srgbClr val="FFFF00"/>
                </a:highlight>
                <a:latin typeface="Calibri" charset="0"/>
                <a:ea typeface="Calibri" charset="0"/>
                <a:cs typeface="Times New Roman" charset="0"/>
              </a:rPr>
              <a:t>Week 1: 14</a:t>
            </a:r>
            <a:r>
              <a:rPr lang="en-US" baseline="30000" dirty="0">
                <a:highlight>
                  <a:srgbClr val="FFFF00"/>
                </a:highlight>
                <a:latin typeface="Calibri" charset="0"/>
                <a:ea typeface="Calibri" charset="0"/>
                <a:cs typeface="Times New Roman" charset="0"/>
              </a:rPr>
              <a:t>th</a:t>
            </a:r>
            <a:r>
              <a:rPr lang="en-US" dirty="0">
                <a:highlight>
                  <a:srgbClr val="FFFF00"/>
                </a:highlight>
                <a:latin typeface="Calibri" charset="0"/>
                <a:ea typeface="Calibri" charset="0"/>
                <a:cs typeface="Times New Roman" charset="0"/>
              </a:rPr>
              <a:t>-18</a:t>
            </a:r>
            <a:r>
              <a:rPr lang="en-US" baseline="30000" dirty="0">
                <a:highlight>
                  <a:srgbClr val="FFFF00"/>
                </a:highlight>
                <a:latin typeface="Calibri" charset="0"/>
                <a:ea typeface="Calibri" charset="0"/>
                <a:cs typeface="Times New Roman" charset="0"/>
              </a:rPr>
              <a:t>th</a:t>
            </a:r>
            <a:r>
              <a:rPr lang="en-US" dirty="0">
                <a:highlight>
                  <a:srgbClr val="FFFF00"/>
                </a:highlight>
                <a:latin typeface="Calibri" charset="0"/>
                <a:ea typeface="Calibri" charset="0"/>
                <a:cs typeface="Times New Roman" charset="0"/>
              </a:rPr>
              <a:t> September</a:t>
            </a:r>
            <a:endParaRPr lang="en-GB" dirty="0">
              <a:latin typeface="Calibri" charset="0"/>
              <a:ea typeface="Calibri" charset="0"/>
              <a:cs typeface="Times New Roman" charset="0"/>
            </a:endParaRPr>
          </a:p>
          <a:p>
            <a:pPr marL="0" lvl="0" indent="0">
              <a:spcAft>
                <a:spcPts val="0"/>
              </a:spcAft>
              <a:buNone/>
            </a:pPr>
            <a:r>
              <a:rPr lang="en-US" dirty="0">
                <a:latin typeface="Calibri" charset="0"/>
                <a:ea typeface="Calibri" charset="0"/>
                <a:cs typeface="Times New Roman" charset="0"/>
              </a:rPr>
              <a:t>Lesson 1: Recap ‘Big 5’ and Text Types. </a:t>
            </a:r>
            <a:endParaRPr lang="en-GB" dirty="0">
              <a:latin typeface="Calibri" charset="0"/>
              <a:ea typeface="Calibri" charset="0"/>
              <a:cs typeface="Times New Roman" charset="0"/>
            </a:endParaRPr>
          </a:p>
          <a:p>
            <a:pPr marL="0" lvl="0" indent="0">
              <a:spcAft>
                <a:spcPts val="0"/>
              </a:spcAft>
              <a:buNone/>
            </a:pPr>
            <a:r>
              <a:rPr lang="en-US" dirty="0">
                <a:latin typeface="Calibri" charset="0"/>
                <a:ea typeface="Calibri" charset="0"/>
                <a:cs typeface="Times New Roman" charset="0"/>
              </a:rPr>
              <a:t>Lesson 2: Planning, paper 1 structure and annotation of example. Complete past paper (HW).</a:t>
            </a:r>
            <a:endParaRPr lang="en-GB" dirty="0">
              <a:latin typeface="Calibri" charset="0"/>
              <a:ea typeface="Calibri" charset="0"/>
              <a:cs typeface="Times New Roman" charset="0"/>
            </a:endParaRPr>
          </a:p>
          <a:p>
            <a:pPr marL="0" lvl="0" indent="0">
              <a:spcAft>
                <a:spcPts val="0"/>
              </a:spcAft>
              <a:buNone/>
            </a:pPr>
            <a:r>
              <a:rPr lang="en-US" dirty="0">
                <a:latin typeface="Calibri" charset="0"/>
                <a:ea typeface="Calibri" charset="0"/>
                <a:cs typeface="Times New Roman" charset="0"/>
              </a:rPr>
              <a:t>Lesson 3: Marking peer exam paper 1 and go through the mark schemes. </a:t>
            </a:r>
            <a:endParaRPr lang="en-GB" dirty="0">
              <a:latin typeface="Calibri" charset="0"/>
              <a:ea typeface="Calibri" charset="0"/>
              <a:cs typeface="Times New Roman" charset="0"/>
            </a:endParaRPr>
          </a:p>
          <a:p>
            <a:pPr marL="0" indent="0">
              <a:spcAft>
                <a:spcPts val="0"/>
              </a:spcAft>
              <a:buNone/>
            </a:pPr>
            <a:endParaRPr lang="en-US" dirty="0" smtClean="0">
              <a:highlight>
                <a:srgbClr val="FFFF00"/>
              </a:highlight>
              <a:latin typeface="Calibri" charset="0"/>
              <a:ea typeface="Calibri" charset="0"/>
              <a:cs typeface="Times New Roman" charset="0"/>
            </a:endParaRPr>
          </a:p>
          <a:p>
            <a:pPr marL="0" indent="0">
              <a:spcAft>
                <a:spcPts val="0"/>
              </a:spcAft>
              <a:buNone/>
            </a:pPr>
            <a:r>
              <a:rPr lang="en-US" dirty="0" smtClean="0">
                <a:highlight>
                  <a:srgbClr val="FFFF00"/>
                </a:highlight>
                <a:latin typeface="Calibri" charset="0"/>
                <a:ea typeface="Calibri" charset="0"/>
                <a:cs typeface="Times New Roman" charset="0"/>
              </a:rPr>
              <a:t>Week </a:t>
            </a:r>
            <a:r>
              <a:rPr lang="en-US" dirty="0">
                <a:highlight>
                  <a:srgbClr val="FFFF00"/>
                </a:highlight>
                <a:latin typeface="Calibri" charset="0"/>
                <a:ea typeface="Calibri" charset="0"/>
                <a:cs typeface="Times New Roman" charset="0"/>
              </a:rPr>
              <a:t>2: 21-25</a:t>
            </a:r>
            <a:r>
              <a:rPr lang="en-US" baseline="30000" dirty="0">
                <a:highlight>
                  <a:srgbClr val="FFFF00"/>
                </a:highlight>
                <a:latin typeface="Calibri" charset="0"/>
                <a:ea typeface="Calibri" charset="0"/>
                <a:cs typeface="Times New Roman" charset="0"/>
              </a:rPr>
              <a:t>th</a:t>
            </a:r>
            <a:r>
              <a:rPr lang="en-US" dirty="0">
                <a:highlight>
                  <a:srgbClr val="FFFF00"/>
                </a:highlight>
                <a:latin typeface="Calibri" charset="0"/>
                <a:ea typeface="Calibri" charset="0"/>
                <a:cs typeface="Times New Roman" charset="0"/>
              </a:rPr>
              <a:t> September</a:t>
            </a:r>
            <a:endParaRPr lang="en-GB" dirty="0">
              <a:latin typeface="Calibri" charset="0"/>
              <a:ea typeface="Calibri" charset="0"/>
              <a:cs typeface="Times New Roman" charset="0"/>
            </a:endParaRPr>
          </a:p>
          <a:p>
            <a:pPr marL="0" lvl="0" indent="0">
              <a:spcAft>
                <a:spcPts val="0"/>
              </a:spcAft>
              <a:buNone/>
            </a:pPr>
            <a:r>
              <a:rPr lang="en-US" dirty="0">
                <a:latin typeface="Calibri" charset="0"/>
                <a:ea typeface="Calibri" charset="0"/>
                <a:cs typeface="Times New Roman" charset="0"/>
              </a:rPr>
              <a:t>Lesson 1: Revision of main ideas/themes/issues presented in ‘1984’.</a:t>
            </a:r>
            <a:endParaRPr lang="en-GB" dirty="0">
              <a:latin typeface="Calibri" charset="0"/>
              <a:ea typeface="Calibri" charset="0"/>
              <a:cs typeface="Times New Roman" charset="0"/>
            </a:endParaRPr>
          </a:p>
          <a:p>
            <a:pPr marL="0" lvl="0" indent="0">
              <a:spcAft>
                <a:spcPts val="0"/>
              </a:spcAft>
              <a:buNone/>
            </a:pPr>
            <a:r>
              <a:rPr lang="en-US" dirty="0">
                <a:latin typeface="Calibri" charset="0"/>
                <a:ea typeface="Calibri" charset="0"/>
                <a:cs typeface="Times New Roman" charset="0"/>
              </a:rPr>
              <a:t>Lesson 2: Revision of main ideas/themes/issues presented in ‘COADF’.</a:t>
            </a:r>
            <a:endParaRPr lang="en-GB" dirty="0">
              <a:latin typeface="Calibri" charset="0"/>
              <a:ea typeface="Calibri" charset="0"/>
              <a:cs typeface="Times New Roman" charset="0"/>
            </a:endParaRPr>
          </a:p>
          <a:p>
            <a:pPr marL="0" lvl="0" indent="0">
              <a:spcAft>
                <a:spcPts val="0"/>
              </a:spcAft>
              <a:buNone/>
            </a:pPr>
            <a:r>
              <a:rPr lang="en-US" dirty="0">
                <a:latin typeface="Calibri" charset="0"/>
                <a:ea typeface="Calibri" charset="0"/>
                <a:cs typeface="Times New Roman" charset="0"/>
              </a:rPr>
              <a:t>Lesson 3: Structure and planning for paper 2. Complete exam questions (HW</a:t>
            </a:r>
            <a:r>
              <a:rPr lang="en-US" dirty="0" smtClean="0">
                <a:latin typeface="Calibri" charset="0"/>
                <a:ea typeface="Calibri" charset="0"/>
                <a:cs typeface="Times New Roman" charset="0"/>
              </a:rPr>
              <a:t>).</a:t>
            </a:r>
            <a:endParaRPr lang="en-GB" dirty="0">
              <a:latin typeface="Calibri" charset="0"/>
              <a:ea typeface="Calibri" charset="0"/>
              <a:cs typeface="Times New Roman" charset="0"/>
            </a:endParaRPr>
          </a:p>
        </p:txBody>
      </p:sp>
      <p:pic>
        <p:nvPicPr>
          <p:cNvPr id="8" name="Content Placeholder 7"/>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10120258" y="119498"/>
            <a:ext cx="1709302" cy="1709302"/>
          </a:xfrm>
          <a:prstGeom prst="rect">
            <a:avLst/>
          </a:prstGeom>
        </p:spPr>
      </p:pic>
    </p:spTree>
    <p:extLst>
      <p:ext uri="{BB962C8B-B14F-4D97-AF65-F5344CB8AC3E}">
        <p14:creationId xmlns:p14="http://schemas.microsoft.com/office/powerpoint/2010/main" val="1148421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23877" y="52892"/>
            <a:ext cx="10515600" cy="638484"/>
          </a:xfrm>
        </p:spPr>
        <p:txBody>
          <a:bodyPr/>
          <a:lstStyle/>
          <a:p>
            <a:pPr algn="ctr"/>
            <a:r>
              <a:rPr lang="en-US" b="1" dirty="0" smtClean="0">
                <a:solidFill>
                  <a:srgbClr val="FF0000"/>
                </a:solidFill>
                <a:latin typeface="+mn-lt"/>
              </a:rPr>
              <a:t>General Outline Term </a:t>
            </a:r>
            <a:r>
              <a:rPr lang="en-US" b="1" dirty="0" smtClean="0">
                <a:solidFill>
                  <a:srgbClr val="FF0000"/>
                </a:solidFill>
                <a:latin typeface="+mn-lt"/>
              </a:rPr>
              <a:t>4</a:t>
            </a:r>
            <a:endParaRPr lang="en-US" b="1" dirty="0">
              <a:solidFill>
                <a:srgbClr val="FF0000"/>
              </a:solidFill>
              <a:latin typeface="+mn-lt"/>
            </a:endParaRPr>
          </a:p>
        </p:txBody>
      </p:sp>
      <p:sp>
        <p:nvSpPr>
          <p:cNvPr id="6" name="Content Placeholder 5"/>
          <p:cNvSpPr>
            <a:spLocks noGrp="1"/>
          </p:cNvSpPr>
          <p:nvPr>
            <p:ph sz="half" idx="1"/>
          </p:nvPr>
        </p:nvSpPr>
        <p:spPr>
          <a:xfrm>
            <a:off x="323876" y="1109581"/>
            <a:ext cx="11505683" cy="5536546"/>
          </a:xfrm>
          <a:solidFill>
            <a:srgbClr val="FFE9EE"/>
          </a:solidFill>
        </p:spPr>
        <p:txBody>
          <a:bodyPr/>
          <a:lstStyle/>
          <a:p>
            <a:pPr marL="0" indent="0">
              <a:spcAft>
                <a:spcPts val="0"/>
              </a:spcAft>
              <a:buNone/>
            </a:pPr>
            <a:r>
              <a:rPr lang="en-US" sz="3200" dirty="0" smtClean="0">
                <a:highlight>
                  <a:srgbClr val="FFFF00"/>
                </a:highlight>
                <a:latin typeface="Calibri" charset="0"/>
                <a:ea typeface="Calibri" charset="0"/>
                <a:cs typeface="Times New Roman" charset="0"/>
              </a:rPr>
              <a:t>Week </a:t>
            </a:r>
            <a:r>
              <a:rPr lang="en-US" sz="3200" dirty="0">
                <a:highlight>
                  <a:srgbClr val="FFFF00"/>
                </a:highlight>
                <a:latin typeface="Calibri" charset="0"/>
                <a:ea typeface="Calibri" charset="0"/>
                <a:cs typeface="Times New Roman" charset="0"/>
              </a:rPr>
              <a:t>3: 28</a:t>
            </a:r>
            <a:r>
              <a:rPr lang="en-US" sz="3200" baseline="30000" dirty="0">
                <a:highlight>
                  <a:srgbClr val="FFFF00"/>
                </a:highlight>
                <a:latin typeface="Calibri" charset="0"/>
                <a:ea typeface="Calibri" charset="0"/>
                <a:cs typeface="Times New Roman" charset="0"/>
              </a:rPr>
              <a:t>th</a:t>
            </a:r>
            <a:r>
              <a:rPr lang="en-US" sz="3200" dirty="0">
                <a:highlight>
                  <a:srgbClr val="FFFF00"/>
                </a:highlight>
                <a:latin typeface="Calibri" charset="0"/>
                <a:ea typeface="Calibri" charset="0"/>
                <a:cs typeface="Times New Roman" charset="0"/>
              </a:rPr>
              <a:t> Sep- 2</a:t>
            </a:r>
            <a:r>
              <a:rPr lang="en-US" sz="3200" baseline="30000" dirty="0">
                <a:highlight>
                  <a:srgbClr val="FFFF00"/>
                </a:highlight>
                <a:latin typeface="Calibri" charset="0"/>
                <a:ea typeface="Calibri" charset="0"/>
                <a:cs typeface="Times New Roman" charset="0"/>
              </a:rPr>
              <a:t>nd</a:t>
            </a:r>
            <a:r>
              <a:rPr lang="en-US" sz="3200" dirty="0">
                <a:highlight>
                  <a:srgbClr val="FFFF00"/>
                </a:highlight>
                <a:latin typeface="Calibri" charset="0"/>
                <a:ea typeface="Calibri" charset="0"/>
                <a:cs typeface="Times New Roman" charset="0"/>
              </a:rPr>
              <a:t> October</a:t>
            </a:r>
            <a:endParaRPr lang="en-GB" sz="3200" dirty="0">
              <a:latin typeface="Calibri" charset="0"/>
              <a:ea typeface="Calibri" charset="0"/>
              <a:cs typeface="Times New Roman" charset="0"/>
            </a:endParaRPr>
          </a:p>
          <a:p>
            <a:pPr marL="0" lvl="0" indent="0">
              <a:spcAft>
                <a:spcPts val="0"/>
              </a:spcAft>
              <a:buNone/>
            </a:pPr>
            <a:r>
              <a:rPr lang="en-US" sz="3200" dirty="0">
                <a:latin typeface="Calibri" charset="0"/>
                <a:ea typeface="Calibri" charset="0"/>
                <a:cs typeface="Times New Roman" charset="0"/>
              </a:rPr>
              <a:t>Lesson 1: Marking peer exam paper 2 and go through the mark schemes.</a:t>
            </a:r>
            <a:endParaRPr lang="en-GB" sz="3200" dirty="0">
              <a:latin typeface="Calibri" charset="0"/>
              <a:ea typeface="Calibri" charset="0"/>
              <a:cs typeface="Times New Roman" charset="0"/>
            </a:endParaRPr>
          </a:p>
          <a:p>
            <a:pPr marL="0" lvl="0" indent="0">
              <a:spcAft>
                <a:spcPts val="0"/>
              </a:spcAft>
              <a:buNone/>
            </a:pPr>
            <a:r>
              <a:rPr lang="en-US" sz="3200" dirty="0">
                <a:latin typeface="Calibri" charset="0"/>
                <a:ea typeface="Calibri" charset="0"/>
                <a:cs typeface="Times New Roman" charset="0"/>
              </a:rPr>
              <a:t>Lesson 2: Exam questions spreadsheet and planning (shared doc).</a:t>
            </a:r>
            <a:endParaRPr lang="en-GB" sz="3200" dirty="0">
              <a:latin typeface="Calibri" charset="0"/>
              <a:ea typeface="Calibri" charset="0"/>
              <a:cs typeface="Times New Roman" charset="0"/>
            </a:endParaRPr>
          </a:p>
          <a:p>
            <a:pPr marL="0" lvl="0" indent="0">
              <a:spcAft>
                <a:spcPts val="0"/>
              </a:spcAft>
              <a:buNone/>
            </a:pPr>
            <a:r>
              <a:rPr lang="en-US" sz="3200" dirty="0">
                <a:latin typeface="Calibri" charset="0"/>
                <a:ea typeface="Calibri" charset="0"/>
                <a:cs typeface="Times New Roman" charset="0"/>
              </a:rPr>
              <a:t>Lesson 3: Exam questions spreadsheet and planning (shared doc</a:t>
            </a:r>
            <a:r>
              <a:rPr lang="en-US" sz="3200" dirty="0" smtClean="0">
                <a:latin typeface="Calibri" charset="0"/>
                <a:ea typeface="Calibri" charset="0"/>
                <a:cs typeface="Times New Roman" charset="0"/>
              </a:rPr>
              <a:t>).</a:t>
            </a:r>
            <a:endParaRPr lang="en-GB" sz="3200" dirty="0">
              <a:latin typeface="Calibri" charset="0"/>
              <a:ea typeface="Calibri" charset="0"/>
              <a:cs typeface="Times New Roman" charset="0"/>
            </a:endParaRPr>
          </a:p>
          <a:p>
            <a:pPr marL="0" indent="0">
              <a:spcAft>
                <a:spcPts val="0"/>
              </a:spcAft>
              <a:buNone/>
            </a:pPr>
            <a:endParaRPr lang="en-US" sz="3200" dirty="0" smtClean="0">
              <a:highlight>
                <a:srgbClr val="FFFF00"/>
              </a:highlight>
              <a:latin typeface="Calibri" charset="0"/>
              <a:ea typeface="Calibri" charset="0"/>
              <a:cs typeface="Times New Roman" charset="0"/>
            </a:endParaRPr>
          </a:p>
          <a:p>
            <a:pPr marL="0" indent="0">
              <a:spcAft>
                <a:spcPts val="0"/>
              </a:spcAft>
              <a:buNone/>
            </a:pPr>
            <a:r>
              <a:rPr lang="en-US" sz="3200" dirty="0" smtClean="0">
                <a:highlight>
                  <a:srgbClr val="FFFF00"/>
                </a:highlight>
                <a:latin typeface="Calibri" charset="0"/>
                <a:ea typeface="Calibri" charset="0"/>
                <a:cs typeface="Times New Roman" charset="0"/>
              </a:rPr>
              <a:t>Week </a:t>
            </a:r>
            <a:r>
              <a:rPr lang="en-US" sz="3200" dirty="0">
                <a:highlight>
                  <a:srgbClr val="FFFF00"/>
                </a:highlight>
                <a:latin typeface="Calibri" charset="0"/>
                <a:ea typeface="Calibri" charset="0"/>
                <a:cs typeface="Times New Roman" charset="0"/>
              </a:rPr>
              <a:t>4: 5</a:t>
            </a:r>
            <a:r>
              <a:rPr lang="en-US" sz="3200" baseline="30000" dirty="0">
                <a:highlight>
                  <a:srgbClr val="FFFF00"/>
                </a:highlight>
                <a:latin typeface="Calibri" charset="0"/>
                <a:ea typeface="Calibri" charset="0"/>
                <a:cs typeface="Times New Roman" charset="0"/>
              </a:rPr>
              <a:t>th</a:t>
            </a:r>
            <a:r>
              <a:rPr lang="en-US" sz="3200" dirty="0">
                <a:highlight>
                  <a:srgbClr val="FFFF00"/>
                </a:highlight>
                <a:latin typeface="Calibri" charset="0"/>
                <a:ea typeface="Calibri" charset="0"/>
                <a:cs typeface="Times New Roman" charset="0"/>
              </a:rPr>
              <a:t>-9</a:t>
            </a:r>
            <a:r>
              <a:rPr lang="en-US" sz="3200" baseline="30000" dirty="0">
                <a:highlight>
                  <a:srgbClr val="FFFF00"/>
                </a:highlight>
                <a:latin typeface="Calibri" charset="0"/>
                <a:ea typeface="Calibri" charset="0"/>
                <a:cs typeface="Times New Roman" charset="0"/>
              </a:rPr>
              <a:t>th</a:t>
            </a:r>
            <a:r>
              <a:rPr lang="en-US" sz="3200" dirty="0">
                <a:highlight>
                  <a:srgbClr val="FFFF00"/>
                </a:highlight>
                <a:latin typeface="Calibri" charset="0"/>
                <a:ea typeface="Calibri" charset="0"/>
                <a:cs typeface="Times New Roman" charset="0"/>
              </a:rPr>
              <a:t> October</a:t>
            </a:r>
            <a:r>
              <a:rPr lang="en-US" sz="3200" dirty="0">
                <a:latin typeface="Calibri" charset="0"/>
                <a:ea typeface="Calibri" charset="0"/>
                <a:cs typeface="Times New Roman" charset="0"/>
              </a:rPr>
              <a:t> </a:t>
            </a:r>
            <a:endParaRPr lang="en-GB" sz="3200" dirty="0">
              <a:latin typeface="Calibri" charset="0"/>
              <a:ea typeface="Calibri" charset="0"/>
              <a:cs typeface="Times New Roman" charset="0"/>
            </a:endParaRPr>
          </a:p>
          <a:p>
            <a:pPr marL="0" lvl="0" indent="0">
              <a:spcAft>
                <a:spcPts val="0"/>
              </a:spcAft>
              <a:buNone/>
            </a:pPr>
            <a:r>
              <a:rPr lang="en-US" sz="3200" dirty="0">
                <a:latin typeface="Calibri" charset="0"/>
                <a:ea typeface="Calibri" charset="0"/>
                <a:cs typeface="Times New Roman" charset="0"/>
              </a:rPr>
              <a:t>Lesson 1: Final Paper </a:t>
            </a:r>
            <a:r>
              <a:rPr lang="en-US" sz="3200" dirty="0" smtClean="0">
                <a:latin typeface="Calibri" charset="0"/>
                <a:ea typeface="Calibri" charset="0"/>
                <a:cs typeface="Times New Roman" charset="0"/>
              </a:rPr>
              <a:t>1 + 2 </a:t>
            </a:r>
            <a:r>
              <a:rPr lang="en-US" sz="3200" dirty="0">
                <a:latin typeface="Calibri" charset="0"/>
                <a:ea typeface="Calibri" charset="0"/>
                <a:cs typeface="Times New Roman" charset="0"/>
              </a:rPr>
              <a:t>Revision</a:t>
            </a:r>
            <a:endParaRPr lang="en-GB" sz="3200" dirty="0">
              <a:latin typeface="Calibri" charset="0"/>
              <a:ea typeface="Calibri" charset="0"/>
              <a:cs typeface="Times New Roman" charset="0"/>
            </a:endParaRPr>
          </a:p>
          <a:p>
            <a:pPr marL="0" lvl="0" indent="0">
              <a:spcAft>
                <a:spcPts val="0"/>
              </a:spcAft>
              <a:buNone/>
            </a:pPr>
            <a:endParaRPr lang="en-US" dirty="0"/>
          </a:p>
        </p:txBody>
      </p:sp>
      <p:pic>
        <p:nvPicPr>
          <p:cNvPr id="8" name="Content Placeholder 7"/>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10817666" y="237923"/>
            <a:ext cx="1325111" cy="1325111"/>
          </a:xfrm>
          <a:prstGeom prst="rect">
            <a:avLst/>
          </a:prstGeom>
        </p:spPr>
      </p:pic>
    </p:spTree>
    <p:extLst>
      <p:ext uri="{BB962C8B-B14F-4D97-AF65-F5344CB8AC3E}">
        <p14:creationId xmlns:p14="http://schemas.microsoft.com/office/powerpoint/2010/main" val="7412496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65125"/>
            <a:ext cx="12192000" cy="1325563"/>
          </a:xfrm>
        </p:spPr>
        <p:txBody>
          <a:bodyPr>
            <a:noAutofit/>
          </a:bodyPr>
          <a:lstStyle/>
          <a:p>
            <a:pPr algn="ctr"/>
            <a:r>
              <a:rPr lang="en-US" sz="7200" b="1" dirty="0" smtClean="0">
                <a:solidFill>
                  <a:srgbClr val="FF0000"/>
                </a:solidFill>
                <a:latin typeface="+mn-lt"/>
              </a:rPr>
              <a:t>We are still a digital classroom!</a:t>
            </a:r>
            <a:endParaRPr lang="en-US" sz="7200" b="1" dirty="0">
              <a:solidFill>
                <a:srgbClr val="FF0000"/>
              </a:solidFill>
              <a:latin typeface="+mn-lt"/>
            </a:endParaRPr>
          </a:p>
        </p:txBody>
      </p:sp>
      <p:pic>
        <p:nvPicPr>
          <p:cNvPr id="5" name="Content Placeholder 4"/>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1008003" y="2022765"/>
            <a:ext cx="4835235" cy="4835235"/>
          </a:xfrm>
        </p:spPr>
      </p:pic>
      <p:pic>
        <p:nvPicPr>
          <p:cNvPr id="6" name="Content Placeholder 5"/>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362080" y="2413794"/>
            <a:ext cx="5269575" cy="3763982"/>
          </a:xfrm>
        </p:spPr>
      </p:pic>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8892" y="3655412"/>
            <a:ext cx="1362496" cy="1280746"/>
          </a:xfrm>
          <a:prstGeom prst="rect">
            <a:avLst/>
          </a:prstGeom>
        </p:spPr>
      </p:pic>
    </p:spTree>
    <p:extLst>
      <p:ext uri="{BB962C8B-B14F-4D97-AF65-F5344CB8AC3E}">
        <p14:creationId xmlns:p14="http://schemas.microsoft.com/office/powerpoint/2010/main" val="208127031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5670176" cy="1138687"/>
          </a:xfrm>
        </p:spPr>
        <p:txBody>
          <a:bodyPr>
            <a:normAutofit/>
          </a:bodyPr>
          <a:lstStyle/>
          <a:p>
            <a:pPr algn="ctr"/>
            <a:r>
              <a:rPr lang="en-US" sz="6000" b="1" dirty="0">
                <a:solidFill>
                  <a:schemeClr val="bg1"/>
                </a:solidFill>
                <a:latin typeface="+mn-lt"/>
              </a:rPr>
              <a:t>Homework</a:t>
            </a:r>
          </a:p>
        </p:txBody>
      </p:sp>
      <p:sp>
        <p:nvSpPr>
          <p:cNvPr id="3" name="Content Placeholder 2"/>
          <p:cNvSpPr>
            <a:spLocks noGrp="1"/>
          </p:cNvSpPr>
          <p:nvPr>
            <p:ph sz="half" idx="1"/>
          </p:nvPr>
        </p:nvSpPr>
        <p:spPr>
          <a:xfrm>
            <a:off x="123180" y="1138687"/>
            <a:ext cx="6898426" cy="5167312"/>
          </a:xfrm>
          <a:solidFill>
            <a:schemeClr val="bg1"/>
          </a:solidFill>
        </p:spPr>
        <p:txBody>
          <a:bodyPr>
            <a:normAutofit/>
          </a:bodyPr>
          <a:lstStyle/>
          <a:p>
            <a:pPr marL="0" indent="0">
              <a:buNone/>
            </a:pPr>
            <a:endParaRPr lang="en-US" b="1" baseline="30000" dirty="0">
              <a:solidFill>
                <a:srgbClr val="000000"/>
              </a:solidFill>
              <a:latin typeface="Calibri" charset="0"/>
              <a:ea typeface="MS Mincho" charset="-128"/>
              <a:cs typeface="MS Mincho" charset="-128"/>
            </a:endParaRPr>
          </a:p>
          <a:p>
            <a:pPr marL="0" indent="0">
              <a:buNone/>
            </a:pPr>
            <a:r>
              <a:rPr lang="en-US" b="1" dirty="0" smtClean="0">
                <a:latin typeface="Calibri" charset="0"/>
                <a:ea typeface="MS Mincho" charset="-128"/>
                <a:cs typeface="MS Mincho" charset="-128"/>
              </a:rPr>
              <a:t>Be prepared: Bring Chronicle</a:t>
            </a:r>
          </a:p>
          <a:p>
            <a:pPr marL="0" indent="0">
              <a:buNone/>
            </a:pPr>
            <a:endParaRPr lang="en-US" b="1" dirty="0">
              <a:latin typeface="Calibri" charset="0"/>
              <a:ea typeface="MS Mincho" charset="-128"/>
              <a:cs typeface="MS Mincho" charset="-128"/>
            </a:endParaRPr>
          </a:p>
          <a:p>
            <a:pPr marL="0" indent="0">
              <a:buNone/>
            </a:pPr>
            <a:r>
              <a:rPr lang="en-US" b="1" dirty="0">
                <a:latin typeface="Calibri" charset="0"/>
                <a:ea typeface="MS Mincho" charset="-128"/>
                <a:cs typeface="MS Mincho" charset="-128"/>
              </a:rPr>
              <a:t>Read </a:t>
            </a:r>
            <a:r>
              <a:rPr lang="en-US" b="1" dirty="0" smtClean="0">
                <a:latin typeface="Calibri" charset="0"/>
                <a:ea typeface="MS Mincho" charset="-128"/>
                <a:cs typeface="MS Mincho" charset="-128"/>
              </a:rPr>
              <a:t>Context/Key Documents/ Theme and Character Folders </a:t>
            </a:r>
            <a:r>
              <a:rPr lang="en-US" b="1" dirty="0">
                <a:latin typeface="Calibri" charset="0"/>
                <a:ea typeface="MS Mincho" charset="-128"/>
                <a:cs typeface="MS Mincho" charset="-128"/>
              </a:rPr>
              <a:t>on </a:t>
            </a:r>
            <a:r>
              <a:rPr lang="en-US" b="1" dirty="0" err="1" smtClean="0">
                <a:latin typeface="Calibri" charset="0"/>
                <a:ea typeface="MS Mincho" charset="-128"/>
                <a:cs typeface="MS Mincho" charset="-128"/>
              </a:rPr>
              <a:t>Managebac</a:t>
            </a:r>
            <a:endParaRPr lang="en-US" b="1" dirty="0">
              <a:solidFill>
                <a:srgbClr val="0432FF"/>
              </a:solidFill>
              <a:latin typeface="Calibri" charset="0"/>
              <a:ea typeface="MS Mincho" charset="-128"/>
              <a:cs typeface="MS Mincho" charset="-128"/>
            </a:endParaRPr>
          </a:p>
        </p:txBody>
      </p:sp>
      <p:pic>
        <p:nvPicPr>
          <p:cNvPr id="5" name="Content Placeholder 4"/>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7534836" y="402961"/>
            <a:ext cx="4370420" cy="6070028"/>
          </a:xfr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08413" y="4692712"/>
            <a:ext cx="1362496" cy="1280746"/>
          </a:xfrm>
          <a:prstGeom prst="rect">
            <a:avLst/>
          </a:prstGeom>
        </p:spPr>
      </p:pic>
    </p:spTree>
    <p:extLst>
      <p:ext uri="{BB962C8B-B14F-4D97-AF65-F5344CB8AC3E}">
        <p14:creationId xmlns:p14="http://schemas.microsoft.com/office/powerpoint/2010/main" val="1075801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9620" y="0"/>
            <a:ext cx="10515600" cy="1325563"/>
          </a:xfrm>
        </p:spPr>
        <p:txBody>
          <a:bodyPr/>
          <a:lstStyle/>
          <a:p>
            <a:pPr algn="ctr"/>
            <a:r>
              <a:rPr lang="en-US" b="1" dirty="0" smtClean="0">
                <a:solidFill>
                  <a:srgbClr val="00B050"/>
                </a:solidFill>
                <a:latin typeface="+mn-lt"/>
              </a:rPr>
              <a:t>Summary Chapter </a:t>
            </a:r>
            <a:r>
              <a:rPr lang="en-US" b="1" dirty="0" smtClean="0">
                <a:solidFill>
                  <a:srgbClr val="00B050"/>
                </a:solidFill>
                <a:latin typeface="+mn-lt"/>
              </a:rPr>
              <a:t>5</a:t>
            </a:r>
            <a:endParaRPr lang="en-US" b="1" dirty="0">
              <a:solidFill>
                <a:srgbClr val="00B050"/>
              </a:solidFill>
              <a:latin typeface="+mn-lt"/>
            </a:endParaRPr>
          </a:p>
        </p:txBody>
      </p:sp>
      <p:sp>
        <p:nvSpPr>
          <p:cNvPr id="3" name="Content Placeholder 2"/>
          <p:cNvSpPr>
            <a:spLocks noGrp="1"/>
          </p:cNvSpPr>
          <p:nvPr>
            <p:ph idx="1"/>
          </p:nvPr>
        </p:nvSpPr>
        <p:spPr>
          <a:xfrm>
            <a:off x="388620" y="1325564"/>
            <a:ext cx="11803380" cy="5532436"/>
          </a:xfrm>
        </p:spPr>
        <p:txBody>
          <a:bodyPr>
            <a:normAutofit lnSpcReduction="10000"/>
          </a:bodyPr>
          <a:lstStyle/>
          <a:p>
            <a:r>
              <a:rPr lang="en-US" dirty="0"/>
              <a:t>Summarizing what happened to other characters in the village after Santiago’s assassination and the trial that happened against the twins</a:t>
            </a:r>
            <a:r>
              <a:rPr lang="en-US" dirty="0" smtClean="0"/>
              <a:t>.</a:t>
            </a:r>
          </a:p>
          <a:p>
            <a:endParaRPr lang="en-GB" dirty="0"/>
          </a:p>
          <a:p>
            <a:r>
              <a:rPr lang="en-US" dirty="0" smtClean="0"/>
              <a:t>Tracking </a:t>
            </a:r>
            <a:r>
              <a:rPr lang="en-US" dirty="0"/>
              <a:t>back events happened on the day towards Santiago </a:t>
            </a:r>
            <a:r>
              <a:rPr lang="en-US" dirty="0" err="1"/>
              <a:t>Nazar’s</a:t>
            </a:r>
            <a:r>
              <a:rPr lang="en-US" dirty="0"/>
              <a:t> death from morning till very moment of his death.  Short descriptions of episodes occurred building up to Santiago’s death</a:t>
            </a:r>
            <a:r>
              <a:rPr lang="en-US" dirty="0" smtClean="0"/>
              <a:t>.</a:t>
            </a:r>
          </a:p>
          <a:p>
            <a:endParaRPr lang="en-GB" dirty="0"/>
          </a:p>
          <a:p>
            <a:r>
              <a:rPr lang="en-US" dirty="0" smtClean="0"/>
              <a:t>On </a:t>
            </a:r>
            <a:r>
              <a:rPr lang="en-US" dirty="0"/>
              <a:t>page 101, the narrator insinuates that Santiago </a:t>
            </a:r>
            <a:r>
              <a:rPr lang="en-US" i="1" dirty="0"/>
              <a:t>did not</a:t>
            </a:r>
            <a:r>
              <a:rPr lang="en-US" dirty="0"/>
              <a:t> violate Angela Vicario, making note of how her statement, “He was my perpetrator”, did not take into account specifics (therefore alluding to its falsehood). The statement itself is brash and concise, suggesting that the fact it happened would be accepted by the populace and would therefore validate a fully justifiable motive for the killing. </a:t>
            </a:r>
            <a:endParaRPr lang="en-GB" dirty="0"/>
          </a:p>
          <a:p>
            <a:endParaRPr lang="en-US" dirty="0"/>
          </a:p>
        </p:txBody>
      </p:sp>
    </p:spTree>
    <p:extLst>
      <p:ext uri="{BB962C8B-B14F-4D97-AF65-F5344CB8AC3E}">
        <p14:creationId xmlns:p14="http://schemas.microsoft.com/office/powerpoint/2010/main" val="13672594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9620" y="0"/>
            <a:ext cx="10515600" cy="1325563"/>
          </a:xfrm>
        </p:spPr>
        <p:txBody>
          <a:bodyPr/>
          <a:lstStyle/>
          <a:p>
            <a:pPr algn="ctr"/>
            <a:r>
              <a:rPr lang="en-US" b="1" dirty="0" smtClean="0">
                <a:solidFill>
                  <a:srgbClr val="00B050"/>
                </a:solidFill>
                <a:latin typeface="+mn-lt"/>
              </a:rPr>
              <a:t>Summary Chapter </a:t>
            </a:r>
            <a:r>
              <a:rPr lang="en-US" b="1" dirty="0" smtClean="0">
                <a:solidFill>
                  <a:srgbClr val="00B050"/>
                </a:solidFill>
                <a:latin typeface="+mn-lt"/>
              </a:rPr>
              <a:t>5</a:t>
            </a:r>
            <a:endParaRPr lang="en-US" b="1" dirty="0">
              <a:solidFill>
                <a:srgbClr val="00B050"/>
              </a:solidFill>
              <a:latin typeface="+mn-lt"/>
            </a:endParaRPr>
          </a:p>
        </p:txBody>
      </p:sp>
      <p:sp>
        <p:nvSpPr>
          <p:cNvPr id="3" name="Content Placeholder 2"/>
          <p:cNvSpPr>
            <a:spLocks noGrp="1"/>
          </p:cNvSpPr>
          <p:nvPr>
            <p:ph idx="1"/>
          </p:nvPr>
        </p:nvSpPr>
        <p:spPr>
          <a:xfrm>
            <a:off x="388620" y="1325564"/>
            <a:ext cx="11803380" cy="5532436"/>
          </a:xfrm>
        </p:spPr>
        <p:txBody>
          <a:bodyPr>
            <a:normAutofit/>
          </a:bodyPr>
          <a:lstStyle/>
          <a:p>
            <a:r>
              <a:rPr lang="en-US" dirty="0"/>
              <a:t>The narrator appears to </a:t>
            </a:r>
            <a:r>
              <a:rPr lang="en-US" dirty="0" err="1"/>
              <a:t>sympathise</a:t>
            </a:r>
            <a:r>
              <a:rPr lang="en-US" dirty="0"/>
              <a:t> with Santiago, seen through pages 101-103 in particular. Allusions are made to Santiago’s “innocence”, therefore incriminating Angela Vicario (and as a consequence of what she has said, her brothers as well</a:t>
            </a:r>
            <a:r>
              <a:rPr lang="en-US" dirty="0" smtClean="0"/>
              <a:t>).</a:t>
            </a:r>
          </a:p>
          <a:p>
            <a:endParaRPr lang="en-US" dirty="0"/>
          </a:p>
          <a:p>
            <a:endParaRPr lang="en-GB" dirty="0"/>
          </a:p>
          <a:p>
            <a:r>
              <a:rPr lang="en-US" dirty="0" smtClean="0"/>
              <a:t>The </a:t>
            </a:r>
            <a:r>
              <a:rPr lang="en-US" dirty="0"/>
              <a:t>chapter ends with a graphic account of his death at the hands of the Vicario twins, and his last moments leading to his collapse on the kitchen floor.</a:t>
            </a:r>
            <a:endParaRPr lang="en-GB" dirty="0"/>
          </a:p>
          <a:p>
            <a:endParaRPr lang="en-GB" dirty="0"/>
          </a:p>
          <a:p>
            <a:endParaRPr lang="en-US" dirty="0"/>
          </a:p>
        </p:txBody>
      </p:sp>
    </p:spTree>
    <p:extLst>
      <p:ext uri="{BB962C8B-B14F-4D97-AF65-F5344CB8AC3E}">
        <p14:creationId xmlns:p14="http://schemas.microsoft.com/office/powerpoint/2010/main" val="145403223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D6D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u="sng" dirty="0">
                <a:solidFill>
                  <a:srgbClr val="FF0000"/>
                </a:solidFill>
              </a:rPr>
              <a:t>Recap ‘Big 5’ and Text Types</a:t>
            </a:r>
            <a:endParaRPr lang="en-US" b="1" u="sng" dirty="0">
              <a:solidFill>
                <a:srgbClr val="FF0000"/>
              </a:solidFill>
            </a:endParaRPr>
          </a:p>
        </p:txBody>
      </p:sp>
    </p:spTree>
    <p:extLst>
      <p:ext uri="{BB962C8B-B14F-4D97-AF65-F5344CB8AC3E}">
        <p14:creationId xmlns:p14="http://schemas.microsoft.com/office/powerpoint/2010/main" val="175597361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677359"/>
            <a:ext cx="12027519" cy="1325563"/>
          </a:xfrm>
        </p:spPr>
        <p:txBody>
          <a:bodyPr>
            <a:normAutofit fontScale="90000"/>
          </a:bodyPr>
          <a:lstStyle/>
          <a:p>
            <a:pPr algn="ctr"/>
            <a:r>
              <a:rPr lang="en-US" b="1" dirty="0" smtClean="0">
                <a:solidFill>
                  <a:srgbClr val="00B050"/>
                </a:solidFill>
                <a:latin typeface="+mn-lt"/>
              </a:rPr>
              <a:t>So, I had this super-fun activity planned this morning and then </a:t>
            </a:r>
            <a:r>
              <a:rPr lang="en-US" b="1" dirty="0" err="1" smtClean="0">
                <a:solidFill>
                  <a:srgbClr val="00B050"/>
                </a:solidFill>
                <a:latin typeface="+mn-lt"/>
              </a:rPr>
              <a:t>Mrs</a:t>
            </a:r>
            <a:r>
              <a:rPr lang="en-US" b="1" dirty="0" smtClean="0">
                <a:solidFill>
                  <a:srgbClr val="00B050"/>
                </a:solidFill>
                <a:latin typeface="+mn-lt"/>
              </a:rPr>
              <a:t> Hollis told me about new social distancing policy so</a:t>
            </a:r>
            <a:r>
              <a:rPr lang="mr-IN" b="1" dirty="0" smtClean="0">
                <a:solidFill>
                  <a:srgbClr val="00B050"/>
                </a:solidFill>
                <a:latin typeface="+mn-lt"/>
              </a:rPr>
              <a:t>…</a:t>
            </a:r>
            <a:r>
              <a:rPr lang="en-US" b="1" dirty="0" smtClean="0">
                <a:solidFill>
                  <a:srgbClr val="00B050"/>
                </a:solidFill>
                <a:latin typeface="+mn-lt"/>
              </a:rPr>
              <a:t> back to Firefly I guess. Sorry guys! </a:t>
            </a:r>
            <a:br>
              <a:rPr lang="en-US" b="1" dirty="0" smtClean="0">
                <a:solidFill>
                  <a:srgbClr val="00B050"/>
                </a:solidFill>
                <a:latin typeface="+mn-lt"/>
              </a:rPr>
            </a:br>
            <a:r>
              <a:rPr lang="en-US" b="1" dirty="0" smtClean="0">
                <a:solidFill>
                  <a:srgbClr val="00B050"/>
                </a:solidFill>
                <a:latin typeface="+mn-lt"/>
              </a:rPr>
              <a:t>Enjoy the meme??? :/</a:t>
            </a:r>
            <a:endParaRPr lang="en-US" dirty="0">
              <a:solidFill>
                <a:srgbClr val="0432FF"/>
              </a:solidFill>
            </a:endParaRPr>
          </a:p>
        </p:txBody>
      </p:sp>
      <p:pic>
        <p:nvPicPr>
          <p:cNvPr id="5" name="Content Placeholder 4"/>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164481" y="2783505"/>
            <a:ext cx="6400800" cy="3604054"/>
          </a:xfrm>
        </p:spPr>
      </p:pic>
      <p:pic>
        <p:nvPicPr>
          <p:cNvPr id="8" name="Content Placeholder 4"/>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980663" y="2783505"/>
            <a:ext cx="4373137" cy="3570965"/>
          </a:xfrm>
        </p:spPr>
      </p:pic>
    </p:spTree>
    <p:extLst>
      <p:ext uri="{BB962C8B-B14F-4D97-AF65-F5344CB8AC3E}">
        <p14:creationId xmlns:p14="http://schemas.microsoft.com/office/powerpoint/2010/main" val="192828703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5334000" cy="1325563"/>
          </a:xfrm>
        </p:spPr>
        <p:txBody>
          <a:bodyPr>
            <a:normAutofit fontScale="90000"/>
          </a:bodyPr>
          <a:lstStyle/>
          <a:p>
            <a:pPr algn="ctr"/>
            <a:r>
              <a:rPr lang="en-US" b="1" dirty="0" smtClean="0">
                <a:solidFill>
                  <a:srgbClr val="0432FF"/>
                </a:solidFill>
                <a:latin typeface="+mn-lt"/>
              </a:rPr>
              <a:t>Paper 1 SL Beach Sweatshirt and Practice Paper 1 Shape</a:t>
            </a:r>
            <a:endParaRPr lang="en-US" b="1" dirty="0">
              <a:solidFill>
                <a:srgbClr val="0432FF"/>
              </a:solidFill>
              <a:latin typeface="+mn-lt"/>
            </a:endParaRPr>
          </a:p>
        </p:txBody>
      </p:sp>
      <p:sp>
        <p:nvSpPr>
          <p:cNvPr id="3" name="Content Placeholder 2"/>
          <p:cNvSpPr>
            <a:spLocks noGrp="1"/>
          </p:cNvSpPr>
          <p:nvPr>
            <p:ph sz="half" idx="1"/>
          </p:nvPr>
        </p:nvSpPr>
        <p:spPr>
          <a:xfrm>
            <a:off x="379141" y="2160162"/>
            <a:ext cx="6337887" cy="4697838"/>
          </a:xfrm>
        </p:spPr>
        <p:txBody>
          <a:bodyPr>
            <a:normAutofit/>
          </a:bodyPr>
          <a:lstStyle/>
          <a:p>
            <a:r>
              <a:rPr lang="en-US" dirty="0" smtClean="0"/>
              <a:t>Complete the Practice Paper 1 Shape Activities.</a:t>
            </a:r>
          </a:p>
          <a:p>
            <a:endParaRPr lang="en-US" dirty="0"/>
          </a:p>
          <a:p>
            <a:r>
              <a:rPr lang="en-US" dirty="0" smtClean="0"/>
              <a:t>Use the other resources to review and guide you. You could also look on </a:t>
            </a:r>
            <a:r>
              <a:rPr lang="en-US" dirty="0" err="1" smtClean="0"/>
              <a:t>Managebac</a:t>
            </a:r>
            <a:r>
              <a:rPr lang="en-US" dirty="0" smtClean="0"/>
              <a:t>!</a:t>
            </a:r>
          </a:p>
          <a:p>
            <a:endParaRPr lang="en-US" dirty="0"/>
          </a:p>
          <a:p>
            <a:r>
              <a:rPr lang="en-US" dirty="0" smtClean="0"/>
              <a:t>Hand in the worksheet Practice Paper 1 Shape to Firefly by 13.35. We will review your response on the board.</a:t>
            </a:r>
          </a:p>
        </p:txBody>
      </p:sp>
      <p:pic>
        <p:nvPicPr>
          <p:cNvPr id="5" name="Content Placeholder 4" descr="http://youarebeingmanipulated.com/wp-content/uploads/2013/01/Shape-Liquid-Powder-19701.jpg"/>
          <p:cNvPicPr>
            <a:picLocks noGrp="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717028" y="0"/>
            <a:ext cx="5170171" cy="6858000"/>
          </a:xfrm>
          <a:prstGeom prst="rect">
            <a:avLst/>
          </a:prstGeom>
          <a:noFill/>
          <a:ln>
            <a:noFill/>
          </a:ln>
        </p:spPr>
      </p:pic>
    </p:spTree>
    <p:extLst>
      <p:ext uri="{BB962C8B-B14F-4D97-AF65-F5344CB8AC3E}">
        <p14:creationId xmlns:p14="http://schemas.microsoft.com/office/powerpoint/2010/main" val="1962192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5">
            <a:lumMod val="60000"/>
            <a:lumOff val="40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AU" sz="6600" dirty="0" smtClean="0">
                <a:solidFill>
                  <a:srgbClr val="FF0000"/>
                </a:solidFill>
              </a:rPr>
              <a:t>The Big 5</a:t>
            </a:r>
            <a:endParaRPr lang="en-US" sz="6600" dirty="0">
              <a:solidFill>
                <a:srgbClr val="FF0000"/>
              </a:solidFill>
            </a:endParaRPr>
          </a:p>
        </p:txBody>
      </p:sp>
    </p:spTree>
    <p:extLst>
      <p:ext uri="{BB962C8B-B14F-4D97-AF65-F5344CB8AC3E}">
        <p14:creationId xmlns:p14="http://schemas.microsoft.com/office/powerpoint/2010/main" val="3699008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0"/>
            <a:ext cx="10972800" cy="1004552"/>
          </a:xfrm>
        </p:spPr>
        <p:txBody>
          <a:bodyPr/>
          <a:lstStyle/>
          <a:p>
            <a:r>
              <a:rPr lang="en-US" b="1" dirty="0" smtClean="0">
                <a:solidFill>
                  <a:srgbClr val="008F00"/>
                </a:solidFill>
              </a:rPr>
              <a:t>Everything is a Text</a:t>
            </a:r>
            <a:endParaRPr lang="en-US" b="1" dirty="0">
              <a:solidFill>
                <a:srgbClr val="008F00"/>
              </a:solidFill>
            </a:endParaRPr>
          </a:p>
        </p:txBody>
      </p:sp>
      <p:sp>
        <p:nvSpPr>
          <p:cNvPr id="3" name="Content Placeholder 2"/>
          <p:cNvSpPr>
            <a:spLocks noGrp="1"/>
          </p:cNvSpPr>
          <p:nvPr>
            <p:ph sz="half" idx="1"/>
          </p:nvPr>
        </p:nvSpPr>
        <p:spPr>
          <a:xfrm>
            <a:off x="463639" y="1223493"/>
            <a:ext cx="5383707" cy="5634507"/>
          </a:xfrm>
        </p:spPr>
        <p:txBody>
          <a:bodyPr>
            <a:normAutofit fontScale="92500" lnSpcReduction="10000"/>
          </a:bodyPr>
          <a:lstStyle/>
          <a:p>
            <a:r>
              <a:rPr lang="en-US" dirty="0">
                <a:solidFill>
                  <a:srgbClr val="0432FF"/>
                </a:solidFill>
              </a:rPr>
              <a:t>The best way to become familiar with the 'Big 5' is to practice using it on anything and everything. After all, anything and everything could be considered a text. </a:t>
            </a:r>
            <a:endParaRPr lang="en-US" dirty="0" smtClean="0">
              <a:solidFill>
                <a:srgbClr val="0432FF"/>
              </a:solidFill>
            </a:endParaRPr>
          </a:p>
          <a:p>
            <a:endParaRPr lang="en-US" dirty="0">
              <a:solidFill>
                <a:srgbClr val="0000FF"/>
              </a:solidFill>
            </a:endParaRPr>
          </a:p>
          <a:p>
            <a:r>
              <a:rPr lang="en-US" dirty="0" smtClean="0">
                <a:solidFill>
                  <a:srgbClr val="0000FF"/>
                </a:solidFill>
              </a:rPr>
              <a:t>The </a:t>
            </a:r>
            <a:r>
              <a:rPr lang="en-US" dirty="0">
                <a:solidFill>
                  <a:srgbClr val="0000FF"/>
                </a:solidFill>
              </a:rPr>
              <a:t>text for this activity is a basketball shoe from 1991. The 'Big 5' </a:t>
            </a:r>
            <a:r>
              <a:rPr lang="en-US" dirty="0" smtClean="0">
                <a:solidFill>
                  <a:srgbClr val="0000FF"/>
                </a:solidFill>
              </a:rPr>
              <a:t>will be applied </a:t>
            </a:r>
            <a:r>
              <a:rPr lang="en-US" dirty="0">
                <a:solidFill>
                  <a:srgbClr val="0000FF"/>
                </a:solidFill>
              </a:rPr>
              <a:t>to </a:t>
            </a:r>
            <a:r>
              <a:rPr lang="en-US" dirty="0" smtClean="0">
                <a:solidFill>
                  <a:srgbClr val="0000FF"/>
                </a:solidFill>
              </a:rPr>
              <a:t>the image on the next slide, </a:t>
            </a:r>
            <a:r>
              <a:rPr lang="en-US" dirty="0">
                <a:solidFill>
                  <a:srgbClr val="0000FF"/>
                </a:solidFill>
              </a:rPr>
              <a:t>looking at it both in and out of context. Before you view the 'Big 5' analysis of the shoe, ask yourself how the five questions apply to it. Here are a few questions that this activity raises:</a:t>
            </a:r>
          </a:p>
        </p:txBody>
      </p:sp>
      <p:sp>
        <p:nvSpPr>
          <p:cNvPr id="4" name="Content Placeholder 3"/>
          <p:cNvSpPr>
            <a:spLocks noGrp="1"/>
          </p:cNvSpPr>
          <p:nvPr>
            <p:ph sz="half" idx="2"/>
          </p:nvPr>
        </p:nvSpPr>
        <p:spPr>
          <a:xfrm>
            <a:off x="6130343" y="1223493"/>
            <a:ext cx="5743977" cy="5228822"/>
          </a:xfrm>
        </p:spPr>
        <p:txBody>
          <a:bodyPr>
            <a:normAutofit fontScale="92500" lnSpcReduction="10000"/>
          </a:bodyPr>
          <a:lstStyle/>
          <a:p>
            <a:endParaRPr lang="en-US" i="1" dirty="0"/>
          </a:p>
          <a:p>
            <a:r>
              <a:rPr lang="en-US" i="1" dirty="0"/>
              <a:t>Do you think anything and everything could and should be considered a text</a:t>
            </a:r>
            <a:r>
              <a:rPr lang="en-US" i="1" dirty="0" smtClean="0"/>
              <a:t>?</a:t>
            </a:r>
          </a:p>
          <a:p>
            <a:endParaRPr lang="en-US" i="1" dirty="0"/>
          </a:p>
          <a:p>
            <a:r>
              <a:rPr lang="en-US" i="1" dirty="0"/>
              <a:t>What kinds of difference do you see between your analysis of the shoe and the ones provided in the table below</a:t>
            </a:r>
            <a:r>
              <a:rPr lang="en-US" i="1" dirty="0" smtClean="0"/>
              <a:t>?</a:t>
            </a:r>
          </a:p>
          <a:p>
            <a:endParaRPr lang="en-US" i="1" dirty="0"/>
          </a:p>
          <a:p>
            <a:r>
              <a:rPr lang="en-US" i="1" dirty="0"/>
              <a:t>How does contextual knowledge add meaning to the text?</a:t>
            </a:r>
          </a:p>
          <a:p>
            <a:endParaRPr lang="en-US" dirty="0"/>
          </a:p>
        </p:txBody>
      </p:sp>
    </p:spTree>
    <p:extLst>
      <p:ext uri="{BB962C8B-B14F-4D97-AF65-F5344CB8AC3E}">
        <p14:creationId xmlns:p14="http://schemas.microsoft.com/office/powerpoint/2010/main" val="7754460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008000"/>
                </a:solidFill>
              </a:rPr>
              <a:t>Sample Text: Look at the ‘Out of Context’ column only. Fill this out as someone who does not know about basketball or shoes from the early 90s.</a:t>
            </a:r>
            <a:endParaRPr lang="en-US" b="1" dirty="0">
              <a:solidFill>
                <a:srgbClr val="008000"/>
              </a:solidFill>
            </a:endParaRPr>
          </a:p>
        </p:txBody>
      </p:sp>
      <p:pic>
        <p:nvPicPr>
          <p:cNvPr id="5" name="Content Placeholder 4" descr="shoes_nike_air_jordan.jpg"/>
          <p:cNvPicPr>
            <a:picLocks noGrp="1" noChangeAspect="1"/>
          </p:cNvPicPr>
          <p:nvPr>
            <p:ph sz="half" idx="1"/>
          </p:nvPr>
        </p:nvPicPr>
        <p:blipFill>
          <a:blip r:embed="rId2" cstate="email">
            <a:extLst>
              <a:ext uri="{28A0092B-C50C-407E-A947-70E740481C1C}">
                <a14:useLocalDpi xmlns:a14="http://schemas.microsoft.com/office/drawing/2010/main"/>
              </a:ext>
            </a:extLst>
          </a:blip>
          <a:srcRect t="-27810" b="-27810"/>
          <a:stretch>
            <a:fillRect/>
          </a:stretch>
        </p:blipFill>
        <p:spPr>
          <a:xfrm rot="21137686">
            <a:off x="3698186" y="1195389"/>
            <a:ext cx="5098502" cy="5713770"/>
          </a:xfrm>
        </p:spPr>
      </p:pic>
    </p:spTree>
    <p:extLst>
      <p:ext uri="{BB962C8B-B14F-4D97-AF65-F5344CB8AC3E}">
        <p14:creationId xmlns:p14="http://schemas.microsoft.com/office/powerpoint/2010/main" val="199087470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extLst/>
          </p:nvPr>
        </p:nvGraphicFramePr>
        <p:xfrm>
          <a:off x="409073" y="649705"/>
          <a:ext cx="11333747" cy="5269832"/>
        </p:xfrm>
        <a:graphic>
          <a:graphicData uri="http://schemas.openxmlformats.org/drawingml/2006/table">
            <a:tbl>
              <a:tblPr firstRow="1" bandRow="1">
                <a:tableStyleId>{5C22544A-7EE6-4342-B048-85BDC9FD1C3A}</a:tableStyleId>
              </a:tblPr>
              <a:tblGrid>
                <a:gridCol w="3427251"/>
                <a:gridCol w="3695444"/>
                <a:gridCol w="4211052"/>
              </a:tblGrid>
              <a:tr h="410636">
                <a:tc>
                  <a:txBody>
                    <a:bodyPr/>
                    <a:lstStyle/>
                    <a:p>
                      <a:endParaRPr lang="en-US" sz="1600" dirty="0"/>
                    </a:p>
                  </a:txBody>
                  <a:tcPr/>
                </a:tc>
                <a:tc>
                  <a:txBody>
                    <a:bodyPr/>
                    <a:lstStyle/>
                    <a:p>
                      <a:r>
                        <a:rPr lang="en-US" dirty="0" smtClean="0"/>
                        <a:t>Out</a:t>
                      </a:r>
                      <a:r>
                        <a:rPr lang="en-US" baseline="0" dirty="0" smtClean="0"/>
                        <a:t> of </a:t>
                      </a:r>
                      <a:r>
                        <a:rPr lang="en-US" dirty="0" smtClean="0"/>
                        <a:t>Context</a:t>
                      </a:r>
                      <a:endParaRPr lang="en-US" dirty="0"/>
                    </a:p>
                  </a:txBody>
                  <a:tcPr/>
                </a:tc>
                <a:tc>
                  <a:txBody>
                    <a:bodyPr/>
                    <a:lstStyle/>
                    <a:p>
                      <a:r>
                        <a:rPr lang="en-US" dirty="0" smtClean="0"/>
                        <a:t>In Context</a:t>
                      </a:r>
                      <a:endParaRPr lang="en-US" dirty="0"/>
                    </a:p>
                  </a:txBody>
                  <a:tcPr/>
                </a:tc>
              </a:tr>
              <a:tr h="1539886">
                <a:tc>
                  <a:txBody>
                    <a:bodyPr/>
                    <a:lstStyle/>
                    <a:p>
                      <a:r>
                        <a:rPr lang="en-US" sz="1800" b="1" dirty="0" smtClean="0"/>
                        <a:t>Audience / purpose - </a:t>
                      </a:r>
                      <a:r>
                        <a:rPr lang="en-US" sz="1800" dirty="0" smtClean="0"/>
                        <a:t>Who does the text target? What does the author wish to achieve through the text?</a:t>
                      </a:r>
                      <a:endParaRPr lang="en-US" sz="1800" dirty="0"/>
                    </a:p>
                  </a:txBody>
                  <a:tcPr/>
                </a:tc>
                <a:tc>
                  <a:txBody>
                    <a:bodyPr/>
                    <a:lstStyle/>
                    <a:p>
                      <a:endParaRPr lang="en-US" sz="1800" dirty="0"/>
                    </a:p>
                  </a:txBody>
                  <a:tcPr/>
                </a:tc>
                <a:tc>
                  <a:txBody>
                    <a:bodyPr/>
                    <a:lstStyle/>
                    <a:p>
                      <a:endParaRPr lang="en-US" dirty="0"/>
                    </a:p>
                  </a:txBody>
                  <a:tcPr/>
                </a:tc>
              </a:tr>
              <a:tr h="1779424">
                <a:tc>
                  <a:txBody>
                    <a:bodyPr/>
                    <a:lstStyle/>
                    <a:p>
                      <a:r>
                        <a:rPr lang="en-US" sz="1800" b="1" dirty="0" smtClean="0"/>
                        <a:t>Content / theme -</a:t>
                      </a:r>
                      <a:r>
                        <a:rPr lang="en-US" sz="1800" dirty="0" smtClean="0"/>
                        <a:t> What is literally ‘happening’ in the text? What is it about? What are the main ideas of the text?</a:t>
                      </a:r>
                      <a:endParaRPr lang="en-US" sz="1800" dirty="0"/>
                    </a:p>
                  </a:txBody>
                  <a:tcPr/>
                </a:tc>
                <a:tc>
                  <a:txBody>
                    <a:bodyPr/>
                    <a:lstStyle/>
                    <a:p>
                      <a:endParaRPr lang="en-US" sz="1800" dirty="0"/>
                    </a:p>
                  </a:txBody>
                  <a:tcPr/>
                </a:tc>
                <a:tc>
                  <a:txBody>
                    <a:bodyPr/>
                    <a:lstStyle/>
                    <a:p>
                      <a:endParaRPr lang="en-US"/>
                    </a:p>
                  </a:txBody>
                  <a:tcPr/>
                </a:tc>
              </a:tr>
              <a:tr h="1539886">
                <a:tc>
                  <a:txBody>
                    <a:bodyPr/>
                    <a:lstStyle/>
                    <a:p>
                      <a:r>
                        <a:rPr lang="en-US" sz="1800" b="1" dirty="0" smtClean="0"/>
                        <a:t>Tone / mood -</a:t>
                      </a:r>
                      <a:r>
                        <a:rPr lang="en-US" sz="1800" dirty="0" smtClean="0"/>
                        <a:t> How does the text make you and/or the target audience feel? Describe the atmosphere of the text.</a:t>
                      </a:r>
                      <a:endParaRPr lang="en-US" sz="1800" dirty="0"/>
                    </a:p>
                  </a:txBody>
                  <a:tcPr/>
                </a:tc>
                <a:tc>
                  <a:txBody>
                    <a:bodyPr/>
                    <a:lstStyle/>
                    <a:p>
                      <a:endParaRPr lang="en-US" sz="1800" dirty="0"/>
                    </a:p>
                  </a:txBody>
                  <a:tcPr/>
                </a:tc>
                <a:tc>
                  <a:txBody>
                    <a:bodyPr/>
                    <a:lstStyle/>
                    <a:p>
                      <a:endParaRPr lang="en-US" dirty="0"/>
                    </a:p>
                  </a:txBody>
                  <a:tcPr/>
                </a:tc>
              </a:tr>
            </a:tbl>
          </a:graphicData>
        </a:graphic>
      </p:graphicFrame>
    </p:spTree>
    <p:extLst>
      <p:ext uri="{BB962C8B-B14F-4D97-AF65-F5344CB8AC3E}">
        <p14:creationId xmlns:p14="http://schemas.microsoft.com/office/powerpoint/2010/main" val="6884630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extLst/>
          </p:nvPr>
        </p:nvGraphicFramePr>
        <p:xfrm>
          <a:off x="180303" y="231820"/>
          <a:ext cx="11822806" cy="6503832"/>
        </p:xfrm>
        <a:graphic>
          <a:graphicData uri="http://schemas.openxmlformats.org/drawingml/2006/table">
            <a:tbl>
              <a:tblPr firstRow="1" bandRow="1">
                <a:tableStyleId>{5C22544A-7EE6-4342-B048-85BDC9FD1C3A}</a:tableStyleId>
              </a:tblPr>
              <a:tblGrid>
                <a:gridCol w="1225732"/>
                <a:gridCol w="5066514"/>
                <a:gridCol w="5530560"/>
              </a:tblGrid>
              <a:tr h="468581">
                <a:tc>
                  <a:txBody>
                    <a:bodyPr/>
                    <a:lstStyle/>
                    <a:p>
                      <a:endParaRPr lang="en-US" sz="1600" dirty="0"/>
                    </a:p>
                  </a:txBody>
                  <a:tcPr/>
                </a:tc>
                <a:tc>
                  <a:txBody>
                    <a:bodyPr/>
                    <a:lstStyle/>
                    <a:p>
                      <a:r>
                        <a:rPr lang="en-US" dirty="0" smtClean="0"/>
                        <a:t>Out</a:t>
                      </a:r>
                      <a:r>
                        <a:rPr lang="en-US" baseline="0" dirty="0" smtClean="0"/>
                        <a:t> of </a:t>
                      </a:r>
                      <a:r>
                        <a:rPr lang="en-US" dirty="0" smtClean="0"/>
                        <a:t>Context</a:t>
                      </a:r>
                      <a:endParaRPr lang="en-US" dirty="0"/>
                    </a:p>
                  </a:txBody>
                  <a:tcPr/>
                </a:tc>
                <a:tc>
                  <a:txBody>
                    <a:bodyPr/>
                    <a:lstStyle/>
                    <a:p>
                      <a:r>
                        <a:rPr lang="en-US" dirty="0" smtClean="0"/>
                        <a:t>In Context</a:t>
                      </a:r>
                      <a:endParaRPr lang="en-US" dirty="0"/>
                    </a:p>
                  </a:txBody>
                  <a:tcPr/>
                </a:tc>
              </a:tr>
              <a:tr h="1982520">
                <a:tc>
                  <a:txBody>
                    <a:bodyPr/>
                    <a:lstStyle/>
                    <a:p>
                      <a:r>
                        <a:rPr lang="en-US" sz="1800" b="1" dirty="0" smtClean="0"/>
                        <a:t>Audience / purpose -</a:t>
                      </a:r>
                      <a:endParaRPr lang="en-US" sz="1800" dirty="0"/>
                    </a:p>
                  </a:txBody>
                  <a:tcPr/>
                </a:tc>
                <a:tc>
                  <a:txBody>
                    <a:bodyPr/>
                    <a:lstStyle/>
                    <a:p>
                      <a:r>
                        <a:rPr lang="en-US" sz="2000" dirty="0" smtClean="0"/>
                        <a:t>This shoe is intended for people who play basketball. It's purpose is to give good foot support on the court.</a:t>
                      </a:r>
                      <a:endParaRPr lang="en-US" sz="2000" dirty="0"/>
                    </a:p>
                  </a:txBody>
                  <a:tcPr/>
                </a:tc>
                <a:tc>
                  <a:txBody>
                    <a:bodyPr/>
                    <a:lstStyle/>
                    <a:p>
                      <a:r>
                        <a:rPr lang="en-US" sz="2000" dirty="0" smtClean="0">
                          <a:solidFill>
                            <a:schemeClr val="accent6">
                              <a:lumMod val="50000"/>
                            </a:schemeClr>
                          </a:solidFill>
                        </a:rPr>
                        <a:t>This shoe is worn by younger people who like Michael Jordan and want to display their interest in him, the Chicago Bulls and Nike. Its purpose, besides providing foot support, is to make a fashion statement. It shows that the one who wears it is part of a greater street culture.</a:t>
                      </a:r>
                      <a:endParaRPr lang="en-US" sz="2000" dirty="0">
                        <a:solidFill>
                          <a:schemeClr val="accent6">
                            <a:lumMod val="50000"/>
                          </a:schemeClr>
                        </a:solidFill>
                      </a:endParaRPr>
                    </a:p>
                  </a:txBody>
                  <a:tcPr/>
                </a:tc>
              </a:tr>
              <a:tr h="2295550">
                <a:tc>
                  <a:txBody>
                    <a:bodyPr/>
                    <a:lstStyle/>
                    <a:p>
                      <a:r>
                        <a:rPr lang="en-US" sz="1800" b="1" dirty="0" smtClean="0"/>
                        <a:t>Content / theme -</a:t>
                      </a:r>
                      <a:endParaRPr lang="en-US" sz="1800" dirty="0"/>
                    </a:p>
                  </a:txBody>
                  <a:tcPr/>
                </a:tc>
                <a:tc>
                  <a:txBody>
                    <a:bodyPr/>
                    <a:lstStyle/>
                    <a:p>
                      <a:r>
                        <a:rPr lang="en-US" sz="2000" dirty="0" smtClean="0">
                          <a:solidFill>
                            <a:schemeClr val="accent6">
                              <a:lumMod val="50000"/>
                            </a:schemeClr>
                          </a:solidFill>
                        </a:rPr>
                        <a:t>The image consists of a basketball shoe. Thematically speaking, one might say that the image comments on sports footwear.</a:t>
                      </a:r>
                      <a:endParaRPr lang="en-US" sz="2000" dirty="0">
                        <a:solidFill>
                          <a:schemeClr val="accent6">
                            <a:lumMod val="50000"/>
                          </a:schemeClr>
                        </a:solidFill>
                      </a:endParaRPr>
                    </a:p>
                  </a:txBody>
                  <a:tcPr/>
                </a:tc>
                <a:tc>
                  <a:txBody>
                    <a:bodyPr/>
                    <a:lstStyle/>
                    <a:p>
                      <a:r>
                        <a:rPr lang="en-US" sz="2000" dirty="0" smtClean="0"/>
                        <a:t>The shoe is about more than playing basketball. It symbolizes one of the greatest marketing partnerships in history between Michael Jordan, the Chicago Bulls and Nike. It comments on the branding of a sports star. (For some people this shoe may be a reminder of the sweatshops in Indonesia where Nike once made these shoes.) </a:t>
                      </a:r>
                      <a:endParaRPr lang="en-US" sz="2000" dirty="0"/>
                    </a:p>
                  </a:txBody>
                  <a:tcPr/>
                </a:tc>
              </a:tr>
              <a:tr h="1757181">
                <a:tc>
                  <a:txBody>
                    <a:bodyPr/>
                    <a:lstStyle/>
                    <a:p>
                      <a:r>
                        <a:rPr lang="en-US" sz="1800" b="1" dirty="0" smtClean="0"/>
                        <a:t>Tone / mood -</a:t>
                      </a:r>
                      <a:endParaRPr lang="en-US" sz="1800" dirty="0"/>
                    </a:p>
                  </a:txBody>
                  <a:tcPr/>
                </a:tc>
                <a:tc>
                  <a:txBody>
                    <a:bodyPr/>
                    <a:lstStyle/>
                    <a:p>
                      <a:r>
                        <a:rPr lang="en-US" sz="2000" dirty="0" smtClean="0"/>
                        <a:t>The tone of the shoe is sporty. Its never-worn look gives the reader that sense of excitement that one gets after buying something new. </a:t>
                      </a:r>
                      <a:endParaRPr lang="en-US" sz="2000" dirty="0"/>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2000" dirty="0" smtClean="0">
                          <a:solidFill>
                            <a:schemeClr val="accent6">
                              <a:lumMod val="50000"/>
                            </a:schemeClr>
                          </a:solidFill>
                          <a:effectLst/>
                        </a:rPr>
                        <a:t>The tone of the shoe is one of success and </a:t>
                      </a:r>
                      <a:r>
                        <a:rPr lang="en-US" sz="2000" dirty="0" err="1" smtClean="0">
                          <a:solidFill>
                            <a:schemeClr val="accent6">
                              <a:lumMod val="50000"/>
                            </a:schemeClr>
                          </a:solidFill>
                          <a:effectLst/>
                        </a:rPr>
                        <a:t>physicial</a:t>
                      </a:r>
                      <a:r>
                        <a:rPr lang="en-US" sz="2000" dirty="0" smtClean="0">
                          <a:solidFill>
                            <a:schemeClr val="accent6">
                              <a:lumMod val="50000"/>
                            </a:schemeClr>
                          </a:solidFill>
                          <a:effectLst/>
                        </a:rPr>
                        <a:t> power. Readers who know about Michael Jordan winning the NBA championships, will associate this shoe with victory.</a:t>
                      </a:r>
                    </a:p>
                    <a:p>
                      <a:endParaRPr lang="en-US" sz="2000" dirty="0"/>
                    </a:p>
                  </a:txBody>
                  <a:tcPr/>
                </a:tc>
              </a:tr>
            </a:tbl>
          </a:graphicData>
        </a:graphic>
      </p:graphicFrame>
    </p:spTree>
    <p:extLst>
      <p:ext uri="{BB962C8B-B14F-4D97-AF65-F5344CB8AC3E}">
        <p14:creationId xmlns:p14="http://schemas.microsoft.com/office/powerpoint/2010/main" val="3562215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nvPr>
        </p:nvGraphicFramePr>
        <p:xfrm>
          <a:off x="216567" y="697832"/>
          <a:ext cx="11694695" cy="5125452"/>
        </p:xfrm>
        <a:graphic>
          <a:graphicData uri="http://schemas.openxmlformats.org/drawingml/2006/table">
            <a:tbl>
              <a:tblPr firstRow="1" bandRow="1">
                <a:tableStyleId>{5C22544A-7EE6-4342-B048-85BDC9FD1C3A}</a:tableStyleId>
              </a:tblPr>
              <a:tblGrid>
                <a:gridCol w="3536399"/>
                <a:gridCol w="2687663"/>
                <a:gridCol w="5470633"/>
              </a:tblGrid>
              <a:tr h="3422082">
                <a:tc>
                  <a:txBody>
                    <a:bodyPr/>
                    <a:lstStyle/>
                    <a:p>
                      <a:r>
                        <a:rPr lang="en-US" sz="2000" b="1" dirty="0" smtClean="0"/>
                        <a:t>Stylistic devices - </a:t>
                      </a:r>
                      <a:r>
                        <a:rPr lang="en-US" sz="2000" dirty="0" smtClean="0"/>
                        <a:t>How does the author use language to convey a sentiment or message? What kinds of linguistic tools does he/she employ?</a:t>
                      </a:r>
                      <a:endParaRPr lang="en-US" sz="2000" dirty="0"/>
                    </a:p>
                  </a:txBody>
                  <a:tcPr/>
                </a:tc>
                <a:tc>
                  <a:txBody>
                    <a:bodyPr/>
                    <a:lstStyle/>
                    <a:p>
                      <a:endParaRPr lang="en-US" sz="2000" dirty="0"/>
                    </a:p>
                  </a:txBody>
                  <a:tcPr/>
                </a:tc>
                <a:tc>
                  <a:txBody>
                    <a:bodyPr/>
                    <a:lstStyle/>
                    <a:p>
                      <a:endParaRPr lang="en-US" sz="2000" dirty="0"/>
                    </a:p>
                  </a:txBody>
                  <a:tcPr/>
                </a:tc>
              </a:tr>
              <a:tr h="1703370">
                <a:tc>
                  <a:txBody>
                    <a:bodyPr/>
                    <a:lstStyle/>
                    <a:p>
                      <a:r>
                        <a:rPr lang="en-US" sz="2000" b="1" dirty="0" smtClean="0">
                          <a:effectLst/>
                        </a:rPr>
                        <a:t>Structure -</a:t>
                      </a:r>
                      <a:r>
                        <a:rPr lang="en-US" sz="2000" b="0" dirty="0" smtClean="0">
                          <a:effectLst/>
                        </a:rPr>
                        <a:t> How is the text organized, literally (i.e. layout/formatting)? What kinds of structural elements of a particular text type do you see?</a:t>
                      </a:r>
                      <a:endParaRPr lang="en-US" sz="2000" dirty="0"/>
                    </a:p>
                  </a:txBody>
                  <a:tcPr/>
                </a:tc>
                <a:tc>
                  <a:txBody>
                    <a:bodyPr/>
                    <a:lstStyle/>
                    <a:p>
                      <a:endParaRPr lang="en-US" sz="2000" dirty="0"/>
                    </a:p>
                  </a:txBody>
                  <a:tcPr/>
                </a:tc>
                <a:tc>
                  <a:txBody>
                    <a:bodyPr/>
                    <a:lstStyle/>
                    <a:p>
                      <a:endParaRPr lang="en-US" sz="2000" dirty="0"/>
                    </a:p>
                  </a:txBody>
                  <a:tcPr/>
                </a:tc>
              </a:tr>
            </a:tbl>
          </a:graphicData>
        </a:graphic>
      </p:graphicFrame>
    </p:spTree>
    <p:extLst>
      <p:ext uri="{BB962C8B-B14F-4D97-AF65-F5344CB8AC3E}">
        <p14:creationId xmlns:p14="http://schemas.microsoft.com/office/powerpoint/2010/main" val="197883473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nvPr>
        </p:nvGraphicFramePr>
        <p:xfrm>
          <a:off x="229447" y="182677"/>
          <a:ext cx="11812300" cy="6522720"/>
        </p:xfrm>
        <a:graphic>
          <a:graphicData uri="http://schemas.openxmlformats.org/drawingml/2006/table">
            <a:tbl>
              <a:tblPr firstRow="1" bandRow="1">
                <a:tableStyleId>{5C22544A-7EE6-4342-B048-85BDC9FD1C3A}</a:tableStyleId>
              </a:tblPr>
              <a:tblGrid>
                <a:gridCol w="1303236"/>
                <a:gridCol w="4983417"/>
                <a:gridCol w="5525647"/>
              </a:tblGrid>
              <a:tr h="2830980">
                <a:tc>
                  <a:txBody>
                    <a:bodyPr/>
                    <a:lstStyle/>
                    <a:p>
                      <a:r>
                        <a:rPr lang="en-US" sz="2000" b="1" dirty="0" smtClean="0"/>
                        <a:t>Stylistic devices -</a:t>
                      </a:r>
                      <a:endParaRPr lang="en-US" sz="2000" dirty="0"/>
                    </a:p>
                  </a:txBody>
                  <a:tcPr/>
                </a:tc>
                <a:tc>
                  <a:txBody>
                    <a:bodyPr/>
                    <a:lstStyle/>
                    <a:p>
                      <a:r>
                        <a:rPr lang="en-US" sz="3200" dirty="0" smtClean="0"/>
                        <a:t>The bright contrast of the colors red, white and gray adds to the flashy style of the shoe. There is a logo of a man jumping with a basketball. The man in the logo seems to fly with his basketball.</a:t>
                      </a:r>
                      <a:endParaRPr lang="en-US" sz="3200" dirty="0"/>
                    </a:p>
                  </a:txBody>
                  <a:tcPr/>
                </a:tc>
                <a:tc>
                  <a:txBody>
                    <a:bodyPr/>
                    <a:lstStyle/>
                    <a:p>
                      <a:r>
                        <a:rPr lang="en-US" sz="3200" dirty="0" smtClean="0"/>
                        <a:t>The shoe's style is flashy and smooth. It makes use of the Michael Jordan logo and a contrast of white laces against a red background. The color red may be an allusion to the Chicago Bulls.</a:t>
                      </a:r>
                      <a:endParaRPr lang="en-US" sz="3200" dirty="0"/>
                    </a:p>
                  </a:txBody>
                  <a:tcPr/>
                </a:tc>
              </a:tr>
              <a:tr h="2117865">
                <a:tc>
                  <a:txBody>
                    <a:bodyPr/>
                    <a:lstStyle/>
                    <a:p>
                      <a:r>
                        <a:rPr lang="en-US" sz="2000" b="1" dirty="0" smtClean="0">
                          <a:effectLst/>
                        </a:rPr>
                        <a:t>Structure -</a:t>
                      </a:r>
                      <a:endParaRPr lang="en-US" sz="2000" dirty="0"/>
                    </a:p>
                  </a:txBody>
                  <a:tcPr/>
                </a:tc>
                <a:tc>
                  <a:txBody>
                    <a:bodyPr/>
                    <a:lstStyle/>
                    <a:p>
                      <a:r>
                        <a:rPr lang="en-US" sz="3200" dirty="0" smtClean="0"/>
                        <a:t>The shoe is constructed of leather, plastic, rubber and shoe laces. It has a high top for ankle support and air holes for the feet to breath.</a:t>
                      </a:r>
                      <a:endParaRPr lang="en-US" sz="3200" dirty="0"/>
                    </a:p>
                  </a:txBody>
                  <a:tcPr/>
                </a:tc>
                <a:tc>
                  <a:txBody>
                    <a:bodyPr/>
                    <a:lstStyle/>
                    <a:p>
                      <a:r>
                        <a:rPr lang="en-US" sz="3200" dirty="0" smtClean="0"/>
                        <a:t>The shoe is constructed of leather, plastic, rubber and shoe laces. It's a high top with a pocket of air in the sole. </a:t>
                      </a:r>
                      <a:endParaRPr lang="en-US" sz="3200" dirty="0"/>
                    </a:p>
                  </a:txBody>
                  <a:tcPr/>
                </a:tc>
              </a:tr>
            </a:tbl>
          </a:graphicData>
        </a:graphic>
      </p:graphicFrame>
    </p:spTree>
    <p:extLst>
      <p:ext uri="{BB962C8B-B14F-4D97-AF65-F5344CB8AC3E}">
        <p14:creationId xmlns:p14="http://schemas.microsoft.com/office/powerpoint/2010/main" val="132417569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11" y="0"/>
            <a:ext cx="5176337" cy="1143000"/>
          </a:xfrm>
        </p:spPr>
        <p:txBody>
          <a:bodyPr>
            <a:normAutofit fontScale="90000"/>
          </a:bodyPr>
          <a:lstStyle/>
          <a:p>
            <a:r>
              <a:rPr lang="en-US" dirty="0">
                <a:solidFill>
                  <a:srgbClr val="008000"/>
                </a:solidFill>
              </a:rPr>
              <a:t/>
            </a:r>
            <a:br>
              <a:rPr lang="en-US" dirty="0">
                <a:solidFill>
                  <a:srgbClr val="008000"/>
                </a:solidFill>
              </a:rPr>
            </a:br>
            <a:r>
              <a:rPr lang="en-US" b="1" dirty="0">
                <a:solidFill>
                  <a:srgbClr val="008000"/>
                </a:solidFill>
              </a:rPr>
              <a:t>Applying this method</a:t>
            </a:r>
            <a:br>
              <a:rPr lang="en-US" b="1" dirty="0">
                <a:solidFill>
                  <a:srgbClr val="008000"/>
                </a:solidFill>
              </a:rPr>
            </a:br>
            <a:endParaRPr lang="en-US" sz="3600" dirty="0">
              <a:solidFill>
                <a:srgbClr val="008000"/>
              </a:solidFill>
            </a:endParaRPr>
          </a:p>
        </p:txBody>
      </p:sp>
      <p:sp>
        <p:nvSpPr>
          <p:cNvPr id="3" name="Content Placeholder 2"/>
          <p:cNvSpPr>
            <a:spLocks noGrp="1"/>
          </p:cNvSpPr>
          <p:nvPr>
            <p:ph sz="half" idx="1"/>
          </p:nvPr>
        </p:nvSpPr>
        <p:spPr>
          <a:xfrm>
            <a:off x="168329" y="1329743"/>
            <a:ext cx="4495800" cy="5257800"/>
          </a:xfrm>
        </p:spPr>
        <p:txBody>
          <a:bodyPr>
            <a:normAutofit fontScale="92500" lnSpcReduction="10000"/>
          </a:bodyPr>
          <a:lstStyle/>
          <a:p>
            <a:r>
              <a:rPr lang="en-US" dirty="0"/>
              <a:t>While the shoe activity is fun for learning the 'Big 5', you will want to practice applying this method to different texts that carry more meaning. Try applying the 'Big 5' to the text </a:t>
            </a:r>
            <a:r>
              <a:rPr lang="en-US" dirty="0" smtClean="0"/>
              <a:t>opposite. Make a table with 3 columns like the one you’ve seen in the sample.</a:t>
            </a:r>
          </a:p>
          <a:p>
            <a:endParaRPr lang="en-US" dirty="0"/>
          </a:p>
          <a:p>
            <a:r>
              <a:rPr lang="en-US" b="1" dirty="0" smtClean="0">
                <a:solidFill>
                  <a:srgbClr val="7030A0"/>
                </a:solidFill>
              </a:rPr>
              <a:t>Change </a:t>
            </a:r>
            <a:r>
              <a:rPr lang="en-US" b="1" dirty="0">
                <a:solidFill>
                  <a:srgbClr val="7030A0"/>
                </a:solidFill>
              </a:rPr>
              <a:t>the burden</a:t>
            </a:r>
            <a:r>
              <a:rPr lang="en-US" dirty="0">
                <a:solidFill>
                  <a:srgbClr val="7030A0"/>
                </a:solidFill>
              </a:rPr>
              <a:t/>
            </a:r>
            <a:br>
              <a:rPr lang="en-US" dirty="0">
                <a:solidFill>
                  <a:srgbClr val="7030A0"/>
                </a:solidFill>
              </a:rPr>
            </a:br>
            <a:r>
              <a:rPr lang="en-US" dirty="0">
                <a:solidFill>
                  <a:srgbClr val="7030A0"/>
                </a:solidFill>
              </a:rPr>
              <a:t>Tata Motors</a:t>
            </a:r>
            <a:br>
              <a:rPr lang="en-US" dirty="0">
                <a:solidFill>
                  <a:srgbClr val="7030A0"/>
                </a:solidFill>
              </a:rPr>
            </a:br>
            <a:r>
              <a:rPr lang="en-US" dirty="0">
                <a:solidFill>
                  <a:srgbClr val="7030A0"/>
                </a:solidFill>
              </a:rPr>
              <a:t>2010</a:t>
            </a:r>
          </a:p>
        </p:txBody>
      </p:sp>
      <p:pic>
        <p:nvPicPr>
          <p:cNvPr id="5" name="Content Placeholder 4" descr="Tata motorcycle.jpg"/>
          <p:cNvPicPr>
            <a:picLocks noGrp="1" noChangeAspect="1"/>
          </p:cNvPicPr>
          <p:nvPr>
            <p:ph sz="half" idx="2"/>
          </p:nvPr>
        </p:nvPicPr>
        <p:blipFill rotWithShape="1">
          <a:blip r:embed="rId2" cstate="email">
            <a:extLst>
              <a:ext uri="{28A0092B-C50C-407E-A947-70E740481C1C}">
                <a14:useLocalDpi xmlns:a14="http://schemas.microsoft.com/office/drawing/2010/main"/>
              </a:ext>
            </a:extLst>
          </a:blip>
          <a:srcRect l="-163"/>
          <a:stretch/>
        </p:blipFill>
        <p:spPr>
          <a:xfrm>
            <a:off x="6019799" y="0"/>
            <a:ext cx="5217695" cy="6858000"/>
          </a:xfrm>
        </p:spPr>
      </p:pic>
    </p:spTree>
    <p:extLst>
      <p:ext uri="{BB962C8B-B14F-4D97-AF65-F5344CB8AC3E}">
        <p14:creationId xmlns:p14="http://schemas.microsoft.com/office/powerpoint/2010/main" val="9188079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0" y="203548"/>
            <a:ext cx="8229600" cy="1143000"/>
          </a:xfrm>
        </p:spPr>
        <p:txBody>
          <a:bodyPr>
            <a:normAutofit/>
          </a:bodyPr>
          <a:lstStyle/>
          <a:p>
            <a:r>
              <a:rPr lang="en-US" sz="2800" b="1" dirty="0">
                <a:solidFill>
                  <a:srgbClr val="FF0000"/>
                </a:solidFill>
              </a:rPr>
              <a:t>Audience / purpose - </a:t>
            </a:r>
            <a:r>
              <a:rPr lang="en-US" sz="2800" dirty="0">
                <a:solidFill>
                  <a:srgbClr val="FF0000"/>
                </a:solidFill>
              </a:rPr>
              <a:t>Who does the text target? What does the author wish to achieve through the text?</a:t>
            </a:r>
          </a:p>
        </p:txBody>
      </p:sp>
      <p:sp>
        <p:nvSpPr>
          <p:cNvPr id="3" name="Content Placeholder 2"/>
          <p:cNvSpPr>
            <a:spLocks noGrp="1"/>
          </p:cNvSpPr>
          <p:nvPr>
            <p:ph sz="half" idx="1"/>
          </p:nvPr>
        </p:nvSpPr>
        <p:spPr/>
        <p:txBody>
          <a:bodyPr>
            <a:normAutofit/>
          </a:bodyPr>
          <a:lstStyle/>
          <a:p>
            <a:r>
              <a:rPr lang="en-US" dirty="0" smtClean="0"/>
              <a:t>Your response:</a:t>
            </a:r>
            <a:endParaRPr lang="en-US" dirty="0"/>
          </a:p>
        </p:txBody>
      </p:sp>
      <p:sp>
        <p:nvSpPr>
          <p:cNvPr id="4" name="Content Placeholder 3"/>
          <p:cNvSpPr>
            <a:spLocks noGrp="1"/>
          </p:cNvSpPr>
          <p:nvPr>
            <p:ph sz="half" idx="2"/>
          </p:nvPr>
        </p:nvSpPr>
        <p:spPr>
          <a:xfrm>
            <a:off x="6172199" y="1600200"/>
            <a:ext cx="5750859" cy="5257800"/>
          </a:xfrm>
        </p:spPr>
        <p:txBody>
          <a:bodyPr>
            <a:normAutofit/>
          </a:bodyPr>
          <a:lstStyle/>
          <a:p>
            <a:r>
              <a:rPr lang="en-US" dirty="0" smtClean="0">
                <a:solidFill>
                  <a:srgbClr val="FF0000"/>
                </a:solidFill>
              </a:rPr>
              <a:t>Sample response:</a:t>
            </a:r>
          </a:p>
          <a:p>
            <a:r>
              <a:rPr lang="en-US" dirty="0"/>
              <a:t>This text targets Malaysian families who do not have a lot of money. The purpose of this ad is to sell cheap, small cars to those who, until now, could only afford motorcycles. The writer's uses a non-standardized form of English, which is most likely understood by Malaysians and contains influences from the Malaysian language.</a:t>
            </a:r>
          </a:p>
        </p:txBody>
      </p:sp>
    </p:spTree>
    <p:extLst>
      <p:ext uri="{BB962C8B-B14F-4D97-AF65-F5344CB8AC3E}">
        <p14:creationId xmlns:p14="http://schemas.microsoft.com/office/powerpoint/2010/main" val="19974239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0" y="203548"/>
            <a:ext cx="8229600" cy="1143000"/>
          </a:xfrm>
        </p:spPr>
        <p:txBody>
          <a:bodyPr>
            <a:normAutofit fontScale="90000"/>
          </a:bodyPr>
          <a:lstStyle/>
          <a:p>
            <a:r>
              <a:rPr lang="en-US" sz="2800" b="1" dirty="0">
                <a:solidFill>
                  <a:srgbClr val="FF0000"/>
                </a:solidFill>
              </a:rPr>
              <a:t>Content / theme - What is literally ‘happening’ in the text? What is it about? What are the main ideas of the text?</a:t>
            </a:r>
            <a:endParaRPr lang="en-US" sz="2800" dirty="0">
              <a:solidFill>
                <a:srgbClr val="FF0000"/>
              </a:solidFill>
            </a:endParaRPr>
          </a:p>
        </p:txBody>
      </p:sp>
      <p:sp>
        <p:nvSpPr>
          <p:cNvPr id="3" name="Content Placeholder 2"/>
          <p:cNvSpPr>
            <a:spLocks noGrp="1"/>
          </p:cNvSpPr>
          <p:nvPr>
            <p:ph sz="half" idx="1"/>
          </p:nvPr>
        </p:nvSpPr>
        <p:spPr/>
        <p:txBody>
          <a:bodyPr>
            <a:normAutofit/>
          </a:bodyPr>
          <a:lstStyle/>
          <a:p>
            <a:r>
              <a:rPr lang="en-US" dirty="0" smtClean="0"/>
              <a:t>Your response:</a:t>
            </a:r>
            <a:endParaRPr lang="en-US" dirty="0"/>
          </a:p>
        </p:txBody>
      </p:sp>
      <p:sp>
        <p:nvSpPr>
          <p:cNvPr id="4" name="Content Placeholder 3"/>
          <p:cNvSpPr>
            <a:spLocks noGrp="1"/>
          </p:cNvSpPr>
          <p:nvPr>
            <p:ph sz="half" idx="2"/>
          </p:nvPr>
        </p:nvSpPr>
        <p:spPr>
          <a:xfrm>
            <a:off x="5701553" y="1600200"/>
            <a:ext cx="6060141" cy="5257800"/>
          </a:xfrm>
        </p:spPr>
        <p:txBody>
          <a:bodyPr>
            <a:normAutofit/>
          </a:bodyPr>
          <a:lstStyle/>
          <a:p>
            <a:r>
              <a:rPr lang="en-US" dirty="0" smtClean="0">
                <a:solidFill>
                  <a:srgbClr val="FF0000"/>
                </a:solidFill>
              </a:rPr>
              <a:t>Sample response:</a:t>
            </a:r>
          </a:p>
          <a:p>
            <a:r>
              <a:rPr lang="en-US" dirty="0"/>
              <a:t>Content-wise the ad depicts an unsafe situation with 5 people on one motorcycle. </a:t>
            </a:r>
            <a:r>
              <a:rPr lang="en-US" dirty="0" smtClean="0"/>
              <a:t>It </a:t>
            </a:r>
            <a:r>
              <a:rPr lang="en-US" dirty="0"/>
              <a:t>shows the safe alternative mode of transportation, a Tata Nano, along with some persuasive text. </a:t>
            </a:r>
            <a:endParaRPr lang="en-US" dirty="0" smtClean="0"/>
          </a:p>
          <a:p>
            <a:r>
              <a:rPr lang="en-US" dirty="0" smtClean="0"/>
              <a:t>Thematically </a:t>
            </a:r>
            <a:r>
              <a:rPr lang="en-US" dirty="0"/>
              <a:t>speaking one could say that the ad is about the importance and affordability of safe transportation.</a:t>
            </a:r>
          </a:p>
        </p:txBody>
      </p:sp>
    </p:spTree>
    <p:extLst>
      <p:ext uri="{BB962C8B-B14F-4D97-AF65-F5344CB8AC3E}">
        <p14:creationId xmlns:p14="http://schemas.microsoft.com/office/powerpoint/2010/main" val="12402266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0" y="203548"/>
            <a:ext cx="8229600" cy="1143000"/>
          </a:xfrm>
        </p:spPr>
        <p:txBody>
          <a:bodyPr>
            <a:normAutofit fontScale="90000"/>
          </a:bodyPr>
          <a:lstStyle/>
          <a:p>
            <a:r>
              <a:rPr lang="en-US" sz="2800" b="1" dirty="0">
                <a:solidFill>
                  <a:srgbClr val="FF0000"/>
                </a:solidFill>
              </a:rPr>
              <a:t>Tone / mood - How does the text make you and/or the target audience feel? Describe the atmosphere of the text.</a:t>
            </a:r>
            <a:endParaRPr lang="en-US" sz="2800" dirty="0">
              <a:solidFill>
                <a:srgbClr val="FF0000"/>
              </a:solidFill>
            </a:endParaRPr>
          </a:p>
        </p:txBody>
      </p:sp>
      <p:sp>
        <p:nvSpPr>
          <p:cNvPr id="3" name="Content Placeholder 2"/>
          <p:cNvSpPr>
            <a:spLocks noGrp="1"/>
          </p:cNvSpPr>
          <p:nvPr>
            <p:ph sz="half" idx="1"/>
          </p:nvPr>
        </p:nvSpPr>
        <p:spPr/>
        <p:txBody>
          <a:bodyPr>
            <a:normAutofit/>
          </a:bodyPr>
          <a:lstStyle/>
          <a:p>
            <a:r>
              <a:rPr lang="en-US" dirty="0" smtClean="0"/>
              <a:t>Your response:</a:t>
            </a:r>
            <a:endParaRPr lang="en-US" dirty="0"/>
          </a:p>
        </p:txBody>
      </p:sp>
      <p:sp>
        <p:nvSpPr>
          <p:cNvPr id="4" name="Content Placeholder 3"/>
          <p:cNvSpPr>
            <a:spLocks noGrp="1"/>
          </p:cNvSpPr>
          <p:nvPr>
            <p:ph sz="half" idx="2"/>
          </p:nvPr>
        </p:nvSpPr>
        <p:spPr>
          <a:xfrm>
            <a:off x="6172199" y="1600200"/>
            <a:ext cx="5804647" cy="5257800"/>
          </a:xfrm>
        </p:spPr>
        <p:txBody>
          <a:bodyPr>
            <a:normAutofit/>
          </a:bodyPr>
          <a:lstStyle/>
          <a:p>
            <a:r>
              <a:rPr lang="en-US" dirty="0" smtClean="0">
                <a:solidFill>
                  <a:srgbClr val="FF0000"/>
                </a:solidFill>
              </a:rPr>
              <a:t>Sample response:</a:t>
            </a:r>
          </a:p>
          <a:p>
            <a:r>
              <a:rPr lang="en-US" dirty="0"/>
              <a:t>At first the tone of the text is quite ominous, reminding the reader of Malaysian traffic laws and the dangers of the road. This could put the reader in wary mood. </a:t>
            </a:r>
            <a:endParaRPr lang="en-US" dirty="0" smtClean="0"/>
          </a:p>
          <a:p>
            <a:r>
              <a:rPr lang="en-US" dirty="0" smtClean="0"/>
              <a:t>However </a:t>
            </a:r>
            <a:r>
              <a:rPr lang="en-US" dirty="0"/>
              <a:t>later the reader comes away with a sense of empowerment, as he/she is reminded of how affordable the solution to this problem is.</a:t>
            </a:r>
          </a:p>
        </p:txBody>
      </p:sp>
    </p:spTree>
    <p:extLst>
      <p:ext uri="{BB962C8B-B14F-4D97-AF65-F5344CB8AC3E}">
        <p14:creationId xmlns:p14="http://schemas.microsoft.com/office/powerpoint/2010/main" val="1013163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0" y="203548"/>
            <a:ext cx="8229600" cy="1143000"/>
          </a:xfrm>
        </p:spPr>
        <p:txBody>
          <a:bodyPr>
            <a:normAutofit fontScale="90000"/>
          </a:bodyPr>
          <a:lstStyle/>
          <a:p>
            <a:r>
              <a:rPr lang="en-US" sz="2800" b="1" dirty="0">
                <a:solidFill>
                  <a:srgbClr val="FF0000"/>
                </a:solidFill>
              </a:rPr>
              <a:t>Stylistic devices - How does the author use language to convey a sentiment or message? What kinds of linguistic tools does he/she employ?</a:t>
            </a:r>
            <a:endParaRPr lang="en-US" sz="2800" dirty="0">
              <a:solidFill>
                <a:srgbClr val="FF0000"/>
              </a:solidFill>
            </a:endParaRPr>
          </a:p>
        </p:txBody>
      </p:sp>
      <p:sp>
        <p:nvSpPr>
          <p:cNvPr id="3" name="Content Placeholder 2"/>
          <p:cNvSpPr>
            <a:spLocks noGrp="1"/>
          </p:cNvSpPr>
          <p:nvPr>
            <p:ph sz="half" idx="1"/>
          </p:nvPr>
        </p:nvSpPr>
        <p:spPr/>
        <p:txBody>
          <a:bodyPr>
            <a:normAutofit/>
          </a:bodyPr>
          <a:lstStyle/>
          <a:p>
            <a:r>
              <a:rPr lang="en-US" dirty="0" smtClean="0"/>
              <a:t>Your response:</a:t>
            </a:r>
            <a:endParaRPr lang="en-US" dirty="0"/>
          </a:p>
        </p:txBody>
      </p:sp>
      <p:sp>
        <p:nvSpPr>
          <p:cNvPr id="4" name="Content Placeholder 3"/>
          <p:cNvSpPr>
            <a:spLocks noGrp="1"/>
          </p:cNvSpPr>
          <p:nvPr>
            <p:ph sz="half" idx="2"/>
          </p:nvPr>
        </p:nvSpPr>
        <p:spPr>
          <a:xfrm>
            <a:off x="5396753" y="1600200"/>
            <a:ext cx="6526306" cy="5257800"/>
          </a:xfrm>
        </p:spPr>
        <p:txBody>
          <a:bodyPr>
            <a:normAutofit/>
          </a:bodyPr>
          <a:lstStyle/>
          <a:p>
            <a:r>
              <a:rPr lang="en-US" dirty="0" smtClean="0">
                <a:solidFill>
                  <a:srgbClr val="FF0000"/>
                </a:solidFill>
              </a:rPr>
              <a:t>Sample response:</a:t>
            </a:r>
          </a:p>
          <a:p>
            <a:r>
              <a:rPr lang="en-US" dirty="0"/>
              <a:t>The text is very direct, as it refers to 'you'. Lines like "You can afford it" activate the reader. It makes use of the problem / benefit device often found in ads. Although the image makes use of bright, uplifting colors the expression on the woman's face is rather disconcerting. This juxtaposition might capture the audience's attention.</a:t>
            </a:r>
            <a:endParaRPr lang="en-US" dirty="0">
              <a:effectLst/>
            </a:endParaRPr>
          </a:p>
        </p:txBody>
      </p:sp>
    </p:spTree>
    <p:extLst>
      <p:ext uri="{BB962C8B-B14F-4D97-AF65-F5344CB8AC3E}">
        <p14:creationId xmlns:p14="http://schemas.microsoft.com/office/powerpoint/2010/main" val="8364687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0" y="203548"/>
            <a:ext cx="8229600" cy="1143000"/>
          </a:xfrm>
        </p:spPr>
        <p:txBody>
          <a:bodyPr>
            <a:normAutofit fontScale="90000"/>
          </a:bodyPr>
          <a:lstStyle/>
          <a:p>
            <a:r>
              <a:rPr lang="en-US" sz="2800" b="1" dirty="0">
                <a:solidFill>
                  <a:srgbClr val="FF0000"/>
                </a:solidFill>
              </a:rPr>
              <a:t>Structure - How is the text organized, literally (i.e. layout/formatting)? What kinds of structural elements of a particular text type do you see?</a:t>
            </a:r>
            <a:endParaRPr lang="en-US" sz="2800" dirty="0">
              <a:solidFill>
                <a:srgbClr val="FF0000"/>
              </a:solidFill>
            </a:endParaRPr>
          </a:p>
        </p:txBody>
      </p:sp>
      <p:sp>
        <p:nvSpPr>
          <p:cNvPr id="3" name="Content Placeholder 2"/>
          <p:cNvSpPr>
            <a:spLocks noGrp="1"/>
          </p:cNvSpPr>
          <p:nvPr>
            <p:ph sz="half" idx="1"/>
          </p:nvPr>
        </p:nvSpPr>
        <p:spPr/>
        <p:txBody>
          <a:bodyPr>
            <a:normAutofit/>
          </a:bodyPr>
          <a:lstStyle/>
          <a:p>
            <a:r>
              <a:rPr lang="en-US" dirty="0" smtClean="0"/>
              <a:t>Your response:</a:t>
            </a:r>
            <a:endParaRPr lang="en-US" dirty="0"/>
          </a:p>
        </p:txBody>
      </p:sp>
      <p:sp>
        <p:nvSpPr>
          <p:cNvPr id="4" name="Content Placeholder 3"/>
          <p:cNvSpPr>
            <a:spLocks noGrp="1"/>
          </p:cNvSpPr>
          <p:nvPr>
            <p:ph sz="half" idx="2"/>
          </p:nvPr>
        </p:nvSpPr>
        <p:spPr>
          <a:xfrm>
            <a:off x="6172200" y="1600200"/>
            <a:ext cx="4495800" cy="5257800"/>
          </a:xfrm>
        </p:spPr>
        <p:txBody>
          <a:bodyPr>
            <a:normAutofit/>
          </a:bodyPr>
          <a:lstStyle/>
          <a:p>
            <a:r>
              <a:rPr lang="en-US" dirty="0" smtClean="0">
                <a:solidFill>
                  <a:srgbClr val="FF0000"/>
                </a:solidFill>
              </a:rPr>
              <a:t>Sample response:</a:t>
            </a:r>
          </a:p>
          <a:p>
            <a:r>
              <a:rPr lang="en-US" dirty="0"/>
              <a:t>The text has all of the common structural devices of an ad. It has a heading ('Change the burden'), a copy (the main text), a prominent image (the 5 people on a motorcycle), and a signature (the Tata Nano in the lower right hand corner).</a:t>
            </a:r>
            <a:endParaRPr lang="en-US" dirty="0">
              <a:effectLst/>
            </a:endParaRPr>
          </a:p>
        </p:txBody>
      </p:sp>
    </p:spTree>
    <p:extLst>
      <p:ext uri="{BB962C8B-B14F-4D97-AF65-F5344CB8AC3E}">
        <p14:creationId xmlns:p14="http://schemas.microsoft.com/office/powerpoint/2010/main" val="1101571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72200" y="274638"/>
            <a:ext cx="4285058" cy="1433020"/>
          </a:xfrm>
        </p:spPr>
        <p:txBody>
          <a:bodyPr>
            <a:normAutofit fontScale="90000"/>
          </a:bodyPr>
          <a:lstStyle/>
          <a:p>
            <a:r>
              <a:rPr lang="en-US" b="1" dirty="0">
                <a:solidFill>
                  <a:srgbClr val="FF0000"/>
                </a:solidFill>
              </a:rPr>
              <a:t>Towards assessment</a:t>
            </a:r>
            <a:br>
              <a:rPr lang="en-US" b="1" dirty="0">
                <a:solidFill>
                  <a:srgbClr val="FF0000"/>
                </a:solidFill>
              </a:rPr>
            </a:br>
            <a:endParaRPr lang="en-US" dirty="0">
              <a:solidFill>
                <a:srgbClr val="FF0000"/>
              </a:solidFill>
            </a:endParaRPr>
          </a:p>
        </p:txBody>
      </p:sp>
      <p:sp>
        <p:nvSpPr>
          <p:cNvPr id="3" name="Content Placeholder 2"/>
          <p:cNvSpPr>
            <a:spLocks noGrp="1"/>
          </p:cNvSpPr>
          <p:nvPr>
            <p:ph sz="half" idx="1"/>
          </p:nvPr>
        </p:nvSpPr>
        <p:spPr>
          <a:xfrm>
            <a:off x="433137" y="505326"/>
            <a:ext cx="5973503" cy="6062592"/>
          </a:xfrm>
        </p:spPr>
        <p:txBody>
          <a:bodyPr>
            <a:normAutofit/>
          </a:bodyPr>
          <a:lstStyle/>
          <a:p>
            <a:r>
              <a:rPr lang="en-US" b="1" dirty="0" smtClean="0"/>
              <a:t>Paper </a:t>
            </a:r>
            <a:r>
              <a:rPr lang="en-US" b="1" dirty="0"/>
              <a:t>1</a:t>
            </a:r>
            <a:r>
              <a:rPr lang="en-US" dirty="0"/>
              <a:t> - The 'Big 5' method of analyzing texts works very well on </a:t>
            </a:r>
            <a:r>
              <a:rPr lang="en-US" dirty="0">
                <a:hlinkClick r:id="rId2"/>
              </a:rPr>
              <a:t>Paper 1</a:t>
            </a:r>
            <a:r>
              <a:rPr lang="en-US" dirty="0"/>
              <a:t>. </a:t>
            </a:r>
            <a:endParaRPr lang="en-US" dirty="0" smtClean="0"/>
          </a:p>
          <a:p>
            <a:pPr lvl="1"/>
            <a:r>
              <a:rPr lang="en-US" dirty="0" smtClean="0"/>
              <a:t>While </a:t>
            </a:r>
            <a:r>
              <a:rPr lang="en-US" dirty="0"/>
              <a:t>not every text lends itself well to this method of analysis, you will most likely find three or four aspects relevant. </a:t>
            </a:r>
            <a:endParaRPr lang="en-US" dirty="0" smtClean="0"/>
          </a:p>
          <a:p>
            <a:endParaRPr lang="en-US" dirty="0"/>
          </a:p>
          <a:p>
            <a:endParaRPr lang="en-US" dirty="0"/>
          </a:p>
        </p:txBody>
      </p:sp>
      <p:pic>
        <p:nvPicPr>
          <p:cNvPr id="5" name="Content Placeholder 4" descr="38159HM51-s.jpg"/>
          <p:cNvPicPr>
            <a:picLocks noGrp="1" noChangeAspect="1"/>
          </p:cNvPicPr>
          <p:nvPr>
            <p:ph sz="half" idx="2"/>
          </p:nvPr>
        </p:nvPicPr>
        <p:blipFill>
          <a:blip r:embed="rId3" cstate="email">
            <a:extLst>
              <a:ext uri="{28A0092B-C50C-407E-A947-70E740481C1C}">
                <a14:useLocalDpi xmlns:a14="http://schemas.microsoft.com/office/drawing/2010/main"/>
              </a:ext>
            </a:extLst>
          </a:blip>
          <a:srcRect/>
          <a:stretch>
            <a:fillRect/>
          </a:stretch>
        </p:blipFill>
        <p:spPr>
          <a:xfrm>
            <a:off x="7067363" y="2081848"/>
            <a:ext cx="3143437" cy="3522775"/>
          </a:xfrm>
        </p:spPr>
      </p:pic>
    </p:spTree>
    <p:extLst>
      <p:ext uri="{BB962C8B-B14F-4D97-AF65-F5344CB8AC3E}">
        <p14:creationId xmlns:p14="http://schemas.microsoft.com/office/powerpoint/2010/main" val="65858732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accent5">
            <a:lumMod val="60000"/>
            <a:lumOff val="40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AU" sz="6600" dirty="0" smtClean="0">
                <a:solidFill>
                  <a:srgbClr val="FF0000"/>
                </a:solidFill>
              </a:rPr>
              <a:t>Target Audience</a:t>
            </a:r>
            <a:endParaRPr lang="en-US" sz="6600" dirty="0">
              <a:solidFill>
                <a:srgbClr val="FF0000"/>
              </a:solidFill>
            </a:endParaRPr>
          </a:p>
        </p:txBody>
      </p:sp>
    </p:spTree>
    <p:extLst>
      <p:ext uri="{BB962C8B-B14F-4D97-AF65-F5344CB8AC3E}">
        <p14:creationId xmlns:p14="http://schemas.microsoft.com/office/powerpoint/2010/main" val="126913810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1" y="25814"/>
            <a:ext cx="10972800" cy="1143000"/>
          </a:xfrm>
        </p:spPr>
        <p:txBody>
          <a:bodyPr/>
          <a:lstStyle/>
          <a:p>
            <a:r>
              <a:rPr lang="en-US" dirty="0">
                <a:solidFill>
                  <a:srgbClr val="008000"/>
                </a:solidFill>
              </a:rPr>
              <a:t>For whom is the text intended?</a:t>
            </a:r>
          </a:p>
        </p:txBody>
      </p:sp>
      <p:sp>
        <p:nvSpPr>
          <p:cNvPr id="3" name="Content Placeholder 2"/>
          <p:cNvSpPr>
            <a:spLocks noGrp="1"/>
          </p:cNvSpPr>
          <p:nvPr>
            <p:ph sz="half" idx="1"/>
          </p:nvPr>
        </p:nvSpPr>
        <p:spPr>
          <a:xfrm>
            <a:off x="609601" y="1481394"/>
            <a:ext cx="6020516" cy="5376607"/>
          </a:xfrm>
        </p:spPr>
        <p:txBody>
          <a:bodyPr>
            <a:normAutofit fontScale="85000" lnSpcReduction="20000"/>
          </a:bodyPr>
          <a:lstStyle/>
          <a:p>
            <a:r>
              <a:rPr lang="en-US" dirty="0" smtClean="0"/>
              <a:t>This </a:t>
            </a:r>
            <a:r>
              <a:rPr lang="en-US" dirty="0"/>
              <a:t>question will sound familiar to any language and literature teacher or </a:t>
            </a:r>
            <a:r>
              <a:rPr lang="en-US" dirty="0" smtClean="0"/>
              <a:t>student! </a:t>
            </a:r>
            <a:r>
              <a:rPr lang="en-US" dirty="0" smtClean="0">
                <a:solidFill>
                  <a:srgbClr val="0432FF"/>
                </a:solidFill>
              </a:rPr>
              <a:t>(IG: TARGET AUDIENCE!!!)</a:t>
            </a:r>
          </a:p>
          <a:p>
            <a:endParaRPr lang="en-US" dirty="0"/>
          </a:p>
          <a:p>
            <a:r>
              <a:rPr lang="en-US" dirty="0" smtClean="0"/>
              <a:t> </a:t>
            </a:r>
            <a:r>
              <a:rPr lang="en-US" dirty="0"/>
              <a:t>Throughout many forms of assessment, students are expected to comment on how effectively texts reach their target audience. </a:t>
            </a:r>
            <a:endParaRPr lang="en-US" dirty="0" smtClean="0"/>
          </a:p>
          <a:p>
            <a:endParaRPr lang="en-US" dirty="0"/>
          </a:p>
          <a:p>
            <a:r>
              <a:rPr lang="en-US" dirty="0" smtClean="0"/>
              <a:t>This </a:t>
            </a:r>
            <a:r>
              <a:rPr lang="en-US" dirty="0"/>
              <a:t>question may apply to literary or non-literary texts, unseen texts on </a:t>
            </a:r>
            <a:r>
              <a:rPr lang="en-US" b="1" dirty="0"/>
              <a:t>Paper 1 </a:t>
            </a:r>
            <a:r>
              <a:rPr lang="en-US" dirty="0"/>
              <a:t>or short films </a:t>
            </a:r>
            <a:r>
              <a:rPr lang="en-US" dirty="0" err="1"/>
              <a:t>analysed</a:t>
            </a:r>
            <a:r>
              <a:rPr lang="en-US" dirty="0"/>
              <a:t> for further oral activities. </a:t>
            </a:r>
            <a:endParaRPr lang="en-US" dirty="0" smtClean="0"/>
          </a:p>
          <a:p>
            <a:endParaRPr lang="en-US" dirty="0"/>
          </a:p>
          <a:p>
            <a:r>
              <a:rPr lang="en-US" dirty="0" smtClean="0"/>
              <a:t>But </a:t>
            </a:r>
            <a:r>
              <a:rPr lang="en-US" dirty="0"/>
              <a:t>how good are we at commenting on target audience? </a:t>
            </a:r>
          </a:p>
        </p:txBody>
      </p:sp>
      <p:pic>
        <p:nvPicPr>
          <p:cNvPr id="6" name="Content Placeholder 5"/>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630117" y="1889601"/>
            <a:ext cx="5080000" cy="3810000"/>
          </a:xfrm>
        </p:spPr>
      </p:pic>
    </p:spTree>
    <p:extLst>
      <p:ext uri="{BB962C8B-B14F-4D97-AF65-F5344CB8AC3E}">
        <p14:creationId xmlns:p14="http://schemas.microsoft.com/office/powerpoint/2010/main" val="15966159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half" idx="2"/>
          </p:nvPr>
        </p:nvSpPr>
        <p:spPr>
          <a:xfrm>
            <a:off x="252248" y="220717"/>
            <a:ext cx="11634952" cy="3846786"/>
          </a:xfrm>
        </p:spPr>
        <p:txBody>
          <a:bodyPr>
            <a:normAutofit fontScale="85000" lnSpcReduction="20000"/>
          </a:bodyPr>
          <a:lstStyle/>
          <a:p>
            <a:pPr>
              <a:lnSpc>
                <a:spcPct val="150000"/>
              </a:lnSpc>
            </a:pPr>
            <a:r>
              <a:rPr lang="en-US" dirty="0"/>
              <a:t>Unfortunately, many </a:t>
            </a:r>
            <a:r>
              <a:rPr lang="en-US" b="1" dirty="0"/>
              <a:t>Paper 1 </a:t>
            </a:r>
            <a:r>
              <a:rPr lang="en-US" dirty="0"/>
              <a:t>samples include phrases such </a:t>
            </a:r>
            <a:r>
              <a:rPr lang="en-US" dirty="0" smtClean="0"/>
              <a:t>as</a:t>
            </a:r>
            <a:r>
              <a:rPr lang="en-US" smtClean="0"/>
              <a:t>: </a:t>
            </a:r>
          </a:p>
          <a:p>
            <a:pPr>
              <a:lnSpc>
                <a:spcPct val="150000"/>
              </a:lnSpc>
            </a:pPr>
            <a:endParaRPr lang="en-US" dirty="0" smtClean="0"/>
          </a:p>
          <a:p>
            <a:pPr>
              <a:lnSpc>
                <a:spcPct val="150000"/>
              </a:lnSpc>
            </a:pPr>
            <a:r>
              <a:rPr lang="en-US" dirty="0" smtClean="0">
                <a:solidFill>
                  <a:srgbClr val="0432FF"/>
                </a:solidFill>
                <a:latin typeface="Comic Sans MS" charset="0"/>
                <a:ea typeface="Comic Sans MS" charset="0"/>
                <a:cs typeface="Comic Sans MS" charset="0"/>
              </a:rPr>
              <a:t>"</a:t>
            </a:r>
            <a:r>
              <a:rPr lang="en-US" dirty="0">
                <a:solidFill>
                  <a:srgbClr val="0432FF"/>
                </a:solidFill>
                <a:latin typeface="Comic Sans MS" charset="0"/>
                <a:ea typeface="Comic Sans MS" charset="0"/>
                <a:cs typeface="Comic Sans MS" charset="0"/>
              </a:rPr>
              <a:t>Text 1 is a poem, so it appeals to people who like poetry,"</a:t>
            </a:r>
            <a:r>
              <a:rPr lang="en-US" dirty="0"/>
              <a:t> or </a:t>
            </a:r>
            <a:endParaRPr lang="en-US" dirty="0" smtClean="0"/>
          </a:p>
          <a:p>
            <a:pPr>
              <a:lnSpc>
                <a:spcPct val="150000"/>
              </a:lnSpc>
            </a:pPr>
            <a:r>
              <a:rPr lang="en-US" dirty="0" smtClean="0">
                <a:solidFill>
                  <a:srgbClr val="0432FF"/>
                </a:solidFill>
                <a:latin typeface="Chalkboard" charset="0"/>
                <a:ea typeface="Chalkboard" charset="0"/>
                <a:cs typeface="Chalkboard" charset="0"/>
              </a:rPr>
              <a:t>"</a:t>
            </a:r>
            <a:r>
              <a:rPr lang="en-US" dirty="0">
                <a:solidFill>
                  <a:srgbClr val="0432FF"/>
                </a:solidFill>
                <a:latin typeface="Chalkboard" charset="0"/>
                <a:ea typeface="Chalkboard" charset="0"/>
                <a:cs typeface="Chalkboard" charset="0"/>
              </a:rPr>
              <a:t>Text 2 is written for men, because it was written by a man."</a:t>
            </a:r>
            <a:r>
              <a:rPr lang="en-US" dirty="0"/>
              <a:t> </a:t>
            </a:r>
            <a:endParaRPr lang="en-US" dirty="0" smtClean="0"/>
          </a:p>
          <a:p>
            <a:pPr>
              <a:lnSpc>
                <a:spcPct val="150000"/>
              </a:lnSpc>
            </a:pPr>
            <a:endParaRPr lang="en-US" dirty="0"/>
          </a:p>
          <a:p>
            <a:pPr>
              <a:lnSpc>
                <a:spcPct val="150000"/>
              </a:lnSpc>
            </a:pPr>
            <a:r>
              <a:rPr lang="en-US" dirty="0" smtClean="0"/>
              <a:t>How </a:t>
            </a:r>
            <a:r>
              <a:rPr lang="en-US" dirty="0"/>
              <a:t>do we move away from such simplistic interpretations of texts and shallow analyses of target audience? </a:t>
            </a:r>
          </a:p>
        </p:txBody>
      </p:sp>
      <p:pic>
        <p:nvPicPr>
          <p:cNvPr id="3" name="Content Placeholder 2"/>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3293194" y="4274881"/>
            <a:ext cx="5553060" cy="2241295"/>
          </a:xfrm>
        </p:spPr>
      </p:pic>
    </p:spTree>
    <p:extLst>
      <p:ext uri="{BB962C8B-B14F-4D97-AF65-F5344CB8AC3E}">
        <p14:creationId xmlns:p14="http://schemas.microsoft.com/office/powerpoint/2010/main" val="15162536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00050" y="246976"/>
            <a:ext cx="6713368" cy="6611024"/>
          </a:xfrm>
        </p:spPr>
        <p:txBody>
          <a:bodyPr>
            <a:normAutofit/>
          </a:bodyPr>
          <a:lstStyle/>
          <a:p>
            <a:r>
              <a:rPr lang="en-US" dirty="0" smtClean="0"/>
              <a:t>We will focus </a:t>
            </a:r>
            <a:r>
              <a:rPr lang="en-US" dirty="0"/>
              <a:t>on a the notion of target audience in relation to a very </a:t>
            </a:r>
            <a:r>
              <a:rPr lang="en-US" dirty="0" smtClean="0"/>
              <a:t>specific text </a:t>
            </a:r>
            <a:r>
              <a:rPr lang="en-US" dirty="0"/>
              <a:t>type: </a:t>
            </a:r>
            <a:r>
              <a:rPr lang="en-US" b="1" dirty="0"/>
              <a:t>advertisements for grooming products for men</a:t>
            </a:r>
            <a:r>
              <a:rPr lang="en-US" dirty="0"/>
              <a:t>, such as this </a:t>
            </a:r>
            <a:r>
              <a:rPr lang="en-US" dirty="0" smtClean="0"/>
              <a:t>famous one </a:t>
            </a:r>
            <a:r>
              <a:rPr lang="en-US" dirty="0"/>
              <a:t>on the right that reads: "Smell like a man, man." </a:t>
            </a:r>
            <a:endParaRPr lang="en-US" dirty="0" smtClean="0"/>
          </a:p>
          <a:p>
            <a:endParaRPr lang="en-US" dirty="0"/>
          </a:p>
          <a:p>
            <a:r>
              <a:rPr lang="en-US" dirty="0" smtClean="0"/>
              <a:t>The </a:t>
            </a:r>
            <a:r>
              <a:rPr lang="en-US" dirty="0"/>
              <a:t>obvious response to such an ad is that it targets men. This, however, is the kind of simplistic response that is discouraged. </a:t>
            </a:r>
            <a:endParaRPr lang="en-US" dirty="0" smtClean="0"/>
          </a:p>
          <a:p>
            <a:endParaRPr lang="en-US" dirty="0"/>
          </a:p>
          <a:p>
            <a:r>
              <a:rPr lang="en-US" b="1" dirty="0" smtClean="0"/>
              <a:t>Through </a:t>
            </a:r>
            <a:r>
              <a:rPr lang="en-US" b="1" dirty="0"/>
              <a:t>a study of context, text and language, we can come to a more sophisticated response to such texts. </a:t>
            </a:r>
          </a:p>
        </p:txBody>
      </p:sp>
      <p:pic>
        <p:nvPicPr>
          <p:cNvPr id="5" name="Content Placeholder 4" descr="Old Spice 1.jpg"/>
          <p:cNvPicPr>
            <a:picLocks noGrp="1" noChangeAspect="1"/>
          </p:cNvPicPr>
          <p:nvPr>
            <p:ph sz="half" idx="2"/>
          </p:nvPr>
        </p:nvPicPr>
        <p:blipFill>
          <a:blip r:embed="rId2" cstate="email">
            <a:extLst>
              <a:ext uri="{28A0092B-C50C-407E-A947-70E740481C1C}">
                <a14:useLocalDpi xmlns:a14="http://schemas.microsoft.com/office/drawing/2010/main"/>
              </a:ext>
            </a:extLst>
          </a:blip>
          <a:srcRect/>
          <a:stretch>
            <a:fillRect/>
          </a:stretch>
        </p:blipFill>
        <p:spPr>
          <a:xfrm>
            <a:off x="7113418" y="1061778"/>
            <a:ext cx="4408022" cy="4939965"/>
          </a:xfrm>
        </p:spPr>
      </p:pic>
    </p:spTree>
    <p:extLst>
      <p:ext uri="{BB962C8B-B14F-4D97-AF65-F5344CB8AC3E}">
        <p14:creationId xmlns:p14="http://schemas.microsoft.com/office/powerpoint/2010/main" val="16341066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Context</a:t>
            </a:r>
            <a:endParaRPr lang="en-US" dirty="0">
              <a:solidFill>
                <a:srgbClr val="FF0000"/>
              </a:solidFill>
            </a:endParaRPr>
          </a:p>
        </p:txBody>
      </p:sp>
      <p:pic>
        <p:nvPicPr>
          <p:cNvPr id="5" name="Content Placeholder 4" descr="context.png"/>
          <p:cNvPicPr>
            <a:picLocks noGrp="1" noChangeAspect="1"/>
          </p:cNvPicPr>
          <p:nvPr>
            <p:ph sz="half" idx="1"/>
          </p:nvPr>
        </p:nvPicPr>
        <p:blipFill>
          <a:blip r:embed="rId2" cstate="email">
            <a:extLst>
              <a:ext uri="{28A0092B-C50C-407E-A947-70E740481C1C}">
                <a14:useLocalDpi xmlns:a14="http://schemas.microsoft.com/office/drawing/2010/main"/>
              </a:ext>
            </a:extLst>
          </a:blip>
          <a:srcRect l="10746" r="10746"/>
          <a:stretch>
            <a:fillRect/>
          </a:stretch>
        </p:blipFill>
        <p:spPr>
          <a:xfrm>
            <a:off x="609600" y="1600201"/>
            <a:ext cx="4743450" cy="4525963"/>
          </a:xfrm>
        </p:spPr>
      </p:pic>
      <p:sp>
        <p:nvSpPr>
          <p:cNvPr id="4" name="Content Placeholder 3"/>
          <p:cNvSpPr>
            <a:spLocks noGrp="1"/>
          </p:cNvSpPr>
          <p:nvPr>
            <p:ph sz="half" idx="2"/>
          </p:nvPr>
        </p:nvSpPr>
        <p:spPr>
          <a:xfrm>
            <a:off x="5715000" y="1600201"/>
            <a:ext cx="6477000" cy="5048249"/>
          </a:xfrm>
        </p:spPr>
        <p:txBody>
          <a:bodyPr>
            <a:normAutofit/>
          </a:bodyPr>
          <a:lstStyle/>
          <a:p>
            <a:r>
              <a:rPr lang="en-US" dirty="0">
                <a:solidFill>
                  <a:srgbClr val="0000FF"/>
                </a:solidFill>
              </a:rPr>
              <a:t>In the diagram </a:t>
            </a:r>
            <a:r>
              <a:rPr lang="en-US" dirty="0" smtClean="0">
                <a:solidFill>
                  <a:srgbClr val="0000FF"/>
                </a:solidFill>
              </a:rPr>
              <a:t>opposite </a:t>
            </a:r>
            <a:r>
              <a:rPr lang="en-US" dirty="0">
                <a:solidFill>
                  <a:srgbClr val="0000FF"/>
                </a:solidFill>
              </a:rPr>
              <a:t>you see that </a:t>
            </a:r>
            <a:r>
              <a:rPr lang="en-US" dirty="0"/>
              <a:t>there are three agents involved in any kind of </a:t>
            </a:r>
            <a:r>
              <a:rPr lang="en-US" dirty="0" smtClean="0"/>
              <a:t>communication:</a:t>
            </a:r>
          </a:p>
          <a:p>
            <a:endParaRPr lang="en-US" dirty="0" smtClean="0"/>
          </a:p>
          <a:p>
            <a:r>
              <a:rPr lang="en-US" dirty="0" smtClean="0"/>
              <a:t>the </a:t>
            </a:r>
            <a:r>
              <a:rPr lang="en-US" dirty="0"/>
              <a:t>writer (context of </a:t>
            </a:r>
            <a:r>
              <a:rPr lang="en-US" dirty="0" smtClean="0"/>
              <a:t>composition)</a:t>
            </a:r>
          </a:p>
          <a:p>
            <a:r>
              <a:rPr lang="en-US" dirty="0" smtClean="0"/>
              <a:t>the </a:t>
            </a:r>
            <a:r>
              <a:rPr lang="en-US" dirty="0"/>
              <a:t>reader (context of interpretation) </a:t>
            </a:r>
            <a:endParaRPr lang="en-US" dirty="0" smtClean="0"/>
          </a:p>
          <a:p>
            <a:r>
              <a:rPr lang="en-US" dirty="0" smtClean="0"/>
              <a:t>the </a:t>
            </a:r>
            <a:r>
              <a:rPr lang="en-US" dirty="0"/>
              <a:t>kind of person that the writer </a:t>
            </a:r>
            <a:r>
              <a:rPr lang="en-US" i="1" dirty="0"/>
              <a:t>thinks</a:t>
            </a:r>
            <a:r>
              <a:rPr lang="en-US" dirty="0"/>
              <a:t> will read the text (target audience). </a:t>
            </a:r>
          </a:p>
        </p:txBody>
      </p:sp>
    </p:spTree>
    <p:extLst>
      <p:ext uri="{BB962C8B-B14F-4D97-AF65-F5344CB8AC3E}">
        <p14:creationId xmlns:p14="http://schemas.microsoft.com/office/powerpoint/2010/main" val="261836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008000"/>
                </a:solidFill>
              </a:rPr>
              <a:t>Consider…</a:t>
            </a:r>
            <a:endParaRPr lang="en-US" b="1" dirty="0">
              <a:solidFill>
                <a:srgbClr val="008000"/>
              </a:solidFill>
            </a:endParaRPr>
          </a:p>
        </p:txBody>
      </p:sp>
      <p:sp>
        <p:nvSpPr>
          <p:cNvPr id="3" name="Content Placeholder 2"/>
          <p:cNvSpPr>
            <a:spLocks noGrp="1"/>
          </p:cNvSpPr>
          <p:nvPr>
            <p:ph sz="half" idx="1"/>
          </p:nvPr>
        </p:nvSpPr>
        <p:spPr>
          <a:xfrm>
            <a:off x="409074" y="1600201"/>
            <a:ext cx="5585326" cy="4656220"/>
          </a:xfrm>
        </p:spPr>
        <p:txBody>
          <a:bodyPr>
            <a:normAutofit fontScale="92500" lnSpcReduction="10000"/>
          </a:bodyPr>
          <a:lstStyle/>
          <a:p>
            <a:r>
              <a:rPr lang="en-US" dirty="0"/>
              <a:t>Imagine for a moment that you are the writer of ads for men's grooming products, i.e. soaps, shaving creams, deodorants etc. </a:t>
            </a:r>
            <a:endParaRPr lang="en-US" dirty="0" smtClean="0"/>
          </a:p>
          <a:p>
            <a:endParaRPr lang="en-US" dirty="0"/>
          </a:p>
          <a:p>
            <a:r>
              <a:rPr lang="en-US" dirty="0" smtClean="0"/>
              <a:t>Your </a:t>
            </a:r>
            <a:r>
              <a:rPr lang="en-US" dirty="0"/>
              <a:t>purpose is quite simple: sell as much of your product to as many men as possible. Before you create an ad to sell men's grooming products there are a few facts that you should know about the context of this market:</a:t>
            </a:r>
          </a:p>
        </p:txBody>
      </p:sp>
      <p:pic>
        <p:nvPicPr>
          <p:cNvPr id="6" name="Content Placeholder 5"/>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97600" y="2184472"/>
            <a:ext cx="5384800" cy="2692400"/>
          </a:xfrm>
        </p:spPr>
      </p:pic>
    </p:spTree>
    <p:extLst>
      <p:ext uri="{BB962C8B-B14F-4D97-AF65-F5344CB8AC3E}">
        <p14:creationId xmlns:p14="http://schemas.microsoft.com/office/powerpoint/2010/main" val="4862643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0"/>
            <a:ext cx="10972800" cy="1363665"/>
          </a:xfrm>
        </p:spPr>
        <p:txBody>
          <a:bodyPr/>
          <a:lstStyle/>
          <a:p>
            <a:r>
              <a:rPr lang="en-US" b="1" dirty="0" smtClean="0">
                <a:solidFill>
                  <a:srgbClr val="008000"/>
                </a:solidFill>
              </a:rPr>
              <a:t>Ideas..</a:t>
            </a:r>
            <a:endParaRPr lang="en-US" b="1" dirty="0">
              <a:solidFill>
                <a:srgbClr val="008000"/>
              </a:solidFill>
            </a:endParaRPr>
          </a:p>
        </p:txBody>
      </p:sp>
      <p:sp>
        <p:nvSpPr>
          <p:cNvPr id="4" name="Content Placeholder 3"/>
          <p:cNvSpPr>
            <a:spLocks noGrp="1"/>
          </p:cNvSpPr>
          <p:nvPr>
            <p:ph sz="half" idx="2"/>
          </p:nvPr>
        </p:nvSpPr>
        <p:spPr/>
        <p:txBody>
          <a:bodyPr>
            <a:normAutofit fontScale="85000" lnSpcReduction="20000"/>
          </a:bodyPr>
          <a:lstStyle/>
          <a:p>
            <a:r>
              <a:rPr lang="en-US" dirty="0">
                <a:solidFill>
                  <a:srgbClr val="0000FF"/>
                </a:solidFill>
              </a:rPr>
              <a:t>Only 20% of all grooming products on the market are men's grooming products. Women's products account for the other 80%</a:t>
            </a:r>
            <a:r>
              <a:rPr lang="en-US" dirty="0" smtClean="0">
                <a:solidFill>
                  <a:srgbClr val="0000FF"/>
                </a:solidFill>
              </a:rPr>
              <a:t>.</a:t>
            </a:r>
          </a:p>
          <a:p>
            <a:endParaRPr lang="en-US" dirty="0">
              <a:solidFill>
                <a:srgbClr val="0000FF"/>
              </a:solidFill>
            </a:endParaRPr>
          </a:p>
          <a:p>
            <a:r>
              <a:rPr lang="en-US" dirty="0">
                <a:solidFill>
                  <a:srgbClr val="0000FF"/>
                </a:solidFill>
              </a:rPr>
              <a:t>Of the people who actually purchase men's grooming products, 70% are women. They are buying for their fathers, sons and husbands. </a:t>
            </a:r>
            <a:endParaRPr lang="en-US" dirty="0" smtClean="0">
              <a:solidFill>
                <a:srgbClr val="0000FF"/>
              </a:solidFill>
            </a:endParaRPr>
          </a:p>
          <a:p>
            <a:endParaRPr lang="en-US" dirty="0">
              <a:solidFill>
                <a:srgbClr val="0000FF"/>
              </a:solidFill>
            </a:endParaRPr>
          </a:p>
          <a:p>
            <a:r>
              <a:rPr lang="en-US" dirty="0">
                <a:solidFill>
                  <a:srgbClr val="0000FF"/>
                </a:solidFill>
              </a:rPr>
              <a:t>80% of men's grooming products sold online </a:t>
            </a:r>
            <a:r>
              <a:rPr lang="en-US" i="1" dirty="0">
                <a:solidFill>
                  <a:srgbClr val="0000FF"/>
                </a:solidFill>
              </a:rPr>
              <a:t>are</a:t>
            </a:r>
            <a:r>
              <a:rPr lang="en-US" dirty="0">
                <a:solidFill>
                  <a:srgbClr val="0000FF"/>
                </a:solidFill>
              </a:rPr>
              <a:t> actually purchased by men. This is a rather new phenomenon, with the arrival of online shopping. </a:t>
            </a:r>
          </a:p>
          <a:p>
            <a:endParaRPr lang="en-US" dirty="0"/>
          </a:p>
        </p:txBody>
      </p:sp>
      <p:sp>
        <p:nvSpPr>
          <p:cNvPr id="5" name="Rectangle 4"/>
          <p:cNvSpPr/>
          <p:nvPr/>
        </p:nvSpPr>
        <p:spPr>
          <a:xfrm>
            <a:off x="6197600" y="1417638"/>
            <a:ext cx="5588000" cy="4945062"/>
          </a:xfrm>
          <a:prstGeom prst="rect">
            <a:avLst/>
          </a:prstGeom>
          <a:gradFill flip="none" rotWithShape="1">
            <a:gsLst>
              <a:gs pos="0">
                <a:schemeClr val="accent1">
                  <a:tint val="100000"/>
                  <a:shade val="100000"/>
                  <a:satMod val="130000"/>
                  <a:alpha val="0"/>
                </a:schemeClr>
              </a:gs>
              <a:gs pos="100000">
                <a:schemeClr val="accent1">
                  <a:tint val="50000"/>
                  <a:shade val="100000"/>
                  <a:satMod val="350000"/>
                  <a:alpha val="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pic>
        <p:nvPicPr>
          <p:cNvPr id="8" name="Content Placeholder 7"/>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rot="20626617">
            <a:off x="1145676" y="1218948"/>
            <a:ext cx="3863409" cy="4963499"/>
          </a:xfrm>
        </p:spPr>
      </p:pic>
    </p:spTree>
    <p:extLst>
      <p:ext uri="{BB962C8B-B14F-4D97-AF65-F5344CB8AC3E}">
        <p14:creationId xmlns:p14="http://schemas.microsoft.com/office/powerpoint/2010/main" val="14701914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08000"/>
                </a:solidFill>
              </a:rPr>
              <a:t>Exercise</a:t>
            </a:r>
            <a:endParaRPr lang="en-US" dirty="0">
              <a:solidFill>
                <a:srgbClr val="008000"/>
              </a:solidFill>
            </a:endParaRPr>
          </a:p>
        </p:txBody>
      </p:sp>
      <p:sp>
        <p:nvSpPr>
          <p:cNvPr id="3" name="Content Placeholder 2"/>
          <p:cNvSpPr>
            <a:spLocks noGrp="1"/>
          </p:cNvSpPr>
          <p:nvPr>
            <p:ph sz="half" idx="1"/>
          </p:nvPr>
        </p:nvSpPr>
        <p:spPr>
          <a:xfrm>
            <a:off x="609600" y="1905056"/>
            <a:ext cx="5384800" cy="4221108"/>
          </a:xfrm>
        </p:spPr>
        <p:txBody>
          <a:bodyPr/>
          <a:lstStyle/>
          <a:p>
            <a:r>
              <a:rPr lang="en-US" dirty="0"/>
              <a:t>The following sets of ads promote the same product to two different target audiences. In each set (L'Oreal, Nivea, and Dove) </a:t>
            </a:r>
            <a:r>
              <a:rPr lang="en-US" b="1" dirty="0"/>
              <a:t>Ad 1 targets men </a:t>
            </a:r>
            <a:r>
              <a:rPr lang="en-US" dirty="0"/>
              <a:t>and </a:t>
            </a:r>
            <a:r>
              <a:rPr lang="en-US" b="1" dirty="0"/>
              <a:t>Ad 2 targets women</a:t>
            </a:r>
            <a:r>
              <a:rPr lang="en-US" dirty="0"/>
              <a:t>.</a:t>
            </a:r>
          </a:p>
        </p:txBody>
      </p:sp>
      <p:pic>
        <p:nvPicPr>
          <p:cNvPr id="5" name="Content Placeholder 4"/>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16467" y="1905056"/>
            <a:ext cx="6055538" cy="3787084"/>
          </a:xfrm>
        </p:spPr>
      </p:pic>
    </p:spTree>
    <p:extLst>
      <p:ext uri="{BB962C8B-B14F-4D97-AF65-F5344CB8AC3E}">
        <p14:creationId xmlns:p14="http://schemas.microsoft.com/office/powerpoint/2010/main" val="560672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0"/>
            <a:ext cx="10972800" cy="800100"/>
          </a:xfrm>
        </p:spPr>
        <p:txBody>
          <a:bodyPr/>
          <a:lstStyle/>
          <a:p>
            <a:r>
              <a:rPr lang="en-US" b="1" dirty="0" smtClean="0">
                <a:solidFill>
                  <a:srgbClr val="0432FF"/>
                </a:solidFill>
              </a:rPr>
              <a:t>Use the tables on Handout 2:</a:t>
            </a:r>
            <a:endParaRPr lang="en-US" b="1" dirty="0">
              <a:solidFill>
                <a:srgbClr val="0432FF"/>
              </a:solidFill>
            </a:endParaRPr>
          </a:p>
        </p:txBody>
      </p:sp>
      <p:graphicFrame>
        <p:nvGraphicFramePr>
          <p:cNvPr id="5" name="Content Placeholder 4"/>
          <p:cNvGraphicFramePr>
            <a:graphicFrameLocks noGrp="1"/>
          </p:cNvGraphicFramePr>
          <p:nvPr>
            <p:ph sz="half" idx="1"/>
            <p:extLst/>
          </p:nvPr>
        </p:nvGraphicFramePr>
        <p:xfrm>
          <a:off x="160020" y="1165861"/>
          <a:ext cx="8389620" cy="5240035"/>
        </p:xfrm>
        <a:graphic>
          <a:graphicData uri="http://schemas.openxmlformats.org/drawingml/2006/table">
            <a:tbl>
              <a:tblPr firstRow="1" bandRow="1">
                <a:tableStyleId>{5C22544A-7EE6-4342-B048-85BDC9FD1C3A}</a:tableStyleId>
              </a:tblPr>
              <a:tblGrid>
                <a:gridCol w="4194810"/>
                <a:gridCol w="4194810"/>
              </a:tblGrid>
              <a:tr h="640079">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2400" dirty="0" smtClean="0">
                          <a:solidFill>
                            <a:schemeClr val="bg1"/>
                          </a:solidFill>
                        </a:rPr>
                        <a:t>These ads target men who... </a:t>
                      </a:r>
                    </a:p>
                  </a:txBody>
                  <a:tcPr/>
                </a:tc>
                <a:tc>
                  <a:txBody>
                    <a:bodyPr/>
                    <a:lstStyle/>
                    <a:p>
                      <a:r>
                        <a:rPr lang="en-US" sz="2400" dirty="0" smtClean="0"/>
                        <a:t>These ads target women who... </a:t>
                      </a:r>
                    </a:p>
                  </a:txBody>
                  <a:tcPr/>
                </a:tc>
              </a:tr>
              <a:tr h="1149170">
                <a:tc>
                  <a:txBody>
                    <a:bodyPr/>
                    <a:lstStyle/>
                    <a:p>
                      <a:r>
                        <a:rPr lang="en-US" sz="2400" dirty="0" smtClean="0"/>
                        <a:t>...want to appear tough and strong. </a:t>
                      </a:r>
                    </a:p>
                  </a:txBody>
                  <a:tcPr/>
                </a:tc>
                <a:tc>
                  <a:txBody>
                    <a:bodyPr/>
                    <a:lstStyle/>
                    <a:p>
                      <a:r>
                        <a:rPr lang="en-US" sz="2400" dirty="0" smtClean="0"/>
                        <a:t>...want their husband to be a caring father.</a:t>
                      </a:r>
                    </a:p>
                    <a:p>
                      <a:endParaRPr lang="en-US" sz="2400" dirty="0"/>
                    </a:p>
                  </a:txBody>
                  <a:tcPr/>
                </a:tc>
              </a:tr>
              <a:tr h="942356">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2400" dirty="0" smtClean="0"/>
                        <a:t>...are technical.</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2400" dirty="0" smtClean="0"/>
                        <a:t>...want to care for their men.</a:t>
                      </a:r>
                    </a:p>
                    <a:p>
                      <a:endParaRPr lang="en-US" sz="2400" dirty="0"/>
                    </a:p>
                  </a:txBody>
                  <a:tcPr/>
                </a:tc>
              </a:tr>
              <a:tr h="795579">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2400" dirty="0" smtClean="0"/>
                        <a:t>... are competitive. </a:t>
                      </a:r>
                    </a:p>
                    <a:p>
                      <a:endParaRPr lang="en-US" sz="2400" dirty="0"/>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2400" dirty="0" smtClean="0"/>
                        <a:t>...want their men to be like TV stars. </a:t>
                      </a:r>
                    </a:p>
                  </a:txBody>
                  <a:tcPr/>
                </a:tc>
              </a:tr>
              <a:tr h="795579">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2400" dirty="0" smtClean="0">
                          <a:solidFill>
                            <a:srgbClr val="0432FF"/>
                          </a:solidFill>
                        </a:rPr>
                        <a:t>...(other)</a:t>
                      </a:r>
                    </a:p>
                    <a:p>
                      <a:endParaRPr lang="en-US" sz="2400" dirty="0"/>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2400" dirty="0" smtClean="0">
                          <a:solidFill>
                            <a:srgbClr val="0432FF"/>
                          </a:solidFill>
                        </a:rPr>
                        <a:t>...(other)</a:t>
                      </a:r>
                    </a:p>
                    <a:p>
                      <a:endParaRPr lang="en-US" sz="2400" dirty="0"/>
                    </a:p>
                  </a:txBody>
                  <a:tcPr/>
                </a:tc>
              </a:tr>
              <a:tr h="795579">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2400" dirty="0" smtClean="0">
                          <a:solidFill>
                            <a:srgbClr val="0432FF"/>
                          </a:solidFill>
                        </a:rPr>
                        <a:t>...(other)</a:t>
                      </a:r>
                    </a:p>
                    <a:p>
                      <a:endParaRPr lang="en-US" sz="2400" dirty="0"/>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2400" dirty="0" smtClean="0">
                          <a:solidFill>
                            <a:srgbClr val="0432FF"/>
                          </a:solidFill>
                        </a:rPr>
                        <a:t>...(other)</a:t>
                      </a:r>
                    </a:p>
                    <a:p>
                      <a:endParaRPr lang="en-US" sz="2400" dirty="0"/>
                    </a:p>
                  </a:txBody>
                  <a:tcPr/>
                </a:tc>
              </a:tr>
            </a:tbl>
          </a:graphicData>
        </a:graphic>
      </p:graphicFrame>
      <p:sp>
        <p:nvSpPr>
          <p:cNvPr id="4" name="Content Placeholder 3"/>
          <p:cNvSpPr>
            <a:spLocks noGrp="1"/>
          </p:cNvSpPr>
          <p:nvPr>
            <p:ph sz="half" idx="2"/>
          </p:nvPr>
        </p:nvSpPr>
        <p:spPr>
          <a:xfrm>
            <a:off x="8549640" y="1376697"/>
            <a:ext cx="3566160" cy="5029199"/>
          </a:xfrm>
        </p:spPr>
        <p:txBody>
          <a:bodyPr>
            <a:normAutofit/>
          </a:bodyPr>
          <a:lstStyle/>
          <a:p>
            <a:r>
              <a:rPr lang="en-US" dirty="0">
                <a:solidFill>
                  <a:srgbClr val="0432FF"/>
                </a:solidFill>
              </a:rPr>
              <a:t>How would you describe those interested in the first </a:t>
            </a:r>
            <a:r>
              <a:rPr lang="en-US" dirty="0" smtClean="0">
                <a:solidFill>
                  <a:srgbClr val="0432FF"/>
                </a:solidFill>
              </a:rPr>
              <a:t>and second ads? </a:t>
            </a:r>
          </a:p>
          <a:p>
            <a:endParaRPr lang="en-US" dirty="0" smtClean="0">
              <a:solidFill>
                <a:srgbClr val="0432FF"/>
              </a:solidFill>
            </a:endParaRPr>
          </a:p>
          <a:p>
            <a:r>
              <a:rPr lang="en-US" dirty="0" smtClean="0">
                <a:solidFill>
                  <a:srgbClr val="0432FF"/>
                </a:solidFill>
              </a:rPr>
              <a:t>In </a:t>
            </a:r>
            <a:r>
              <a:rPr lang="en-US" dirty="0">
                <a:solidFill>
                  <a:srgbClr val="0432FF"/>
                </a:solidFill>
              </a:rPr>
              <a:t>other words, what qualities describe them and how can these be attributed to the language of the texts? </a:t>
            </a:r>
          </a:p>
          <a:p>
            <a:endParaRPr lang="en-US" dirty="0"/>
          </a:p>
        </p:txBody>
      </p:sp>
    </p:spTree>
    <p:extLst>
      <p:ext uri="{BB962C8B-B14F-4D97-AF65-F5344CB8AC3E}">
        <p14:creationId xmlns:p14="http://schemas.microsoft.com/office/powerpoint/2010/main" val="71036001"/>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0"/>
            <a:ext cx="10972800" cy="867104"/>
          </a:xfrm>
        </p:spPr>
        <p:txBody>
          <a:bodyPr>
            <a:normAutofit/>
          </a:bodyPr>
          <a:lstStyle/>
          <a:p>
            <a:r>
              <a:rPr lang="en-US" b="1" dirty="0" smtClean="0">
                <a:solidFill>
                  <a:srgbClr val="008F00"/>
                </a:solidFill>
              </a:rPr>
              <a:t>L’Oreal - The </a:t>
            </a:r>
            <a:r>
              <a:rPr lang="en-US" b="1" dirty="0">
                <a:solidFill>
                  <a:srgbClr val="008F00"/>
                </a:solidFill>
              </a:rPr>
              <a:t>ad targets </a:t>
            </a:r>
            <a:r>
              <a:rPr lang="en-US" b="1" dirty="0" smtClean="0">
                <a:solidFill>
                  <a:srgbClr val="008F00"/>
                </a:solidFill>
              </a:rPr>
              <a:t>men/women </a:t>
            </a:r>
            <a:r>
              <a:rPr lang="en-US" b="1" dirty="0">
                <a:solidFill>
                  <a:srgbClr val="008F00"/>
                </a:solidFill>
              </a:rPr>
              <a:t>who... </a:t>
            </a:r>
          </a:p>
        </p:txBody>
      </p:sp>
      <p:pic>
        <p:nvPicPr>
          <p:cNvPr id="5" name="Content Placeholder 5" descr="L'oreal ad 1.jpg"/>
          <p:cNvPicPr>
            <a:picLocks noGrp="1" noChangeAspect="1"/>
          </p:cNvPicPr>
          <p:nvPr>
            <p:ph sz="half" idx="1"/>
          </p:nvPr>
        </p:nvPicPr>
        <p:blipFill rotWithShape="1">
          <a:blip r:embed="rId2" cstate="email">
            <a:extLst>
              <a:ext uri="{28A0092B-C50C-407E-A947-70E740481C1C}">
                <a14:useLocalDpi xmlns:a14="http://schemas.microsoft.com/office/drawing/2010/main"/>
              </a:ext>
            </a:extLst>
          </a:blip>
          <a:srcRect/>
          <a:stretch/>
        </p:blipFill>
        <p:spPr>
          <a:xfrm>
            <a:off x="1250840" y="1005846"/>
            <a:ext cx="4314388" cy="5756772"/>
          </a:xfrm>
        </p:spPr>
      </p:pic>
      <p:pic>
        <p:nvPicPr>
          <p:cNvPr id="6" name="Content Placeholder 8" descr="L'oreal ad 2.jpg"/>
          <p:cNvPicPr>
            <a:picLocks noGrp="1" noChangeAspect="1"/>
          </p:cNvPicPr>
          <p:nvPr>
            <p:ph sz="half" idx="2"/>
          </p:nvPr>
        </p:nvPicPr>
        <p:blipFill rotWithShape="1">
          <a:blip r:embed="rId3" cstate="email">
            <a:extLst>
              <a:ext uri="{28A0092B-C50C-407E-A947-70E740481C1C}">
                <a14:useLocalDpi xmlns:a14="http://schemas.microsoft.com/office/drawing/2010/main"/>
              </a:ext>
            </a:extLst>
          </a:blip>
          <a:srcRect r="-835"/>
          <a:stretch/>
        </p:blipFill>
        <p:spPr>
          <a:xfrm>
            <a:off x="6290730" y="1005846"/>
            <a:ext cx="4350993" cy="5706887"/>
          </a:xfrm>
        </p:spPr>
      </p:pic>
    </p:spTree>
    <p:extLst>
      <p:ext uri="{BB962C8B-B14F-4D97-AF65-F5344CB8AC3E}">
        <p14:creationId xmlns:p14="http://schemas.microsoft.com/office/powerpoint/2010/main" val="2048644722"/>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L'oreal ad 1.jpg"/>
          <p:cNvPicPr>
            <a:picLocks noGrp="1" noChangeAspect="1"/>
          </p:cNvPicPr>
          <p:nvPr>
            <p:ph sz="quarter" idx="3"/>
          </p:nvPr>
        </p:nvPicPr>
        <p:blipFill rotWithShape="1">
          <a:blip r:embed="rId3" cstate="email">
            <a:extLst>
              <a:ext uri="{28A0092B-C50C-407E-A947-70E740481C1C}">
                <a14:useLocalDpi xmlns:a14="http://schemas.microsoft.com/office/drawing/2010/main"/>
              </a:ext>
            </a:extLst>
          </a:blip>
          <a:srcRect/>
          <a:stretch/>
        </p:blipFill>
        <p:spPr>
          <a:xfrm>
            <a:off x="3225209" y="0"/>
            <a:ext cx="5175510" cy="6902240"/>
          </a:xfrm>
        </p:spPr>
      </p:pic>
    </p:spTree>
    <p:extLst>
      <p:ext uri="{BB962C8B-B14F-4D97-AF65-F5344CB8AC3E}">
        <p14:creationId xmlns:p14="http://schemas.microsoft.com/office/powerpoint/2010/main" val="966530303"/>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descr="L'oreal ad 2.jpg"/>
          <p:cNvPicPr>
            <a:picLocks noGrp="1" noChangeAspect="1"/>
          </p:cNvPicPr>
          <p:nvPr>
            <p:ph sz="quarter" idx="3"/>
          </p:nvPr>
        </p:nvPicPr>
        <p:blipFill rotWithShape="1">
          <a:blip r:embed="rId3" cstate="email">
            <a:extLst>
              <a:ext uri="{28A0092B-C50C-407E-A947-70E740481C1C}">
                <a14:useLocalDpi xmlns:a14="http://schemas.microsoft.com/office/drawing/2010/main"/>
              </a:ext>
            </a:extLst>
          </a:blip>
          <a:srcRect r="-835"/>
          <a:stretch/>
        </p:blipFill>
        <p:spPr>
          <a:xfrm>
            <a:off x="3081446" y="0"/>
            <a:ext cx="5271352" cy="6918468"/>
          </a:xfrm>
        </p:spPr>
      </p:pic>
    </p:spTree>
    <p:extLst>
      <p:ext uri="{BB962C8B-B14F-4D97-AF65-F5344CB8AC3E}">
        <p14:creationId xmlns:p14="http://schemas.microsoft.com/office/powerpoint/2010/main" val="493844521"/>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0"/>
            <a:ext cx="10972800" cy="867104"/>
          </a:xfrm>
        </p:spPr>
        <p:txBody>
          <a:bodyPr>
            <a:normAutofit/>
          </a:bodyPr>
          <a:lstStyle/>
          <a:p>
            <a:r>
              <a:rPr lang="en-US" b="1" dirty="0" smtClean="0">
                <a:solidFill>
                  <a:srgbClr val="008F00"/>
                </a:solidFill>
              </a:rPr>
              <a:t>Nivea - The </a:t>
            </a:r>
            <a:r>
              <a:rPr lang="en-US" b="1" dirty="0">
                <a:solidFill>
                  <a:srgbClr val="008F00"/>
                </a:solidFill>
              </a:rPr>
              <a:t>ad targets </a:t>
            </a:r>
            <a:r>
              <a:rPr lang="en-US" b="1" dirty="0" smtClean="0">
                <a:solidFill>
                  <a:srgbClr val="008F00"/>
                </a:solidFill>
              </a:rPr>
              <a:t>men/women </a:t>
            </a:r>
            <a:r>
              <a:rPr lang="en-US" b="1" dirty="0">
                <a:solidFill>
                  <a:srgbClr val="008F00"/>
                </a:solidFill>
              </a:rPr>
              <a:t>who... </a:t>
            </a:r>
          </a:p>
        </p:txBody>
      </p:sp>
      <p:pic>
        <p:nvPicPr>
          <p:cNvPr id="8" name="Content Placeholder 6" descr="Nivea 2.jpg"/>
          <p:cNvPicPr>
            <a:picLocks noGrp="1" noChangeAspect="1"/>
          </p:cNvPicPr>
          <p:nvPr>
            <p:ph sz="half" idx="1"/>
          </p:nvPr>
        </p:nvPicPr>
        <p:blipFill rotWithShape="1">
          <a:blip r:embed="rId2" cstate="email">
            <a:extLst>
              <a:ext uri="{28A0092B-C50C-407E-A947-70E740481C1C}">
                <a14:useLocalDpi xmlns:a14="http://schemas.microsoft.com/office/drawing/2010/main"/>
              </a:ext>
            </a:extLst>
          </a:blip>
          <a:srcRect r="-1304"/>
          <a:stretch/>
        </p:blipFill>
        <p:spPr>
          <a:xfrm>
            <a:off x="215462" y="1654218"/>
            <a:ext cx="6626772" cy="4350396"/>
          </a:xfrm>
        </p:spPr>
      </p:pic>
      <p:pic>
        <p:nvPicPr>
          <p:cNvPr id="9" name="Content Placeholder 9" descr="Nivea ad 3.jpg"/>
          <p:cNvPicPr>
            <a:picLocks noGrp="1" noChangeAspect="1"/>
          </p:cNvPicPr>
          <p:nvPr>
            <p:ph sz="half" idx="2"/>
          </p:nvPr>
        </p:nvPicPr>
        <p:blipFill rotWithShape="1">
          <a:blip r:embed="rId3" cstate="email">
            <a:extLst>
              <a:ext uri="{28A0092B-C50C-407E-A947-70E740481C1C}">
                <a14:useLocalDpi xmlns:a14="http://schemas.microsoft.com/office/drawing/2010/main"/>
              </a:ext>
            </a:extLst>
          </a:blip>
          <a:srcRect l="-1028"/>
          <a:stretch/>
        </p:blipFill>
        <p:spPr>
          <a:xfrm>
            <a:off x="6969109" y="867104"/>
            <a:ext cx="4319001" cy="5846226"/>
          </a:xfrm>
        </p:spPr>
      </p:pic>
    </p:spTree>
    <p:extLst>
      <p:ext uri="{BB962C8B-B14F-4D97-AF65-F5344CB8AC3E}">
        <p14:creationId xmlns:p14="http://schemas.microsoft.com/office/powerpoint/2010/main" val="2102303624"/>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descr="Nivea 2.jpg"/>
          <p:cNvPicPr>
            <a:picLocks noGrp="1" noChangeAspect="1"/>
          </p:cNvPicPr>
          <p:nvPr>
            <p:ph sz="quarter" idx="2"/>
          </p:nvPr>
        </p:nvPicPr>
        <p:blipFill rotWithShape="1">
          <a:blip r:embed="rId3" cstate="email">
            <a:extLst>
              <a:ext uri="{28A0092B-C50C-407E-A947-70E740481C1C}">
                <a14:useLocalDpi xmlns:a14="http://schemas.microsoft.com/office/drawing/2010/main"/>
              </a:ext>
            </a:extLst>
          </a:blip>
          <a:srcRect r="-1304"/>
          <a:stretch/>
        </p:blipFill>
        <p:spPr>
          <a:xfrm>
            <a:off x="1057202" y="121031"/>
            <a:ext cx="10062898" cy="6610845"/>
          </a:xfrm>
        </p:spPr>
      </p:pic>
    </p:spTree>
    <p:extLst>
      <p:ext uri="{BB962C8B-B14F-4D97-AF65-F5344CB8AC3E}">
        <p14:creationId xmlns:p14="http://schemas.microsoft.com/office/powerpoint/2010/main" val="868564477"/>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Content Placeholder 9" descr="Nivea ad 3.jpg"/>
          <p:cNvPicPr>
            <a:picLocks noGrp="1" noChangeAspect="1"/>
          </p:cNvPicPr>
          <p:nvPr>
            <p:ph sz="quarter" idx="2"/>
          </p:nvPr>
        </p:nvPicPr>
        <p:blipFill rotWithShape="1">
          <a:blip r:embed="rId3" cstate="email">
            <a:extLst>
              <a:ext uri="{28A0092B-C50C-407E-A947-70E740481C1C}">
                <a14:useLocalDpi xmlns:a14="http://schemas.microsoft.com/office/drawing/2010/main"/>
              </a:ext>
            </a:extLst>
          </a:blip>
          <a:srcRect l="-1028"/>
          <a:stretch/>
        </p:blipFill>
        <p:spPr>
          <a:xfrm>
            <a:off x="3512738" y="-1"/>
            <a:ext cx="5079667" cy="6885483"/>
          </a:xfrm>
        </p:spPr>
      </p:pic>
    </p:spTree>
    <p:extLst>
      <p:ext uri="{BB962C8B-B14F-4D97-AF65-F5344CB8AC3E}">
        <p14:creationId xmlns:p14="http://schemas.microsoft.com/office/powerpoint/2010/main" val="352844423"/>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0"/>
            <a:ext cx="10972800" cy="867104"/>
          </a:xfrm>
        </p:spPr>
        <p:txBody>
          <a:bodyPr>
            <a:normAutofit/>
          </a:bodyPr>
          <a:lstStyle/>
          <a:p>
            <a:r>
              <a:rPr lang="en-US" b="1" dirty="0" smtClean="0">
                <a:solidFill>
                  <a:srgbClr val="008F00"/>
                </a:solidFill>
              </a:rPr>
              <a:t>Dove - The </a:t>
            </a:r>
            <a:r>
              <a:rPr lang="en-US" b="1" dirty="0">
                <a:solidFill>
                  <a:srgbClr val="008F00"/>
                </a:solidFill>
              </a:rPr>
              <a:t>ad targets </a:t>
            </a:r>
            <a:r>
              <a:rPr lang="en-US" b="1" dirty="0" smtClean="0">
                <a:solidFill>
                  <a:srgbClr val="008F00"/>
                </a:solidFill>
              </a:rPr>
              <a:t>men/women </a:t>
            </a:r>
            <a:r>
              <a:rPr lang="en-US" b="1" dirty="0">
                <a:solidFill>
                  <a:srgbClr val="008F00"/>
                </a:solidFill>
              </a:rPr>
              <a:t>who... </a:t>
            </a:r>
          </a:p>
        </p:txBody>
      </p:sp>
      <p:pic>
        <p:nvPicPr>
          <p:cNvPr id="7" name="Content Placeholder 7" descr="dove 4.jpg"/>
          <p:cNvPicPr>
            <a:picLocks noGrp="1" noChangeAspect="1"/>
          </p:cNvPicPr>
          <p:nvPr>
            <p:ph sz="half" idx="1"/>
          </p:nvPr>
        </p:nvPicPr>
        <p:blipFill rotWithShape="1">
          <a:blip r:embed="rId2" cstate="email">
            <a:extLst>
              <a:ext uri="{28A0092B-C50C-407E-A947-70E740481C1C}">
                <a14:useLocalDpi xmlns:a14="http://schemas.microsoft.com/office/drawing/2010/main"/>
              </a:ext>
            </a:extLst>
          </a:blip>
          <a:srcRect l="-2201" r="-2207"/>
          <a:stretch/>
        </p:blipFill>
        <p:spPr>
          <a:xfrm>
            <a:off x="609600" y="867104"/>
            <a:ext cx="4506317" cy="5919175"/>
          </a:xfrm>
        </p:spPr>
      </p:pic>
      <p:pic>
        <p:nvPicPr>
          <p:cNvPr id="10" name="Content Placeholder 10" descr="dove 3.jpg"/>
          <p:cNvPicPr>
            <a:picLocks noGrp="1" noChangeAspect="1"/>
          </p:cNvPicPr>
          <p:nvPr>
            <p:ph sz="half" idx="2"/>
          </p:nvPr>
        </p:nvPicPr>
        <p:blipFill>
          <a:blip r:embed="rId3" cstate="email">
            <a:extLst>
              <a:ext uri="{28A0092B-C50C-407E-A947-70E740481C1C}">
                <a14:useLocalDpi xmlns:a14="http://schemas.microsoft.com/office/drawing/2010/main"/>
              </a:ext>
            </a:extLst>
          </a:blip>
          <a:srcRect t="-3851" b="-3851"/>
          <a:stretch>
            <a:fillRect/>
          </a:stretch>
        </p:blipFill>
        <p:spPr>
          <a:xfrm>
            <a:off x="5115917" y="1568241"/>
            <a:ext cx="6707403" cy="3492489"/>
          </a:xfrm>
        </p:spPr>
      </p:pic>
    </p:spTree>
    <p:extLst>
      <p:ext uri="{BB962C8B-B14F-4D97-AF65-F5344CB8AC3E}">
        <p14:creationId xmlns:p14="http://schemas.microsoft.com/office/powerpoint/2010/main" val="2061738349"/>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dove 4.jpg"/>
          <p:cNvPicPr>
            <a:picLocks noGrp="1" noChangeAspect="1"/>
          </p:cNvPicPr>
          <p:nvPr>
            <p:ph sz="quarter" idx="4"/>
          </p:nvPr>
        </p:nvPicPr>
        <p:blipFill rotWithShape="1">
          <a:blip r:embed="rId3" cstate="email">
            <a:extLst>
              <a:ext uri="{28A0092B-C50C-407E-A947-70E740481C1C}">
                <a14:useLocalDpi xmlns:a14="http://schemas.microsoft.com/office/drawing/2010/main"/>
              </a:ext>
            </a:extLst>
          </a:blip>
          <a:srcRect l="-2201" r="-2207"/>
          <a:stretch/>
        </p:blipFill>
        <p:spPr>
          <a:xfrm>
            <a:off x="3392930" y="0"/>
            <a:ext cx="5225275" cy="6858000"/>
          </a:xfrm>
        </p:spPr>
      </p:pic>
    </p:spTree>
    <p:extLst>
      <p:ext uri="{BB962C8B-B14F-4D97-AF65-F5344CB8AC3E}">
        <p14:creationId xmlns:p14="http://schemas.microsoft.com/office/powerpoint/2010/main" val="1987787298"/>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Content Placeholder 10" descr="dove 3.jpg"/>
          <p:cNvPicPr>
            <a:picLocks noGrp="1" noChangeAspect="1"/>
          </p:cNvPicPr>
          <p:nvPr>
            <p:ph sz="quarter" idx="4"/>
          </p:nvPr>
        </p:nvPicPr>
        <p:blipFill>
          <a:blip r:embed="rId3" cstate="email">
            <a:extLst>
              <a:ext uri="{28A0092B-C50C-407E-A947-70E740481C1C}">
                <a14:useLocalDpi xmlns:a14="http://schemas.microsoft.com/office/drawing/2010/main"/>
              </a:ext>
            </a:extLst>
          </a:blip>
          <a:srcRect t="-3851" b="-3851"/>
          <a:stretch>
            <a:fillRect/>
          </a:stretch>
        </p:blipFill>
        <p:spPr>
          <a:xfrm>
            <a:off x="872896" y="688794"/>
            <a:ext cx="10581646" cy="5502456"/>
          </a:xfrm>
        </p:spPr>
      </p:pic>
    </p:spTree>
    <p:extLst>
      <p:ext uri="{BB962C8B-B14F-4D97-AF65-F5344CB8AC3E}">
        <p14:creationId xmlns:p14="http://schemas.microsoft.com/office/powerpoint/2010/main" val="1026499034"/>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7701" y="452144"/>
            <a:ext cx="3947159" cy="923266"/>
          </a:xfrm>
        </p:spPr>
        <p:txBody>
          <a:bodyPr>
            <a:normAutofit/>
          </a:bodyPr>
          <a:lstStyle/>
          <a:p>
            <a:r>
              <a:rPr lang="en-US" smtClean="0">
                <a:solidFill>
                  <a:srgbClr val="FF0000"/>
                </a:solidFill>
              </a:rPr>
              <a:t>Results: MEN</a:t>
            </a:r>
            <a:endParaRPr lang="en-US" dirty="0">
              <a:solidFill>
                <a:srgbClr val="FF0000"/>
              </a:solidFill>
            </a:endParaRPr>
          </a:p>
        </p:txBody>
      </p:sp>
      <p:sp>
        <p:nvSpPr>
          <p:cNvPr id="4" name="Content Placeholder 3"/>
          <p:cNvSpPr>
            <a:spLocks noGrp="1"/>
          </p:cNvSpPr>
          <p:nvPr>
            <p:ph sz="half" idx="2"/>
          </p:nvPr>
        </p:nvSpPr>
        <p:spPr>
          <a:xfrm>
            <a:off x="4787290" y="0"/>
            <a:ext cx="7191350" cy="6858000"/>
          </a:xfrm>
        </p:spPr>
        <p:txBody>
          <a:bodyPr>
            <a:normAutofit fontScale="85000" lnSpcReduction="10000"/>
          </a:bodyPr>
          <a:lstStyle/>
          <a:p>
            <a:r>
              <a:rPr lang="en-US" dirty="0">
                <a:solidFill>
                  <a:srgbClr val="0432FF"/>
                </a:solidFill>
              </a:rPr>
              <a:t>The ads that target the men are different from ads that target women in that the </a:t>
            </a:r>
            <a:r>
              <a:rPr lang="en-US" dirty="0" smtClean="0"/>
              <a:t>vocabulary </a:t>
            </a:r>
            <a:r>
              <a:rPr lang="en-US" dirty="0"/>
              <a:t>is more technical</a:t>
            </a:r>
            <a:r>
              <a:rPr lang="en-US" dirty="0">
                <a:solidFill>
                  <a:srgbClr val="0432FF"/>
                </a:solidFill>
              </a:rPr>
              <a:t>, such as 'hydra-energetic', 'magnetic' (L'Oreal), 'axiom', 'monitors' (Nivea), '</a:t>
            </a:r>
            <a:r>
              <a:rPr lang="en-US" dirty="0" err="1">
                <a:solidFill>
                  <a:srgbClr val="0432FF"/>
                </a:solidFill>
              </a:rPr>
              <a:t>micromoisture</a:t>
            </a:r>
            <a:r>
              <a:rPr lang="en-US" dirty="0">
                <a:solidFill>
                  <a:srgbClr val="0432FF"/>
                </a:solidFill>
              </a:rPr>
              <a:t>' and 'clinical' (Dove),</a:t>
            </a:r>
          </a:p>
          <a:p>
            <a:endParaRPr lang="en-US" dirty="0" smtClean="0">
              <a:solidFill>
                <a:srgbClr val="0432FF"/>
              </a:solidFill>
            </a:endParaRPr>
          </a:p>
          <a:p>
            <a:r>
              <a:rPr lang="en-US" dirty="0" smtClean="0">
                <a:solidFill>
                  <a:srgbClr val="0432FF"/>
                </a:solidFill>
              </a:rPr>
              <a:t>The </a:t>
            </a:r>
            <a:r>
              <a:rPr lang="en-US" dirty="0">
                <a:solidFill>
                  <a:srgbClr val="0432FF"/>
                </a:solidFill>
              </a:rPr>
              <a:t>image in the L'Oreal ad, of the man with charcoal under his eyes, gives a very </a:t>
            </a:r>
            <a:r>
              <a:rPr lang="en-US" dirty="0"/>
              <a:t>strong, primitive </a:t>
            </a:r>
            <a:r>
              <a:rPr lang="en-US" dirty="0">
                <a:solidFill>
                  <a:srgbClr val="0432FF"/>
                </a:solidFill>
              </a:rPr>
              <a:t>impression. The </a:t>
            </a:r>
            <a:r>
              <a:rPr lang="en-US" dirty="0" smtClean="0">
                <a:solidFill>
                  <a:srgbClr val="0432FF"/>
                </a:solidFill>
              </a:rPr>
              <a:t>Dove man is not </a:t>
            </a:r>
            <a:r>
              <a:rPr lang="en-US" dirty="0">
                <a:solidFill>
                  <a:srgbClr val="0432FF"/>
                </a:solidFill>
              </a:rPr>
              <a:t>as </a:t>
            </a:r>
            <a:r>
              <a:rPr lang="en-US" dirty="0"/>
              <a:t>macho</a:t>
            </a:r>
            <a:r>
              <a:rPr lang="en-US" dirty="0">
                <a:solidFill>
                  <a:srgbClr val="0432FF"/>
                </a:solidFill>
              </a:rPr>
              <a:t> or </a:t>
            </a:r>
            <a:r>
              <a:rPr lang="en-US" dirty="0"/>
              <a:t>formidable</a:t>
            </a:r>
            <a:r>
              <a:rPr lang="en-US" dirty="0" smtClean="0">
                <a:solidFill>
                  <a:srgbClr val="0432FF"/>
                </a:solidFill>
              </a:rPr>
              <a:t>. </a:t>
            </a:r>
          </a:p>
          <a:p>
            <a:endParaRPr lang="en-US" dirty="0" smtClean="0">
              <a:solidFill>
                <a:srgbClr val="0432FF"/>
              </a:solidFill>
            </a:endParaRPr>
          </a:p>
          <a:p>
            <a:r>
              <a:rPr lang="en-US" dirty="0" smtClean="0">
                <a:solidFill>
                  <a:srgbClr val="0432FF"/>
                </a:solidFill>
              </a:rPr>
              <a:t>Notice </a:t>
            </a:r>
            <a:r>
              <a:rPr lang="en-US" dirty="0">
                <a:solidFill>
                  <a:srgbClr val="0432FF"/>
                </a:solidFill>
              </a:rPr>
              <a:t>the </a:t>
            </a:r>
            <a:r>
              <a:rPr lang="en-US" dirty="0"/>
              <a:t>language that focuses on competition</a:t>
            </a:r>
            <a:r>
              <a:rPr lang="en-US" dirty="0">
                <a:solidFill>
                  <a:srgbClr val="0432FF"/>
                </a:solidFill>
              </a:rPr>
              <a:t>, such as '1st', 'expert' (L'Oreal), 'come out on top', 'challenge' (Nivea), 'proven' and 'better' (Dove). The men in the Nivea ad seem to be in a casino, which stresses this point.</a:t>
            </a:r>
          </a:p>
          <a:p>
            <a:endParaRPr lang="en-US" dirty="0" smtClean="0">
              <a:solidFill>
                <a:srgbClr val="0432FF"/>
              </a:solidFill>
            </a:endParaRPr>
          </a:p>
          <a:p>
            <a:r>
              <a:rPr lang="en-US" dirty="0" smtClean="0">
                <a:solidFill>
                  <a:srgbClr val="0432FF"/>
                </a:solidFill>
              </a:rPr>
              <a:t>The </a:t>
            </a:r>
            <a:r>
              <a:rPr lang="en-US" dirty="0">
                <a:solidFill>
                  <a:srgbClr val="0432FF"/>
                </a:solidFill>
              </a:rPr>
              <a:t>slogan of this ad 'give a damn' would never work with women because it is too </a:t>
            </a:r>
            <a:r>
              <a:rPr lang="en-US" dirty="0"/>
              <a:t>forceful and harsh</a:t>
            </a:r>
            <a:r>
              <a:rPr lang="en-US" dirty="0">
                <a:solidFill>
                  <a:srgbClr val="0432FF"/>
                </a:solidFill>
              </a:rPr>
              <a:t>. </a:t>
            </a:r>
          </a:p>
          <a:p>
            <a:endParaRPr lang="en-US" dirty="0"/>
          </a:p>
        </p:txBody>
      </p:sp>
      <p:pic>
        <p:nvPicPr>
          <p:cNvPr id="7" name="Content Placeholder 6"/>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872034" y="1623060"/>
            <a:ext cx="3498492" cy="4525963"/>
          </a:xfrm>
        </p:spPr>
      </p:pic>
    </p:spTree>
    <p:extLst>
      <p:ext uri="{BB962C8B-B14F-4D97-AF65-F5344CB8AC3E}">
        <p14:creationId xmlns:p14="http://schemas.microsoft.com/office/powerpoint/2010/main" val="9952659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021" y="274638"/>
            <a:ext cx="4239264" cy="923266"/>
          </a:xfrm>
        </p:spPr>
        <p:txBody>
          <a:bodyPr>
            <a:normAutofit/>
          </a:bodyPr>
          <a:lstStyle/>
          <a:p>
            <a:r>
              <a:rPr lang="en-US" dirty="0" smtClean="0">
                <a:solidFill>
                  <a:srgbClr val="FF0000"/>
                </a:solidFill>
              </a:rPr>
              <a:t>Results: WOMAN</a:t>
            </a:r>
            <a:endParaRPr lang="en-US" dirty="0">
              <a:solidFill>
                <a:srgbClr val="FF0000"/>
              </a:solidFill>
            </a:endParaRPr>
          </a:p>
        </p:txBody>
      </p:sp>
      <p:sp>
        <p:nvSpPr>
          <p:cNvPr id="4" name="Content Placeholder 3"/>
          <p:cNvSpPr>
            <a:spLocks noGrp="1"/>
          </p:cNvSpPr>
          <p:nvPr>
            <p:ph sz="half" idx="2"/>
          </p:nvPr>
        </p:nvSpPr>
        <p:spPr>
          <a:xfrm>
            <a:off x="5144560" y="68898"/>
            <a:ext cx="6856939" cy="6789102"/>
          </a:xfrm>
        </p:spPr>
        <p:txBody>
          <a:bodyPr>
            <a:normAutofit fontScale="85000" lnSpcReduction="10000"/>
          </a:bodyPr>
          <a:lstStyle/>
          <a:p>
            <a:r>
              <a:rPr lang="en-US" dirty="0">
                <a:solidFill>
                  <a:srgbClr val="0432FF"/>
                </a:solidFill>
              </a:rPr>
              <a:t>Notice that the word </a:t>
            </a:r>
            <a:r>
              <a:rPr lang="en-US" dirty="0"/>
              <a:t>'sensitive' </a:t>
            </a:r>
            <a:r>
              <a:rPr lang="en-US" dirty="0">
                <a:solidFill>
                  <a:srgbClr val="0432FF"/>
                </a:solidFill>
              </a:rPr>
              <a:t>appears in two of the three ads (L'Oreal and Nivea) that target women. The third (Dove) shows many images of the </a:t>
            </a:r>
            <a:r>
              <a:rPr lang="en-US" dirty="0"/>
              <a:t>father </a:t>
            </a:r>
            <a:r>
              <a:rPr lang="en-US" dirty="0">
                <a:solidFill>
                  <a:srgbClr val="0432FF"/>
                </a:solidFill>
              </a:rPr>
              <a:t>being silly and playful with children</a:t>
            </a:r>
            <a:r>
              <a:rPr lang="en-US" dirty="0" smtClean="0">
                <a:solidFill>
                  <a:srgbClr val="0432FF"/>
                </a:solidFill>
              </a:rPr>
              <a:t>.</a:t>
            </a:r>
          </a:p>
          <a:p>
            <a:endParaRPr lang="en-US" dirty="0">
              <a:solidFill>
                <a:srgbClr val="0432FF"/>
              </a:solidFill>
            </a:endParaRPr>
          </a:p>
          <a:p>
            <a:r>
              <a:rPr lang="en-US" dirty="0">
                <a:solidFill>
                  <a:srgbClr val="0432FF"/>
                </a:solidFill>
              </a:rPr>
              <a:t>In the L'Oreal ad that targets women, notice the heart with the arrow through it. It seems as if a girl has doodled over a serious ad, while </a:t>
            </a:r>
            <a:r>
              <a:rPr lang="en-US" dirty="0"/>
              <a:t>dreaming about these TV stars, comparing them to her husband. </a:t>
            </a:r>
            <a:endParaRPr lang="en-US" dirty="0" smtClean="0"/>
          </a:p>
          <a:p>
            <a:r>
              <a:rPr lang="en-US" dirty="0" smtClean="0"/>
              <a:t>'Get </a:t>
            </a:r>
            <a:r>
              <a:rPr lang="en-US" dirty="0"/>
              <a:t>under the skin of your man' </a:t>
            </a:r>
            <a:r>
              <a:rPr lang="en-US" dirty="0">
                <a:solidFill>
                  <a:srgbClr val="0432FF"/>
                </a:solidFill>
              </a:rPr>
              <a:t>has a lot of connotations, suggesting this is </a:t>
            </a:r>
            <a:r>
              <a:rPr lang="en-US" dirty="0"/>
              <a:t>her way of finding out more about him</a:t>
            </a:r>
            <a:r>
              <a:rPr lang="en-US" dirty="0" smtClean="0"/>
              <a:t>.</a:t>
            </a:r>
          </a:p>
          <a:p>
            <a:endParaRPr lang="en-US" dirty="0">
              <a:solidFill>
                <a:srgbClr val="0432FF"/>
              </a:solidFill>
            </a:endParaRPr>
          </a:p>
          <a:p>
            <a:r>
              <a:rPr lang="en-US" dirty="0">
                <a:solidFill>
                  <a:srgbClr val="0432FF"/>
                </a:solidFill>
              </a:rPr>
              <a:t>The Nivea ad suggests that </a:t>
            </a:r>
            <a:r>
              <a:rPr lang="en-US" dirty="0"/>
              <a:t>it's a woman's job to take care of her man's skin</a:t>
            </a:r>
            <a:r>
              <a:rPr lang="en-US" dirty="0">
                <a:solidFill>
                  <a:srgbClr val="0432FF"/>
                </a:solidFill>
              </a:rPr>
              <a:t>. If it were left to him, he would do something ridiculous like sticking his head in the freezer. </a:t>
            </a:r>
            <a:r>
              <a:rPr lang="en-US" dirty="0"/>
              <a:t>'What Men Want' seems very instructional towards women</a:t>
            </a:r>
            <a:r>
              <a:rPr lang="en-US" dirty="0">
                <a:solidFill>
                  <a:srgbClr val="0432FF"/>
                </a:solidFill>
              </a:rPr>
              <a:t>. </a:t>
            </a:r>
          </a:p>
          <a:p>
            <a:endParaRPr lang="en-US" dirty="0"/>
          </a:p>
        </p:txBody>
      </p:sp>
      <p:pic>
        <p:nvPicPr>
          <p:cNvPr id="10" name="Content Placeholder 4"/>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160021" y="1811063"/>
            <a:ext cx="4961982" cy="3099031"/>
          </a:xfrm>
        </p:spPr>
      </p:pic>
    </p:spTree>
    <p:extLst>
      <p:ext uri="{BB962C8B-B14F-4D97-AF65-F5344CB8AC3E}">
        <p14:creationId xmlns:p14="http://schemas.microsoft.com/office/powerpoint/2010/main" val="683888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6750" y="484188"/>
            <a:ext cx="3882722" cy="851392"/>
          </a:xfrm>
        </p:spPr>
        <p:txBody>
          <a:bodyPr>
            <a:normAutofit fontScale="90000"/>
          </a:bodyPr>
          <a:lstStyle/>
          <a:p>
            <a:r>
              <a:rPr lang="en-US" b="1" dirty="0" smtClean="0">
                <a:solidFill>
                  <a:srgbClr val="008F00"/>
                </a:solidFill>
              </a:rPr>
              <a:t>Towards Assessment</a:t>
            </a:r>
            <a:endParaRPr lang="en-US" b="1" dirty="0">
              <a:solidFill>
                <a:srgbClr val="008F00"/>
              </a:solidFill>
            </a:endParaRPr>
          </a:p>
        </p:txBody>
      </p:sp>
      <p:sp>
        <p:nvSpPr>
          <p:cNvPr id="4" name="Content Placeholder 3"/>
          <p:cNvSpPr>
            <a:spLocks noGrp="1"/>
          </p:cNvSpPr>
          <p:nvPr>
            <p:ph sz="half" idx="2"/>
          </p:nvPr>
        </p:nvSpPr>
        <p:spPr>
          <a:xfrm>
            <a:off x="4777740" y="0"/>
            <a:ext cx="7040880" cy="6858000"/>
          </a:xfrm>
        </p:spPr>
        <p:txBody>
          <a:bodyPr>
            <a:normAutofit fontScale="85000" lnSpcReduction="20000"/>
          </a:bodyPr>
          <a:lstStyle/>
          <a:p>
            <a:r>
              <a:rPr lang="en-US" b="1" dirty="0" smtClean="0"/>
              <a:t>FOA - </a:t>
            </a:r>
            <a:r>
              <a:rPr lang="en-US" dirty="0" smtClean="0"/>
              <a:t>What </a:t>
            </a:r>
            <a:r>
              <a:rPr lang="en-US" dirty="0"/>
              <a:t>other </a:t>
            </a:r>
            <a:r>
              <a:rPr lang="en-US" dirty="0" smtClean="0"/>
              <a:t>industries </a:t>
            </a:r>
            <a:r>
              <a:rPr lang="en-US" dirty="0"/>
              <a:t>target the same product to men or women differently? How about car advertisements? </a:t>
            </a:r>
            <a:endParaRPr lang="en-US" dirty="0" smtClean="0"/>
          </a:p>
          <a:p>
            <a:pPr lvl="1"/>
            <a:r>
              <a:rPr lang="en-US" dirty="0" smtClean="0">
                <a:solidFill>
                  <a:srgbClr val="0000FF"/>
                </a:solidFill>
              </a:rPr>
              <a:t>Despite </a:t>
            </a:r>
            <a:r>
              <a:rPr lang="en-US" dirty="0">
                <a:solidFill>
                  <a:srgbClr val="0000FF"/>
                </a:solidFill>
              </a:rPr>
              <a:t>suggestions that car ads appeal to macho men, you would be surprised how feminine they can be. This is because women are almost always involved in the decision of purchasing a new car. In a presentation of several ads, show how gender stereotypes are reinforced by advertising agencies. </a:t>
            </a:r>
            <a:endParaRPr lang="en-US" dirty="0" smtClean="0">
              <a:solidFill>
                <a:srgbClr val="0000FF"/>
              </a:solidFill>
            </a:endParaRPr>
          </a:p>
          <a:p>
            <a:endParaRPr lang="en-US" dirty="0"/>
          </a:p>
          <a:p>
            <a:r>
              <a:rPr lang="en-US" b="1" dirty="0"/>
              <a:t>Paper 1 -</a:t>
            </a:r>
            <a:r>
              <a:rPr lang="en-US" dirty="0"/>
              <a:t> How will you comment on the different target audiences of the unseen texts that you receive on you Paper 1 exam? </a:t>
            </a:r>
            <a:endParaRPr lang="en-US" dirty="0" smtClean="0"/>
          </a:p>
          <a:p>
            <a:r>
              <a:rPr lang="en-US" dirty="0" smtClean="0"/>
              <a:t>Notice </a:t>
            </a:r>
            <a:r>
              <a:rPr lang="en-US" dirty="0"/>
              <a:t>that the strategy in this activity is to focus heavily on the text. If there is a lot of technical language such as '</a:t>
            </a:r>
            <a:r>
              <a:rPr lang="en-US" dirty="0" err="1" smtClean="0"/>
              <a:t>micromoisture</a:t>
            </a:r>
            <a:r>
              <a:rPr lang="en-US" dirty="0"/>
              <a:t>', then you have an argument for concluding that the target audience in technically inclined. </a:t>
            </a:r>
            <a:endParaRPr lang="en-US" dirty="0" smtClean="0"/>
          </a:p>
          <a:p>
            <a:r>
              <a:rPr lang="en-US" dirty="0" smtClean="0"/>
              <a:t>Notice </a:t>
            </a:r>
            <a:r>
              <a:rPr lang="en-US" dirty="0"/>
              <a:t>the sentence structure here as well: "the ads target men </a:t>
            </a:r>
            <a:r>
              <a:rPr lang="en-US" i="1" dirty="0"/>
              <a:t>who</a:t>
            </a:r>
            <a:r>
              <a:rPr lang="en-US" dirty="0"/>
              <a:t> are..." This relative clause comes in handy for commenting on target audience.</a:t>
            </a:r>
          </a:p>
          <a:p>
            <a:endParaRPr lang="en-US" dirty="0"/>
          </a:p>
        </p:txBody>
      </p:sp>
      <p:pic>
        <p:nvPicPr>
          <p:cNvPr id="5" name="Content Placeholder 4" descr="exam-hall_1529387c.jpg"/>
          <p:cNvPicPr>
            <a:picLocks noGrp="1" noChangeAspect="1"/>
          </p:cNvPicPr>
          <p:nvPr>
            <p:ph sz="half" idx="1"/>
          </p:nvPr>
        </p:nvPicPr>
        <p:blipFill>
          <a:blip r:embed="rId2" cstate="email">
            <a:extLst>
              <a:ext uri="{28A0092B-C50C-407E-A947-70E740481C1C}">
                <a14:useLocalDpi xmlns:a14="http://schemas.microsoft.com/office/drawing/2010/main"/>
              </a:ext>
            </a:extLst>
          </a:blip>
          <a:srcRect/>
          <a:stretch>
            <a:fillRect/>
          </a:stretch>
        </p:blipFill>
        <p:spPr>
          <a:xfrm>
            <a:off x="666750" y="1900742"/>
            <a:ext cx="3446350" cy="3862242"/>
          </a:xfrm>
        </p:spPr>
      </p:pic>
    </p:spTree>
    <p:extLst>
      <p:ext uri="{BB962C8B-B14F-4D97-AF65-F5344CB8AC3E}">
        <p14:creationId xmlns:p14="http://schemas.microsoft.com/office/powerpoint/2010/main" val="7803810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5670176" cy="1138687"/>
          </a:xfrm>
        </p:spPr>
        <p:txBody>
          <a:bodyPr>
            <a:normAutofit/>
          </a:bodyPr>
          <a:lstStyle/>
          <a:p>
            <a:pPr algn="ctr"/>
            <a:r>
              <a:rPr lang="en-US" sz="6000" b="1" dirty="0">
                <a:solidFill>
                  <a:schemeClr val="bg1"/>
                </a:solidFill>
                <a:latin typeface="+mn-lt"/>
              </a:rPr>
              <a:t>Homework</a:t>
            </a:r>
          </a:p>
        </p:txBody>
      </p:sp>
      <p:sp>
        <p:nvSpPr>
          <p:cNvPr id="3" name="Content Placeholder 2"/>
          <p:cNvSpPr>
            <a:spLocks noGrp="1"/>
          </p:cNvSpPr>
          <p:nvPr>
            <p:ph sz="half" idx="1"/>
          </p:nvPr>
        </p:nvSpPr>
        <p:spPr>
          <a:xfrm>
            <a:off x="123180" y="1138687"/>
            <a:ext cx="6898426" cy="5167312"/>
          </a:xfrm>
          <a:solidFill>
            <a:schemeClr val="bg1"/>
          </a:solidFill>
        </p:spPr>
        <p:txBody>
          <a:bodyPr>
            <a:normAutofit/>
          </a:bodyPr>
          <a:lstStyle/>
          <a:p>
            <a:pPr marL="0" indent="0">
              <a:buNone/>
            </a:pPr>
            <a:endParaRPr lang="en-US" b="1" dirty="0">
              <a:latin typeface="Calibri" charset="0"/>
              <a:ea typeface="MS Mincho" charset="-128"/>
              <a:cs typeface="MS Mincho" charset="-128"/>
            </a:endParaRPr>
          </a:p>
          <a:p>
            <a:pPr marL="0" indent="0">
              <a:buNone/>
            </a:pPr>
            <a:r>
              <a:rPr lang="en-US" b="1" dirty="0" smtClean="0">
                <a:latin typeface="Calibri" charset="0"/>
                <a:ea typeface="MS Mincho" charset="-128"/>
                <a:cs typeface="MS Mincho" charset="-128"/>
              </a:rPr>
              <a:t>Revision!</a:t>
            </a:r>
            <a:endParaRPr lang="en-US" b="1" dirty="0">
              <a:solidFill>
                <a:srgbClr val="0432FF"/>
              </a:solidFill>
              <a:latin typeface="Calibri" charset="0"/>
              <a:ea typeface="MS Mincho" charset="-128"/>
              <a:cs typeface="MS Mincho" charset="-128"/>
            </a:endParaRPr>
          </a:p>
        </p:txBody>
      </p:sp>
      <p:pic>
        <p:nvPicPr>
          <p:cNvPr id="5" name="Content Placeholder 4"/>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7534836" y="402961"/>
            <a:ext cx="4370420" cy="6070028"/>
          </a:xfr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08413" y="4692712"/>
            <a:ext cx="1362496" cy="1280746"/>
          </a:xfrm>
          <a:prstGeom prst="rect">
            <a:avLst/>
          </a:prstGeom>
        </p:spPr>
      </p:pic>
    </p:spTree>
    <p:extLst>
      <p:ext uri="{BB962C8B-B14F-4D97-AF65-F5344CB8AC3E}">
        <p14:creationId xmlns:p14="http://schemas.microsoft.com/office/powerpoint/2010/main" val="104453078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Blank Presentation">
  <a:themeElements>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Presentation">
      <a:majorFont>
        <a:latin typeface="Arial"/>
        <a:ea typeface="Osaka"/>
        <a:cs typeface="Osaka"/>
      </a:majorFont>
      <a:minorFont>
        <a:latin typeface="Arial"/>
        <a:ea typeface="Osaka"/>
        <a:cs typeface="Osak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rgbClr val="000000"/>
            </a:solidFill>
            <a:effectLst/>
            <a:latin typeface="Arial" charset="0"/>
            <a:ea typeface="ＭＳ Ｐゴシック" charset="0"/>
            <a:cs typeface="ＭＳ Ｐゴシック"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rgbClr val="000000"/>
            </a:solidFill>
            <a:effectLst/>
            <a:latin typeface="Arial" charset="0"/>
            <a:ea typeface="ＭＳ Ｐゴシック" charset="0"/>
            <a:cs typeface="ＭＳ Ｐゴシック" charset="0"/>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8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3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4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133</TotalTime>
  <Words>2893</Words>
  <Application>Microsoft Macintosh PowerPoint</Application>
  <PresentationFormat>Widescreen</PresentationFormat>
  <Paragraphs>207</Paragraphs>
  <Slides>49</Slides>
  <Notes>8</Notes>
  <HiddenSlides>0</HiddenSlides>
  <MMClips>0</MMClips>
  <ScaleCrop>false</ScaleCrop>
  <HeadingPairs>
    <vt:vector size="6" baseType="variant">
      <vt:variant>
        <vt:lpstr>Fonts Used</vt:lpstr>
      </vt:variant>
      <vt:variant>
        <vt:i4>12</vt:i4>
      </vt:variant>
      <vt:variant>
        <vt:lpstr>Theme</vt:lpstr>
      </vt:variant>
      <vt:variant>
        <vt:i4>6</vt:i4>
      </vt:variant>
      <vt:variant>
        <vt:lpstr>Slide Titles</vt:lpstr>
      </vt:variant>
      <vt:variant>
        <vt:i4>49</vt:i4>
      </vt:variant>
    </vt:vector>
  </HeadingPairs>
  <TitlesOfParts>
    <vt:vector size="67" baseType="lpstr">
      <vt:lpstr>Arial Rounded MT Bold</vt:lpstr>
      <vt:lpstr>Calibri</vt:lpstr>
      <vt:lpstr>Calibri Light</vt:lpstr>
      <vt:lpstr>Chalkboard</vt:lpstr>
      <vt:lpstr>Comic Sans MS</vt:lpstr>
      <vt:lpstr>Mangal</vt:lpstr>
      <vt:lpstr>MS Mincho</vt:lpstr>
      <vt:lpstr>ＭＳ Ｐゴシック</vt:lpstr>
      <vt:lpstr>ＭＳ 明朝</vt:lpstr>
      <vt:lpstr>Osaka</vt:lpstr>
      <vt:lpstr>Times New Roman</vt:lpstr>
      <vt:lpstr>Arial</vt:lpstr>
      <vt:lpstr>Office Theme</vt:lpstr>
      <vt:lpstr>2_Office Theme</vt:lpstr>
      <vt:lpstr>3_Blank Presentation</vt:lpstr>
      <vt:lpstr>8_Office Theme</vt:lpstr>
      <vt:lpstr>3_Office Theme</vt:lpstr>
      <vt:lpstr>4_Office Theme</vt:lpstr>
      <vt:lpstr>Welcome Back! Don’t forget to take a tissue to wipe down your desk…</vt:lpstr>
      <vt:lpstr>IB English Language and Literature 6 ELL SL 4 2019 - 2020</vt:lpstr>
      <vt:lpstr>SCHOOL ASSESSMENT TERM 4</vt:lpstr>
      <vt:lpstr>PowerPoint Presentation</vt:lpstr>
      <vt:lpstr>General Outline Term 4</vt:lpstr>
      <vt:lpstr>General Outline Term 4</vt:lpstr>
      <vt:lpstr>We are still a digital classroom!</vt:lpstr>
      <vt:lpstr>Homework</vt:lpstr>
      <vt:lpstr>Summary Chapter 5</vt:lpstr>
      <vt:lpstr>Summary Chapter 5</vt:lpstr>
      <vt:lpstr>Recap ‘Big 5’ and Text Types</vt:lpstr>
      <vt:lpstr>So, I had this super-fun activity planned this morning and then Mrs Hollis told me about new social distancing policy so… back to Firefly I guess. Sorry guys!  Enjoy the meme??? :/</vt:lpstr>
      <vt:lpstr>Paper 1 SL Beach Sweatshirt and Practice Paper 1 Shape</vt:lpstr>
      <vt:lpstr>The Big 5</vt:lpstr>
      <vt:lpstr>Everything is a Text</vt:lpstr>
      <vt:lpstr>Sample Text: Look at the ‘Out of Context’ column only. Fill this out as someone who does not know about basketball or shoes from the early 90s.</vt:lpstr>
      <vt:lpstr>PowerPoint Presentation</vt:lpstr>
      <vt:lpstr>PowerPoint Presentation</vt:lpstr>
      <vt:lpstr>PowerPoint Presentation</vt:lpstr>
      <vt:lpstr>PowerPoint Presentation</vt:lpstr>
      <vt:lpstr> Applying this method </vt:lpstr>
      <vt:lpstr>Audience / purpose - Who does the text target? What does the author wish to achieve through the text?</vt:lpstr>
      <vt:lpstr>Content / theme - What is literally ‘happening’ in the text? What is it about? What are the main ideas of the text?</vt:lpstr>
      <vt:lpstr>Tone / mood - How does the text make you and/or the target audience feel? Describe the atmosphere of the text.</vt:lpstr>
      <vt:lpstr>Stylistic devices - How does the author use language to convey a sentiment or message? What kinds of linguistic tools does he/she employ?</vt:lpstr>
      <vt:lpstr>Structure - How is the text organized, literally (i.e. layout/formatting)? What kinds of structural elements of a particular text type do you see?</vt:lpstr>
      <vt:lpstr>Towards assessment </vt:lpstr>
      <vt:lpstr>Target Audience</vt:lpstr>
      <vt:lpstr>For whom is the text intended?</vt:lpstr>
      <vt:lpstr>PowerPoint Presentation</vt:lpstr>
      <vt:lpstr>PowerPoint Presentation</vt:lpstr>
      <vt:lpstr>Context</vt:lpstr>
      <vt:lpstr>Consider…</vt:lpstr>
      <vt:lpstr>Ideas..</vt:lpstr>
      <vt:lpstr>Exercise</vt:lpstr>
      <vt:lpstr>Use the tables on Handout 2:</vt:lpstr>
      <vt:lpstr>L’Oreal - The ad targets men/women who... </vt:lpstr>
      <vt:lpstr>PowerPoint Presentation</vt:lpstr>
      <vt:lpstr>PowerPoint Presentation</vt:lpstr>
      <vt:lpstr>Nivea - The ad targets men/women who... </vt:lpstr>
      <vt:lpstr>PowerPoint Presentation</vt:lpstr>
      <vt:lpstr>PowerPoint Presentation</vt:lpstr>
      <vt:lpstr>Dove - The ad targets men/women who... </vt:lpstr>
      <vt:lpstr>PowerPoint Presentation</vt:lpstr>
      <vt:lpstr>PowerPoint Presentation</vt:lpstr>
      <vt:lpstr>Results: MEN</vt:lpstr>
      <vt:lpstr>Results: WOMAN</vt:lpstr>
      <vt:lpstr>Towards Assessment</vt:lpstr>
      <vt:lpstr>Homework</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Back! Don’t forget to take a tissue to wipe down your desk…</dc:title>
  <dc:creator>Elisa Simone Zantos - Teacher of English</dc:creator>
  <cp:lastModifiedBy>Elisa Simone Zantos - Teacher of English</cp:lastModifiedBy>
  <cp:revision>12</cp:revision>
  <dcterms:created xsi:type="dcterms:W3CDTF">2020-09-14T23:26:50Z</dcterms:created>
  <dcterms:modified xsi:type="dcterms:W3CDTF">2020-09-15T01:40:13Z</dcterms:modified>
</cp:coreProperties>
</file>