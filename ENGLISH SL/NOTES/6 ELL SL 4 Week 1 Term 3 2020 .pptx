
<file path=[Content_Types].xml><?xml version="1.0" encoding="utf-8"?>
<Types xmlns="http://schemas.openxmlformats.org/package/2006/content-types">
  <Default Extension="bin" ContentType="audio/unknown"/>
  <Default Extension="emf" ContentType="image/x-emf"/>
  <Default Extension="gif" ContentType="image/gif"/>
  <Default Extension="jpeg" ContentType="image/jpeg"/>
  <Default Extension="jpg" ContentType="image/jpeg"/>
  <Default Extension="png" ContentType="image/png"/>
  <Default Extension="rels" ContentType="application/vnd.openxmlformats-package.relationships+xml"/>
  <Default Extension="tiff" ContentType="image/tif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Masters/slideMaster5.xml" ContentType="application/vnd.openxmlformats-officedocument.presentationml.slideMaster+xml"/>
  <Override PartName="/ppt/slideMasters/slideMaster6.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theme/theme2.xml" ContentType="application/vnd.openxmlformats-officedocument.theme+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theme/theme3.xml" ContentType="application/vnd.openxmlformats-officedocument.theme+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slideLayouts/slideLayout54.xml" ContentType="application/vnd.openxmlformats-officedocument.presentationml.slideLayout+xml"/>
  <Override PartName="/ppt/slideLayouts/slideLayout55.xml" ContentType="application/vnd.openxmlformats-officedocument.presentationml.slideLayout+xml"/>
  <Override PartName="/ppt/theme/theme4.xml" ContentType="application/vnd.openxmlformats-officedocument.theme+xml"/>
  <Override PartName="/ppt/slideLayouts/slideLayout56.xml" ContentType="application/vnd.openxmlformats-officedocument.presentationml.slideLayout+xml"/>
  <Override PartName="/ppt/slideLayouts/slideLayout57.xml" ContentType="application/vnd.openxmlformats-officedocument.presentationml.slideLayout+xml"/>
  <Override PartName="/ppt/slideLayouts/slideLayout58.xml" ContentType="application/vnd.openxmlformats-officedocument.presentationml.slideLayout+xml"/>
  <Override PartName="/ppt/slideLayouts/slideLayout59.xml" ContentType="application/vnd.openxmlformats-officedocument.presentationml.slideLayout+xml"/>
  <Override PartName="/ppt/slideLayouts/slideLayout60.xml" ContentType="application/vnd.openxmlformats-officedocument.presentationml.slideLayout+xml"/>
  <Override PartName="/ppt/slideLayouts/slideLayout61.xml" ContentType="application/vnd.openxmlformats-officedocument.presentationml.slideLayout+xml"/>
  <Override PartName="/ppt/slideLayouts/slideLayout62.xml" ContentType="application/vnd.openxmlformats-officedocument.presentationml.slideLayout+xml"/>
  <Override PartName="/ppt/slideLayouts/slideLayout63.xml" ContentType="application/vnd.openxmlformats-officedocument.presentationml.slideLayout+xml"/>
  <Override PartName="/ppt/slideLayouts/slideLayout64.xml" ContentType="application/vnd.openxmlformats-officedocument.presentationml.slideLayout+xml"/>
  <Override PartName="/ppt/slideLayouts/slideLayout65.xml" ContentType="application/vnd.openxmlformats-officedocument.presentationml.slideLayout+xml"/>
  <Override PartName="/ppt/slideLayouts/slideLayout66.xml" ContentType="application/vnd.openxmlformats-officedocument.presentationml.slideLayout+xml"/>
  <Override PartName="/ppt/theme/theme5.xml" ContentType="application/vnd.openxmlformats-officedocument.theme+xml"/>
  <Override PartName="/ppt/slideLayouts/slideLayout67.xml" ContentType="application/vnd.openxmlformats-officedocument.presentationml.slideLayout+xml"/>
  <Override PartName="/ppt/slideLayouts/slideLayout68.xml" ContentType="application/vnd.openxmlformats-officedocument.presentationml.slideLayout+xml"/>
  <Override PartName="/ppt/slideLayouts/slideLayout69.xml" ContentType="application/vnd.openxmlformats-officedocument.presentationml.slideLayout+xml"/>
  <Override PartName="/ppt/slideLayouts/slideLayout70.xml" ContentType="application/vnd.openxmlformats-officedocument.presentationml.slideLayout+xml"/>
  <Override PartName="/ppt/slideLayouts/slideLayout71.xml" ContentType="application/vnd.openxmlformats-officedocument.presentationml.slideLayout+xml"/>
  <Override PartName="/ppt/slideLayouts/slideLayout72.xml" ContentType="application/vnd.openxmlformats-officedocument.presentationml.slideLayout+xml"/>
  <Override PartName="/ppt/slideLayouts/slideLayout73.xml" ContentType="application/vnd.openxmlformats-officedocument.presentationml.slideLayout+xml"/>
  <Override PartName="/ppt/slideLayouts/slideLayout74.xml" ContentType="application/vnd.openxmlformats-officedocument.presentationml.slideLayout+xml"/>
  <Override PartName="/ppt/slideLayouts/slideLayout75.xml" ContentType="application/vnd.openxmlformats-officedocument.presentationml.slideLayout+xml"/>
  <Override PartName="/ppt/slideLayouts/slideLayout76.xml" ContentType="application/vnd.openxmlformats-officedocument.presentationml.slideLayout+xml"/>
  <Override PartName="/ppt/slideLayouts/slideLayout77.xml" ContentType="application/vnd.openxmlformats-officedocument.presentationml.slideLayout+xml"/>
  <Override PartName="/ppt/slideLayouts/slideLayout78.xml" ContentType="application/vnd.openxmlformats-officedocument.presentationml.slideLayout+xml"/>
  <Override PartName="/ppt/theme/theme6.xml" ContentType="application/vnd.openxmlformats-officedocument.theme+xml"/>
  <Override PartName="/ppt/theme/theme7.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60" r:id="rId1"/>
    <p:sldMasterId id="2147483672" r:id="rId2"/>
    <p:sldMasterId id="2147483689" r:id="rId3"/>
    <p:sldMasterId id="2147483707" r:id="rId4"/>
    <p:sldMasterId id="2147483719" r:id="rId5"/>
    <p:sldMasterId id="2147483731" r:id="rId6"/>
  </p:sldMasterIdLst>
  <p:notesMasterIdLst>
    <p:notesMasterId r:id="rId39"/>
  </p:notesMasterIdLst>
  <p:sldIdLst>
    <p:sldId id="256" r:id="rId7"/>
    <p:sldId id="257" r:id="rId8"/>
    <p:sldId id="259" r:id="rId9"/>
    <p:sldId id="260" r:id="rId10"/>
    <p:sldId id="289" r:id="rId11"/>
    <p:sldId id="290" r:id="rId12"/>
    <p:sldId id="292" r:id="rId13"/>
    <p:sldId id="294" r:id="rId14"/>
    <p:sldId id="302" r:id="rId15"/>
    <p:sldId id="281" r:id="rId16"/>
    <p:sldId id="282" r:id="rId17"/>
    <p:sldId id="283" r:id="rId18"/>
    <p:sldId id="279" r:id="rId19"/>
    <p:sldId id="280" r:id="rId20"/>
    <p:sldId id="266" r:id="rId21"/>
    <p:sldId id="263" r:id="rId22"/>
    <p:sldId id="264" r:id="rId23"/>
    <p:sldId id="265" r:id="rId24"/>
    <p:sldId id="268" r:id="rId25"/>
    <p:sldId id="269" r:id="rId26"/>
    <p:sldId id="267" r:id="rId27"/>
    <p:sldId id="286" r:id="rId28"/>
    <p:sldId id="270" r:id="rId29"/>
    <p:sldId id="271" r:id="rId30"/>
    <p:sldId id="272" r:id="rId31"/>
    <p:sldId id="278" r:id="rId32"/>
    <p:sldId id="284" r:id="rId33"/>
    <p:sldId id="277" r:id="rId34"/>
    <p:sldId id="285" r:id="rId35"/>
    <p:sldId id="287" r:id="rId36"/>
    <p:sldId id="288" r:id="rId37"/>
    <p:sldId id="261" r:id="rId38"/>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0432FF"/>
    <a:srgbClr val="FFE9EE"/>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948"/>
    <p:restoredTop sz="93130"/>
  </p:normalViewPr>
  <p:slideViewPr>
    <p:cSldViewPr snapToGrid="0" snapToObjects="1">
      <p:cViewPr varScale="1">
        <p:scale>
          <a:sx n="115" d="100"/>
          <a:sy n="115" d="100"/>
        </p:scale>
        <p:origin x="512" y="200"/>
      </p:cViewPr>
      <p:guideLst/>
    </p:cSldViewPr>
  </p:slideViewPr>
  <p:notesTextViewPr>
    <p:cViewPr>
      <p:scale>
        <a:sx n="1" d="1"/>
        <a:sy n="1" d="1"/>
      </p:scale>
      <p:origin x="0" y="0"/>
    </p:cViewPr>
  </p:notesTextViewPr>
  <p:sorterViewPr>
    <p:cViewPr>
      <p:scale>
        <a:sx n="20" d="100"/>
        <a:sy n="20" d="100"/>
      </p:scale>
      <p:origin x="0" y="0"/>
    </p:cViewPr>
  </p:sorter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7.xml"/><Relationship Id="rId18" Type="http://schemas.openxmlformats.org/officeDocument/2006/relationships/slide" Target="slides/slide12.xml"/><Relationship Id="rId26" Type="http://schemas.openxmlformats.org/officeDocument/2006/relationships/slide" Target="slides/slide20.xml"/><Relationship Id="rId39" Type="http://schemas.openxmlformats.org/officeDocument/2006/relationships/notesMaster" Target="notesMasters/notesMaster1.xml"/><Relationship Id="rId21" Type="http://schemas.openxmlformats.org/officeDocument/2006/relationships/slide" Target="slides/slide15.xml"/><Relationship Id="rId34" Type="http://schemas.openxmlformats.org/officeDocument/2006/relationships/slide" Target="slides/slide28.xml"/><Relationship Id="rId42" Type="http://schemas.openxmlformats.org/officeDocument/2006/relationships/theme" Target="theme/theme1.xml"/><Relationship Id="rId7" Type="http://schemas.openxmlformats.org/officeDocument/2006/relationships/slide" Target="slides/slide1.xml"/><Relationship Id="rId2" Type="http://schemas.openxmlformats.org/officeDocument/2006/relationships/slideMaster" Target="slideMasters/slideMaster2.xml"/><Relationship Id="rId16" Type="http://schemas.openxmlformats.org/officeDocument/2006/relationships/slide" Target="slides/slide10.xml"/><Relationship Id="rId20" Type="http://schemas.openxmlformats.org/officeDocument/2006/relationships/slide" Target="slides/slide14.xml"/><Relationship Id="rId29" Type="http://schemas.openxmlformats.org/officeDocument/2006/relationships/slide" Target="slides/slide23.xml"/><Relationship Id="rId41"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Master" Target="slideMasters/slideMaster6.xml"/><Relationship Id="rId11" Type="http://schemas.openxmlformats.org/officeDocument/2006/relationships/slide" Target="slides/slide5.xml"/><Relationship Id="rId24" Type="http://schemas.openxmlformats.org/officeDocument/2006/relationships/slide" Target="slides/slide18.xml"/><Relationship Id="rId32" Type="http://schemas.openxmlformats.org/officeDocument/2006/relationships/slide" Target="slides/slide26.xml"/><Relationship Id="rId37" Type="http://schemas.openxmlformats.org/officeDocument/2006/relationships/slide" Target="slides/slide31.xml"/><Relationship Id="rId40" Type="http://schemas.openxmlformats.org/officeDocument/2006/relationships/presProps" Target="presProps.xml"/><Relationship Id="rId5" Type="http://schemas.openxmlformats.org/officeDocument/2006/relationships/slideMaster" Target="slideMasters/slideMaster5.xml"/><Relationship Id="rId15" Type="http://schemas.openxmlformats.org/officeDocument/2006/relationships/slide" Target="slides/slide9.xml"/><Relationship Id="rId23" Type="http://schemas.openxmlformats.org/officeDocument/2006/relationships/slide" Target="slides/slide17.xml"/><Relationship Id="rId28" Type="http://schemas.openxmlformats.org/officeDocument/2006/relationships/slide" Target="slides/slide22.xml"/><Relationship Id="rId36" Type="http://schemas.openxmlformats.org/officeDocument/2006/relationships/slide" Target="slides/slide30.xml"/><Relationship Id="rId10" Type="http://schemas.openxmlformats.org/officeDocument/2006/relationships/slide" Target="slides/slide4.xml"/><Relationship Id="rId19" Type="http://schemas.openxmlformats.org/officeDocument/2006/relationships/slide" Target="slides/slide13.xml"/><Relationship Id="rId31" Type="http://schemas.openxmlformats.org/officeDocument/2006/relationships/slide" Target="slides/slide25.xml"/><Relationship Id="rId4" Type="http://schemas.openxmlformats.org/officeDocument/2006/relationships/slideMaster" Target="slideMasters/slideMaster4.xml"/><Relationship Id="rId9" Type="http://schemas.openxmlformats.org/officeDocument/2006/relationships/slide" Target="slides/slide3.xml"/><Relationship Id="rId14" Type="http://schemas.openxmlformats.org/officeDocument/2006/relationships/slide" Target="slides/slide8.xml"/><Relationship Id="rId22" Type="http://schemas.openxmlformats.org/officeDocument/2006/relationships/slide" Target="slides/slide16.xml"/><Relationship Id="rId27" Type="http://schemas.openxmlformats.org/officeDocument/2006/relationships/slide" Target="slides/slide21.xml"/><Relationship Id="rId30" Type="http://schemas.openxmlformats.org/officeDocument/2006/relationships/slide" Target="slides/slide24.xml"/><Relationship Id="rId35" Type="http://schemas.openxmlformats.org/officeDocument/2006/relationships/slide" Target="slides/slide29.xml"/><Relationship Id="rId43" Type="http://schemas.openxmlformats.org/officeDocument/2006/relationships/tableStyles" Target="tableStyles.xml"/><Relationship Id="rId8" Type="http://schemas.openxmlformats.org/officeDocument/2006/relationships/slide" Target="slides/slide2.xml"/><Relationship Id="rId3" Type="http://schemas.openxmlformats.org/officeDocument/2006/relationships/slideMaster" Target="slideMasters/slideMaster3.xml"/><Relationship Id="rId12" Type="http://schemas.openxmlformats.org/officeDocument/2006/relationships/slide" Target="slides/slide6.xml"/><Relationship Id="rId17" Type="http://schemas.openxmlformats.org/officeDocument/2006/relationships/slide" Target="slides/slide11.xml"/><Relationship Id="rId25" Type="http://schemas.openxmlformats.org/officeDocument/2006/relationships/slide" Target="slides/slide19.xml"/><Relationship Id="rId33" Type="http://schemas.openxmlformats.org/officeDocument/2006/relationships/slide" Target="slides/slide27.xml"/><Relationship Id="rId38" Type="http://schemas.openxmlformats.org/officeDocument/2006/relationships/slide" Target="slides/slide3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7.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30986537-BC8B-6C4C-B160-6A7A4559BE48}" type="datetimeFigureOut">
              <a:rPr lang="en-US" smtClean="0"/>
              <a:t>6/30/20</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98801FB7-1EF5-9C47-9FE4-778258AC4182}" type="slidenum">
              <a:rPr lang="en-US" smtClean="0"/>
              <a:t>‹#›</a:t>
            </a:fld>
            <a:endParaRPr lang="en-US"/>
          </a:p>
        </p:txBody>
      </p:sp>
    </p:spTree>
    <p:extLst>
      <p:ext uri="{BB962C8B-B14F-4D97-AF65-F5344CB8AC3E}">
        <p14:creationId xmlns:p14="http://schemas.microsoft.com/office/powerpoint/2010/main" val="114732781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Rectangle 7"/>
          <p:cNvSpPr>
            <a:spLocks noGrp="1" noChangeArrowheads="1"/>
          </p:cNvSpPr>
          <p:nvPr>
            <p:ph type="sldNum" sz="quarter" idx="5"/>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a:lstStyle>
            <a:lvl1pPr>
              <a:defRPr sz="2400">
                <a:solidFill>
                  <a:schemeClr val="tx1"/>
                </a:solidFill>
                <a:latin typeface="Arial" charset="0"/>
                <a:ea typeface="ＭＳ Ｐゴシック" charset="-128"/>
              </a:defRPr>
            </a:lvl1pPr>
            <a:lvl2pPr marL="742950" indent="-285750">
              <a:defRPr sz="2400">
                <a:solidFill>
                  <a:schemeClr val="tx1"/>
                </a:solidFill>
                <a:latin typeface="Arial" charset="0"/>
                <a:ea typeface="ＭＳ Ｐゴシック" charset="-128"/>
              </a:defRPr>
            </a:lvl2pPr>
            <a:lvl3pPr marL="1143000" indent="-228600">
              <a:defRPr sz="2400">
                <a:solidFill>
                  <a:schemeClr val="tx1"/>
                </a:solidFill>
                <a:latin typeface="Arial" charset="0"/>
                <a:ea typeface="ＭＳ Ｐゴシック" charset="-128"/>
              </a:defRPr>
            </a:lvl3pPr>
            <a:lvl4pPr marL="1600200" indent="-228600">
              <a:defRPr sz="2400">
                <a:solidFill>
                  <a:schemeClr val="tx1"/>
                </a:solidFill>
                <a:latin typeface="Arial" charset="0"/>
                <a:ea typeface="ＭＳ Ｐゴシック" charset="-128"/>
              </a:defRPr>
            </a:lvl4pPr>
            <a:lvl5pPr marL="2057400" indent="-228600">
              <a:defRPr sz="2400">
                <a:solidFill>
                  <a:schemeClr val="tx1"/>
                </a:solidFill>
                <a:latin typeface="Arial" charset="0"/>
                <a:ea typeface="ＭＳ Ｐゴシック" charset="-128"/>
              </a:defRPr>
            </a:lvl5pPr>
            <a:lvl6pPr marL="2514600" indent="-228600" eaLnBrk="0" fontAlgn="base" hangingPunct="0">
              <a:spcBef>
                <a:spcPct val="0"/>
              </a:spcBef>
              <a:spcAft>
                <a:spcPct val="0"/>
              </a:spcAft>
              <a:defRPr sz="2400">
                <a:solidFill>
                  <a:schemeClr val="tx1"/>
                </a:solidFill>
                <a:latin typeface="Arial" charset="0"/>
                <a:ea typeface="ＭＳ Ｐゴシック" charset="-128"/>
              </a:defRPr>
            </a:lvl6pPr>
            <a:lvl7pPr marL="2971800" indent="-228600" eaLnBrk="0" fontAlgn="base" hangingPunct="0">
              <a:spcBef>
                <a:spcPct val="0"/>
              </a:spcBef>
              <a:spcAft>
                <a:spcPct val="0"/>
              </a:spcAft>
              <a:defRPr sz="2400">
                <a:solidFill>
                  <a:schemeClr val="tx1"/>
                </a:solidFill>
                <a:latin typeface="Arial" charset="0"/>
                <a:ea typeface="ＭＳ Ｐゴシック" charset="-128"/>
              </a:defRPr>
            </a:lvl7pPr>
            <a:lvl8pPr marL="3429000" indent="-228600" eaLnBrk="0" fontAlgn="base" hangingPunct="0">
              <a:spcBef>
                <a:spcPct val="0"/>
              </a:spcBef>
              <a:spcAft>
                <a:spcPct val="0"/>
              </a:spcAft>
              <a:defRPr sz="2400">
                <a:solidFill>
                  <a:schemeClr val="tx1"/>
                </a:solidFill>
                <a:latin typeface="Arial" charset="0"/>
                <a:ea typeface="ＭＳ Ｐゴシック" charset="-128"/>
              </a:defRPr>
            </a:lvl8pPr>
            <a:lvl9pPr marL="3886200" indent="-228600" eaLnBrk="0" fontAlgn="base" hangingPunct="0">
              <a:spcBef>
                <a:spcPct val="0"/>
              </a:spcBef>
              <a:spcAft>
                <a:spcPct val="0"/>
              </a:spcAft>
              <a:defRPr sz="2400">
                <a:solidFill>
                  <a:schemeClr val="tx1"/>
                </a:solidFill>
                <a:latin typeface="Arial" charset="0"/>
                <a:ea typeface="ＭＳ Ｐゴシック" charset="-128"/>
              </a:defRPr>
            </a:lvl9pPr>
          </a:lstStyle>
          <a:p>
            <a:fld id="{77200555-D535-884C-BD10-F30DFA3CBF61}" type="slidenum">
              <a:rPr lang="en-US" altLang="en-US" sz="1200">
                <a:solidFill>
                  <a:srgbClr val="000000"/>
                </a:solidFill>
              </a:rPr>
              <a:pPr/>
              <a:t>9</a:t>
            </a:fld>
            <a:endParaRPr lang="en-US" altLang="en-US" sz="1200">
              <a:solidFill>
                <a:srgbClr val="000000"/>
              </a:solidFill>
            </a:endParaRPr>
          </a:p>
        </p:txBody>
      </p:sp>
      <p:sp>
        <p:nvSpPr>
          <p:cNvPr id="24579" name="Rectangle 1026"/>
          <p:cNvSpPr>
            <a:spLocks noGrp="1" noRot="1" noChangeAspect="1" noChangeArrowheads="1" noTextEdit="1"/>
          </p:cNvSpPr>
          <p:nvPr>
            <p:ph type="sldImg"/>
          </p:nvPr>
        </p:nvSpPr>
        <p:spPr>
          <a:ln/>
        </p:spPr>
      </p:sp>
      <p:sp>
        <p:nvSpPr>
          <p:cNvPr id="24580" name="Rectangle 1027"/>
          <p:cNvSpPr>
            <a:spLocks noGrp="1" noChangeArrowheads="1"/>
          </p:cNvSpPr>
          <p:nvPr>
            <p:ph type="body" idx="1"/>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FAA26D3D-D897-4be2-8F04-BA451C77F1D7}">
              <ma14:placeholderFlag xmlns:ma14="http://schemas.microsoft.com/office/mac/drawingml/2011/main" xmlns="" val="1"/>
            </a:ext>
          </a:extLst>
        </p:spPr>
        <p:txBody>
          <a:bodyPr/>
          <a:lstStyle/>
          <a:p>
            <a:pPr eaLnBrk="1" hangingPunct="1"/>
            <a:endParaRPr lang="en-US" altLang="en-US">
              <a:ea typeface="ＭＳ Ｐゴシック" charset="-128"/>
            </a:endParaRPr>
          </a:p>
        </p:txBody>
      </p:sp>
    </p:spTree>
    <p:extLst>
      <p:ext uri="{BB962C8B-B14F-4D97-AF65-F5344CB8AC3E}">
        <p14:creationId xmlns:p14="http://schemas.microsoft.com/office/powerpoint/2010/main" val="1356048782"/>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225" name="Rectangle 7"/>
          <p:cNvSpPr>
            <a:spLocks noGrp="1" noChangeArrowheads="1"/>
          </p:cNvSpPr>
          <p:nvPr>
            <p:ph type="sldNum" sz="quarter" idx="5"/>
          </p:nvPr>
        </p:nvSpPr>
        <p:spPr>
          <a:noFill/>
        </p:spPr>
        <p:txBody>
          <a:bodyPr/>
          <a:lstStyle>
            <a:lvl1pPr>
              <a:defRPr sz="2400">
                <a:solidFill>
                  <a:schemeClr val="tx1"/>
                </a:solidFill>
                <a:latin typeface="Arial" charset="0"/>
                <a:ea typeface="ＭＳ Ｐゴシック" charset="0"/>
                <a:cs typeface="ＭＳ Ｐゴシック" charset="0"/>
              </a:defRPr>
            </a:lvl1pPr>
            <a:lvl2pPr marL="742950" indent="-285750">
              <a:defRPr sz="2400">
                <a:solidFill>
                  <a:schemeClr val="tx1"/>
                </a:solidFill>
                <a:latin typeface="Arial" charset="0"/>
                <a:ea typeface="ＭＳ Ｐゴシック" charset="0"/>
              </a:defRPr>
            </a:lvl2pPr>
            <a:lvl3pPr marL="1143000" indent="-228600">
              <a:defRPr sz="2400">
                <a:solidFill>
                  <a:schemeClr val="tx1"/>
                </a:solidFill>
                <a:latin typeface="Arial" charset="0"/>
                <a:ea typeface="ＭＳ Ｐゴシック" charset="0"/>
              </a:defRPr>
            </a:lvl3pPr>
            <a:lvl4pPr marL="1600200" indent="-228600">
              <a:defRPr sz="2400">
                <a:solidFill>
                  <a:schemeClr val="tx1"/>
                </a:solidFill>
                <a:latin typeface="Arial" charset="0"/>
                <a:ea typeface="ＭＳ Ｐゴシック" charset="0"/>
              </a:defRPr>
            </a:lvl4pPr>
            <a:lvl5pPr marL="2057400" indent="-228600">
              <a:defRPr sz="2400">
                <a:solidFill>
                  <a:schemeClr val="tx1"/>
                </a:solidFill>
                <a:latin typeface="Arial" charset="0"/>
                <a:ea typeface="ＭＳ Ｐゴシック" charset="0"/>
              </a:defRPr>
            </a:lvl5pPr>
            <a:lvl6pPr marL="2514600" indent="-228600" eaLnBrk="0" fontAlgn="base" hangingPunct="0">
              <a:spcBef>
                <a:spcPct val="0"/>
              </a:spcBef>
              <a:spcAft>
                <a:spcPct val="0"/>
              </a:spcAft>
              <a:defRPr sz="2400">
                <a:solidFill>
                  <a:schemeClr val="tx1"/>
                </a:solidFill>
                <a:latin typeface="Arial" charset="0"/>
                <a:ea typeface="ＭＳ Ｐゴシック" charset="0"/>
              </a:defRPr>
            </a:lvl6pPr>
            <a:lvl7pPr marL="2971800" indent="-228600" eaLnBrk="0" fontAlgn="base" hangingPunct="0">
              <a:spcBef>
                <a:spcPct val="0"/>
              </a:spcBef>
              <a:spcAft>
                <a:spcPct val="0"/>
              </a:spcAft>
              <a:defRPr sz="2400">
                <a:solidFill>
                  <a:schemeClr val="tx1"/>
                </a:solidFill>
                <a:latin typeface="Arial" charset="0"/>
                <a:ea typeface="ＭＳ Ｐゴシック" charset="0"/>
              </a:defRPr>
            </a:lvl7pPr>
            <a:lvl8pPr marL="3429000" indent="-228600" eaLnBrk="0" fontAlgn="base" hangingPunct="0">
              <a:spcBef>
                <a:spcPct val="0"/>
              </a:spcBef>
              <a:spcAft>
                <a:spcPct val="0"/>
              </a:spcAft>
              <a:defRPr sz="2400">
                <a:solidFill>
                  <a:schemeClr val="tx1"/>
                </a:solidFill>
                <a:latin typeface="Arial" charset="0"/>
                <a:ea typeface="ＭＳ Ｐゴシック" charset="0"/>
              </a:defRPr>
            </a:lvl8pPr>
            <a:lvl9pPr marL="3886200" indent="-228600" eaLnBrk="0" fontAlgn="base" hangingPunct="0">
              <a:spcBef>
                <a:spcPct val="0"/>
              </a:spcBef>
              <a:spcAft>
                <a:spcPct val="0"/>
              </a:spcAft>
              <a:defRPr sz="2400">
                <a:solidFill>
                  <a:schemeClr val="tx1"/>
                </a:solidFill>
                <a:latin typeface="Arial" charset="0"/>
                <a:ea typeface="ＭＳ Ｐゴシック" charset="0"/>
              </a:defRPr>
            </a:lvl9pPr>
          </a:lstStyle>
          <a:p>
            <a:fld id="{35D2676E-12E9-6A42-B3AE-9BF27D642443}" type="slidenum">
              <a:rPr lang="en-US" sz="1200">
                <a:solidFill>
                  <a:prstClr val="black"/>
                </a:solidFill>
              </a:rPr>
              <a:pPr/>
              <a:t>21</a:t>
            </a:fld>
            <a:endParaRPr lang="en-US" sz="1200">
              <a:solidFill>
                <a:prstClr val="black"/>
              </a:solidFill>
            </a:endParaRPr>
          </a:p>
        </p:txBody>
      </p:sp>
      <p:sp>
        <p:nvSpPr>
          <p:cNvPr id="136194" name="Rectangle 2"/>
          <p:cNvSpPr>
            <a:spLocks noGrp="1" noRot="1" noChangeAspect="1" noChangeArrowheads="1" noTextEdit="1"/>
          </p:cNvSpPr>
          <p:nvPr>
            <p:ph type="sldImg"/>
          </p:nvPr>
        </p:nvSpPr>
        <p:spPr>
          <a:ln/>
          <a:extLst>
            <a:ext uri="{FAA26D3D-D897-4be2-8F04-BA451C77F1D7}">
              <ma14:placeholderFlag xmlns:ma14="http://schemas.microsoft.com/office/mac/drawingml/2011/main" xmlns="" val="1"/>
            </a:ext>
          </a:extLst>
        </p:spPr>
      </p:sp>
      <p:sp>
        <p:nvSpPr>
          <p:cNvPr id="52227" name="Rectangle 3"/>
          <p:cNvSpPr>
            <a:spLocks noGrp="1" noChangeArrowheads="1"/>
          </p:cNvSpPr>
          <p:nvPr>
            <p:ph type="body" idx="1"/>
          </p:nvPr>
        </p:nvSpPr>
        <p:spPr>
          <a:noFill/>
        </p:spPr>
        <p:txBody>
          <a:bodyPr/>
          <a:lstStyle/>
          <a:p>
            <a:pPr eaLnBrk="1" hangingPunct="1"/>
            <a:endParaRPr lang="en-US"/>
          </a:p>
        </p:txBody>
      </p:sp>
    </p:spTree>
    <p:extLst>
      <p:ext uri="{BB962C8B-B14F-4D97-AF65-F5344CB8AC3E}">
        <p14:creationId xmlns:p14="http://schemas.microsoft.com/office/powerpoint/2010/main" val="1651422965"/>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5.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image" Target="../media/image3.jpeg"/><Relationship Id="rId1" Type="http://schemas.openxmlformats.org/officeDocument/2006/relationships/slideMaster" Target="../slideMasters/slideMaster4.xml"/></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9.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50.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51.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52.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53.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5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55.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56.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image" Target="../media/image3.jpeg"/><Relationship Id="rId1" Type="http://schemas.openxmlformats.org/officeDocument/2006/relationships/slideMaster" Target="../slideMasters/slideMaster5.xml"/></Relationships>
</file>

<file path=ppt/slideLayouts/_rels/slideLayout57.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8.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9.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60.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61.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62.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63.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64.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65.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66.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67.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68.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69.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70.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71.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72.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73.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74.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75.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76.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77.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78.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p:cNvSpPr>
            <a:spLocks noGrp="1"/>
          </p:cNvSpPr>
          <p:nvPr>
            <p:ph type="dt" sz="half" idx="10"/>
          </p:nvPr>
        </p:nvSpPr>
        <p:spPr/>
        <p:txBody>
          <a:bodyPr/>
          <a:lstStyle/>
          <a:p>
            <a:fld id="{22CDF082-0CFF-3948-879B-35CD2B582D06}" type="datetimeFigureOut">
              <a:rPr lang="en-US" smtClean="0">
                <a:solidFill>
                  <a:prstClr val="black">
                    <a:tint val="75000"/>
                  </a:prstClr>
                </a:solidFill>
              </a:rPr>
              <a:pPr/>
              <a:t>6/30/20</a:t>
            </a:fld>
            <a:endParaRPr lang="en-US">
              <a:solidFill>
                <a:prstClr val="black">
                  <a:tint val="75000"/>
                </a:prstClr>
              </a:solidFill>
            </a:endParaRPr>
          </a:p>
        </p:txBody>
      </p:sp>
      <p:sp>
        <p:nvSpPr>
          <p:cNvPr id="5" name="Footer Placeholder 4"/>
          <p:cNvSpPr>
            <a:spLocks noGrp="1"/>
          </p:cNvSpPr>
          <p:nvPr>
            <p:ph type="ftr" sz="quarter" idx="11"/>
          </p:nvPr>
        </p:nvSpPr>
        <p:spPr/>
        <p:txBody>
          <a:bodyPr/>
          <a:lstStyle/>
          <a:p>
            <a:endParaRPr lang="en-US">
              <a:solidFill>
                <a:prstClr val="black">
                  <a:tint val="75000"/>
                </a:prstClr>
              </a:solidFill>
            </a:endParaRPr>
          </a:p>
        </p:txBody>
      </p:sp>
      <p:sp>
        <p:nvSpPr>
          <p:cNvPr id="6" name="Slide Number Placeholder 5"/>
          <p:cNvSpPr>
            <a:spLocks noGrp="1"/>
          </p:cNvSpPr>
          <p:nvPr>
            <p:ph type="sldNum" sz="quarter" idx="12"/>
          </p:nvPr>
        </p:nvSpPr>
        <p:spPr/>
        <p:txBody>
          <a:bodyPr/>
          <a:lstStyle/>
          <a:p>
            <a:fld id="{4E6386BC-8333-0041-99BB-1570457313A0}" type="slidenum">
              <a:rPr lang="en-US" smtClean="0">
                <a:solidFill>
                  <a:prstClr val="black">
                    <a:tint val="75000"/>
                  </a:prstClr>
                </a:solidFill>
              </a:rPr>
              <a:pPr/>
              <a:t>‹#›</a:t>
            </a:fld>
            <a:endParaRPr lang="en-US">
              <a:solidFill>
                <a:prstClr val="black">
                  <a:tint val="75000"/>
                </a:prstClr>
              </a:solidFill>
            </a:endParaRPr>
          </a:p>
        </p:txBody>
      </p:sp>
    </p:spTree>
    <p:extLst>
      <p:ext uri="{BB962C8B-B14F-4D97-AF65-F5344CB8AC3E}">
        <p14:creationId xmlns:p14="http://schemas.microsoft.com/office/powerpoint/2010/main" val="115474662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22CDF082-0CFF-3948-879B-35CD2B582D06}" type="datetimeFigureOut">
              <a:rPr lang="en-US" smtClean="0">
                <a:solidFill>
                  <a:prstClr val="black">
                    <a:tint val="75000"/>
                  </a:prstClr>
                </a:solidFill>
              </a:rPr>
              <a:pPr/>
              <a:t>6/30/20</a:t>
            </a:fld>
            <a:endParaRPr lang="en-US">
              <a:solidFill>
                <a:prstClr val="black">
                  <a:tint val="75000"/>
                </a:prstClr>
              </a:solidFill>
            </a:endParaRPr>
          </a:p>
        </p:txBody>
      </p:sp>
      <p:sp>
        <p:nvSpPr>
          <p:cNvPr id="5" name="Footer Placeholder 4"/>
          <p:cNvSpPr>
            <a:spLocks noGrp="1"/>
          </p:cNvSpPr>
          <p:nvPr>
            <p:ph type="ftr" sz="quarter" idx="11"/>
          </p:nvPr>
        </p:nvSpPr>
        <p:spPr/>
        <p:txBody>
          <a:bodyPr/>
          <a:lstStyle/>
          <a:p>
            <a:endParaRPr lang="en-US">
              <a:solidFill>
                <a:prstClr val="black">
                  <a:tint val="75000"/>
                </a:prstClr>
              </a:solidFill>
            </a:endParaRPr>
          </a:p>
        </p:txBody>
      </p:sp>
      <p:sp>
        <p:nvSpPr>
          <p:cNvPr id="6" name="Slide Number Placeholder 5"/>
          <p:cNvSpPr>
            <a:spLocks noGrp="1"/>
          </p:cNvSpPr>
          <p:nvPr>
            <p:ph type="sldNum" sz="quarter" idx="12"/>
          </p:nvPr>
        </p:nvSpPr>
        <p:spPr/>
        <p:txBody>
          <a:bodyPr/>
          <a:lstStyle/>
          <a:p>
            <a:fld id="{4E6386BC-8333-0041-99BB-1570457313A0}" type="slidenum">
              <a:rPr lang="en-US" smtClean="0">
                <a:solidFill>
                  <a:prstClr val="black">
                    <a:tint val="75000"/>
                  </a:prstClr>
                </a:solidFill>
              </a:rPr>
              <a:pPr/>
              <a:t>‹#›</a:t>
            </a:fld>
            <a:endParaRPr lang="en-US">
              <a:solidFill>
                <a:prstClr val="black">
                  <a:tint val="75000"/>
                </a:prstClr>
              </a:solidFill>
            </a:endParaRPr>
          </a:p>
        </p:txBody>
      </p:sp>
    </p:spTree>
    <p:extLst>
      <p:ext uri="{BB962C8B-B14F-4D97-AF65-F5344CB8AC3E}">
        <p14:creationId xmlns:p14="http://schemas.microsoft.com/office/powerpoint/2010/main" val="197200467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22CDF082-0CFF-3948-879B-35CD2B582D06}" type="datetimeFigureOut">
              <a:rPr lang="en-US" smtClean="0">
                <a:solidFill>
                  <a:prstClr val="black">
                    <a:tint val="75000"/>
                  </a:prstClr>
                </a:solidFill>
              </a:rPr>
              <a:pPr/>
              <a:t>6/30/20</a:t>
            </a:fld>
            <a:endParaRPr lang="en-US">
              <a:solidFill>
                <a:prstClr val="black">
                  <a:tint val="75000"/>
                </a:prstClr>
              </a:solidFill>
            </a:endParaRPr>
          </a:p>
        </p:txBody>
      </p:sp>
      <p:sp>
        <p:nvSpPr>
          <p:cNvPr id="5" name="Footer Placeholder 4"/>
          <p:cNvSpPr>
            <a:spLocks noGrp="1"/>
          </p:cNvSpPr>
          <p:nvPr>
            <p:ph type="ftr" sz="quarter" idx="11"/>
          </p:nvPr>
        </p:nvSpPr>
        <p:spPr/>
        <p:txBody>
          <a:bodyPr/>
          <a:lstStyle/>
          <a:p>
            <a:endParaRPr lang="en-US">
              <a:solidFill>
                <a:prstClr val="black">
                  <a:tint val="75000"/>
                </a:prstClr>
              </a:solidFill>
            </a:endParaRPr>
          </a:p>
        </p:txBody>
      </p:sp>
      <p:sp>
        <p:nvSpPr>
          <p:cNvPr id="6" name="Slide Number Placeholder 5"/>
          <p:cNvSpPr>
            <a:spLocks noGrp="1"/>
          </p:cNvSpPr>
          <p:nvPr>
            <p:ph type="sldNum" sz="quarter" idx="12"/>
          </p:nvPr>
        </p:nvSpPr>
        <p:spPr/>
        <p:txBody>
          <a:bodyPr/>
          <a:lstStyle/>
          <a:p>
            <a:fld id="{4E6386BC-8333-0041-99BB-1570457313A0}" type="slidenum">
              <a:rPr lang="en-US" smtClean="0">
                <a:solidFill>
                  <a:prstClr val="black">
                    <a:tint val="75000"/>
                  </a:prstClr>
                </a:solidFill>
              </a:rPr>
              <a:pPr/>
              <a:t>‹#›</a:t>
            </a:fld>
            <a:endParaRPr lang="en-US">
              <a:solidFill>
                <a:prstClr val="black">
                  <a:tint val="75000"/>
                </a:prstClr>
              </a:solidFill>
            </a:endParaRPr>
          </a:p>
        </p:txBody>
      </p:sp>
    </p:spTree>
    <p:extLst>
      <p:ext uri="{BB962C8B-B14F-4D97-AF65-F5344CB8AC3E}">
        <p14:creationId xmlns:p14="http://schemas.microsoft.com/office/powerpoint/2010/main" val="192072617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22CDF082-0CFF-3948-879B-35CD2B582D06}" type="datetimeFigureOut">
              <a:rPr lang="en-US" smtClean="0">
                <a:solidFill>
                  <a:prstClr val="black">
                    <a:tint val="75000"/>
                  </a:prstClr>
                </a:solidFill>
              </a:rPr>
              <a:pPr/>
              <a:t>6/30/20</a:t>
            </a:fld>
            <a:endParaRPr lang="en-US">
              <a:solidFill>
                <a:prstClr val="black">
                  <a:tint val="75000"/>
                </a:prstClr>
              </a:solidFill>
            </a:endParaRPr>
          </a:p>
        </p:txBody>
      </p:sp>
      <p:sp>
        <p:nvSpPr>
          <p:cNvPr id="6" name="Footer Placeholder 5"/>
          <p:cNvSpPr>
            <a:spLocks noGrp="1"/>
          </p:cNvSpPr>
          <p:nvPr>
            <p:ph type="ftr" sz="quarter" idx="11"/>
          </p:nvPr>
        </p:nvSpPr>
        <p:spPr/>
        <p:txBody>
          <a:bodyPr/>
          <a:lstStyle/>
          <a:p>
            <a:endParaRPr lang="en-US">
              <a:solidFill>
                <a:prstClr val="black">
                  <a:tint val="75000"/>
                </a:prstClr>
              </a:solidFill>
            </a:endParaRPr>
          </a:p>
        </p:txBody>
      </p:sp>
      <p:sp>
        <p:nvSpPr>
          <p:cNvPr id="7" name="Slide Number Placeholder 6"/>
          <p:cNvSpPr>
            <a:spLocks noGrp="1"/>
          </p:cNvSpPr>
          <p:nvPr>
            <p:ph type="sldNum" sz="quarter" idx="12"/>
          </p:nvPr>
        </p:nvSpPr>
        <p:spPr/>
        <p:txBody>
          <a:bodyPr/>
          <a:lstStyle/>
          <a:p>
            <a:fld id="{4E6386BC-8333-0041-99BB-1570457313A0}" type="slidenum">
              <a:rPr lang="en-US" smtClean="0">
                <a:solidFill>
                  <a:prstClr val="black">
                    <a:tint val="75000"/>
                  </a:prstClr>
                </a:solidFill>
              </a:rPr>
              <a:pPr/>
              <a:t>‹#›</a:t>
            </a:fld>
            <a:endParaRPr lang="en-US">
              <a:solidFill>
                <a:prstClr val="black">
                  <a:tint val="75000"/>
                </a:prstClr>
              </a:solidFill>
            </a:endParaRPr>
          </a:p>
        </p:txBody>
      </p:sp>
    </p:spTree>
    <p:extLst>
      <p:ext uri="{BB962C8B-B14F-4D97-AF65-F5344CB8AC3E}">
        <p14:creationId xmlns:p14="http://schemas.microsoft.com/office/powerpoint/2010/main" val="91291349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22CDF082-0CFF-3948-879B-35CD2B582D06}" type="datetimeFigureOut">
              <a:rPr lang="en-US" smtClean="0">
                <a:solidFill>
                  <a:prstClr val="black">
                    <a:tint val="75000"/>
                  </a:prstClr>
                </a:solidFill>
              </a:rPr>
              <a:pPr/>
              <a:t>6/30/20</a:t>
            </a:fld>
            <a:endParaRPr lang="en-US">
              <a:solidFill>
                <a:prstClr val="black">
                  <a:tint val="75000"/>
                </a:prstClr>
              </a:solidFill>
            </a:endParaRPr>
          </a:p>
        </p:txBody>
      </p:sp>
      <p:sp>
        <p:nvSpPr>
          <p:cNvPr id="8" name="Footer Placeholder 7"/>
          <p:cNvSpPr>
            <a:spLocks noGrp="1"/>
          </p:cNvSpPr>
          <p:nvPr>
            <p:ph type="ftr" sz="quarter" idx="11"/>
          </p:nvPr>
        </p:nvSpPr>
        <p:spPr/>
        <p:txBody>
          <a:bodyPr/>
          <a:lstStyle/>
          <a:p>
            <a:endParaRPr lang="en-US">
              <a:solidFill>
                <a:prstClr val="black">
                  <a:tint val="75000"/>
                </a:prstClr>
              </a:solidFill>
            </a:endParaRPr>
          </a:p>
        </p:txBody>
      </p:sp>
      <p:sp>
        <p:nvSpPr>
          <p:cNvPr id="9" name="Slide Number Placeholder 8"/>
          <p:cNvSpPr>
            <a:spLocks noGrp="1"/>
          </p:cNvSpPr>
          <p:nvPr>
            <p:ph type="sldNum" sz="quarter" idx="12"/>
          </p:nvPr>
        </p:nvSpPr>
        <p:spPr/>
        <p:txBody>
          <a:bodyPr/>
          <a:lstStyle/>
          <a:p>
            <a:fld id="{4E6386BC-8333-0041-99BB-1570457313A0}" type="slidenum">
              <a:rPr lang="en-US" smtClean="0">
                <a:solidFill>
                  <a:prstClr val="black">
                    <a:tint val="75000"/>
                  </a:prstClr>
                </a:solidFill>
              </a:rPr>
              <a:pPr/>
              <a:t>‹#›</a:t>
            </a:fld>
            <a:endParaRPr lang="en-US">
              <a:solidFill>
                <a:prstClr val="black">
                  <a:tint val="75000"/>
                </a:prstClr>
              </a:solidFill>
            </a:endParaRPr>
          </a:p>
        </p:txBody>
      </p:sp>
    </p:spTree>
    <p:extLst>
      <p:ext uri="{BB962C8B-B14F-4D97-AF65-F5344CB8AC3E}">
        <p14:creationId xmlns:p14="http://schemas.microsoft.com/office/powerpoint/2010/main" val="136423597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22CDF082-0CFF-3948-879B-35CD2B582D06}" type="datetimeFigureOut">
              <a:rPr lang="en-US" smtClean="0">
                <a:solidFill>
                  <a:prstClr val="black">
                    <a:tint val="75000"/>
                  </a:prstClr>
                </a:solidFill>
              </a:rPr>
              <a:pPr/>
              <a:t>6/30/20</a:t>
            </a:fld>
            <a:endParaRPr lang="en-US">
              <a:solidFill>
                <a:prstClr val="black">
                  <a:tint val="75000"/>
                </a:prstClr>
              </a:solidFill>
            </a:endParaRPr>
          </a:p>
        </p:txBody>
      </p:sp>
      <p:sp>
        <p:nvSpPr>
          <p:cNvPr id="4" name="Footer Placeholder 3"/>
          <p:cNvSpPr>
            <a:spLocks noGrp="1"/>
          </p:cNvSpPr>
          <p:nvPr>
            <p:ph type="ftr" sz="quarter" idx="11"/>
          </p:nvPr>
        </p:nvSpPr>
        <p:spPr/>
        <p:txBody>
          <a:bodyPr/>
          <a:lstStyle/>
          <a:p>
            <a:endParaRPr lang="en-US">
              <a:solidFill>
                <a:prstClr val="black">
                  <a:tint val="75000"/>
                </a:prstClr>
              </a:solidFill>
            </a:endParaRPr>
          </a:p>
        </p:txBody>
      </p:sp>
      <p:sp>
        <p:nvSpPr>
          <p:cNvPr id="5" name="Slide Number Placeholder 4"/>
          <p:cNvSpPr>
            <a:spLocks noGrp="1"/>
          </p:cNvSpPr>
          <p:nvPr>
            <p:ph type="sldNum" sz="quarter" idx="12"/>
          </p:nvPr>
        </p:nvSpPr>
        <p:spPr/>
        <p:txBody>
          <a:bodyPr/>
          <a:lstStyle/>
          <a:p>
            <a:fld id="{4E6386BC-8333-0041-99BB-1570457313A0}" type="slidenum">
              <a:rPr lang="en-US" smtClean="0">
                <a:solidFill>
                  <a:prstClr val="black">
                    <a:tint val="75000"/>
                  </a:prstClr>
                </a:solidFill>
              </a:rPr>
              <a:pPr/>
              <a:t>‹#›</a:t>
            </a:fld>
            <a:endParaRPr lang="en-US">
              <a:solidFill>
                <a:prstClr val="black">
                  <a:tint val="75000"/>
                </a:prstClr>
              </a:solidFill>
            </a:endParaRPr>
          </a:p>
        </p:txBody>
      </p:sp>
    </p:spTree>
    <p:extLst>
      <p:ext uri="{BB962C8B-B14F-4D97-AF65-F5344CB8AC3E}">
        <p14:creationId xmlns:p14="http://schemas.microsoft.com/office/powerpoint/2010/main" val="214565162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22CDF082-0CFF-3948-879B-35CD2B582D06}" type="datetimeFigureOut">
              <a:rPr lang="en-US" smtClean="0">
                <a:solidFill>
                  <a:prstClr val="black">
                    <a:tint val="75000"/>
                  </a:prstClr>
                </a:solidFill>
              </a:rPr>
              <a:pPr/>
              <a:t>6/30/20</a:t>
            </a:fld>
            <a:endParaRPr lang="en-US">
              <a:solidFill>
                <a:prstClr val="black">
                  <a:tint val="75000"/>
                </a:prstClr>
              </a:solidFill>
            </a:endParaRPr>
          </a:p>
        </p:txBody>
      </p:sp>
      <p:sp>
        <p:nvSpPr>
          <p:cNvPr id="3" name="Footer Placeholder 2"/>
          <p:cNvSpPr>
            <a:spLocks noGrp="1"/>
          </p:cNvSpPr>
          <p:nvPr>
            <p:ph type="ftr" sz="quarter" idx="11"/>
          </p:nvPr>
        </p:nvSpPr>
        <p:spPr/>
        <p:txBody>
          <a:bodyPr/>
          <a:lstStyle/>
          <a:p>
            <a:endParaRPr lang="en-US">
              <a:solidFill>
                <a:prstClr val="black">
                  <a:tint val="75000"/>
                </a:prstClr>
              </a:solidFill>
            </a:endParaRPr>
          </a:p>
        </p:txBody>
      </p:sp>
      <p:sp>
        <p:nvSpPr>
          <p:cNvPr id="4" name="Slide Number Placeholder 3"/>
          <p:cNvSpPr>
            <a:spLocks noGrp="1"/>
          </p:cNvSpPr>
          <p:nvPr>
            <p:ph type="sldNum" sz="quarter" idx="12"/>
          </p:nvPr>
        </p:nvSpPr>
        <p:spPr/>
        <p:txBody>
          <a:bodyPr/>
          <a:lstStyle/>
          <a:p>
            <a:fld id="{4E6386BC-8333-0041-99BB-1570457313A0}" type="slidenum">
              <a:rPr lang="en-US" smtClean="0">
                <a:solidFill>
                  <a:prstClr val="black">
                    <a:tint val="75000"/>
                  </a:prstClr>
                </a:solidFill>
              </a:rPr>
              <a:pPr/>
              <a:t>‹#›</a:t>
            </a:fld>
            <a:endParaRPr lang="en-US">
              <a:solidFill>
                <a:prstClr val="black">
                  <a:tint val="75000"/>
                </a:prstClr>
              </a:solidFill>
            </a:endParaRPr>
          </a:p>
        </p:txBody>
      </p:sp>
    </p:spTree>
    <p:extLst>
      <p:ext uri="{BB962C8B-B14F-4D97-AF65-F5344CB8AC3E}">
        <p14:creationId xmlns:p14="http://schemas.microsoft.com/office/powerpoint/2010/main" val="132116373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22CDF082-0CFF-3948-879B-35CD2B582D06}" type="datetimeFigureOut">
              <a:rPr lang="en-US" smtClean="0">
                <a:solidFill>
                  <a:prstClr val="black">
                    <a:tint val="75000"/>
                  </a:prstClr>
                </a:solidFill>
              </a:rPr>
              <a:pPr/>
              <a:t>6/30/20</a:t>
            </a:fld>
            <a:endParaRPr lang="en-US">
              <a:solidFill>
                <a:prstClr val="black">
                  <a:tint val="75000"/>
                </a:prstClr>
              </a:solidFill>
            </a:endParaRPr>
          </a:p>
        </p:txBody>
      </p:sp>
      <p:sp>
        <p:nvSpPr>
          <p:cNvPr id="6" name="Footer Placeholder 5"/>
          <p:cNvSpPr>
            <a:spLocks noGrp="1"/>
          </p:cNvSpPr>
          <p:nvPr>
            <p:ph type="ftr" sz="quarter" idx="11"/>
          </p:nvPr>
        </p:nvSpPr>
        <p:spPr/>
        <p:txBody>
          <a:bodyPr/>
          <a:lstStyle/>
          <a:p>
            <a:endParaRPr lang="en-US">
              <a:solidFill>
                <a:prstClr val="black">
                  <a:tint val="75000"/>
                </a:prstClr>
              </a:solidFill>
            </a:endParaRPr>
          </a:p>
        </p:txBody>
      </p:sp>
      <p:sp>
        <p:nvSpPr>
          <p:cNvPr id="7" name="Slide Number Placeholder 6"/>
          <p:cNvSpPr>
            <a:spLocks noGrp="1"/>
          </p:cNvSpPr>
          <p:nvPr>
            <p:ph type="sldNum" sz="quarter" idx="12"/>
          </p:nvPr>
        </p:nvSpPr>
        <p:spPr/>
        <p:txBody>
          <a:bodyPr/>
          <a:lstStyle/>
          <a:p>
            <a:fld id="{4E6386BC-8333-0041-99BB-1570457313A0}" type="slidenum">
              <a:rPr lang="en-US" smtClean="0">
                <a:solidFill>
                  <a:prstClr val="black">
                    <a:tint val="75000"/>
                  </a:prstClr>
                </a:solidFill>
              </a:rPr>
              <a:pPr/>
              <a:t>‹#›</a:t>
            </a:fld>
            <a:endParaRPr lang="en-US">
              <a:solidFill>
                <a:prstClr val="black">
                  <a:tint val="75000"/>
                </a:prstClr>
              </a:solidFill>
            </a:endParaRPr>
          </a:p>
        </p:txBody>
      </p:sp>
    </p:spTree>
    <p:extLst>
      <p:ext uri="{BB962C8B-B14F-4D97-AF65-F5344CB8AC3E}">
        <p14:creationId xmlns:p14="http://schemas.microsoft.com/office/powerpoint/2010/main" val="204164078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22CDF082-0CFF-3948-879B-35CD2B582D06}" type="datetimeFigureOut">
              <a:rPr lang="en-US" smtClean="0">
                <a:solidFill>
                  <a:prstClr val="black">
                    <a:tint val="75000"/>
                  </a:prstClr>
                </a:solidFill>
              </a:rPr>
              <a:pPr/>
              <a:t>6/30/20</a:t>
            </a:fld>
            <a:endParaRPr lang="en-US">
              <a:solidFill>
                <a:prstClr val="black">
                  <a:tint val="75000"/>
                </a:prstClr>
              </a:solidFill>
            </a:endParaRPr>
          </a:p>
        </p:txBody>
      </p:sp>
      <p:sp>
        <p:nvSpPr>
          <p:cNvPr id="6" name="Footer Placeholder 5"/>
          <p:cNvSpPr>
            <a:spLocks noGrp="1"/>
          </p:cNvSpPr>
          <p:nvPr>
            <p:ph type="ftr" sz="quarter" idx="11"/>
          </p:nvPr>
        </p:nvSpPr>
        <p:spPr/>
        <p:txBody>
          <a:bodyPr/>
          <a:lstStyle/>
          <a:p>
            <a:endParaRPr lang="en-US">
              <a:solidFill>
                <a:prstClr val="black">
                  <a:tint val="75000"/>
                </a:prstClr>
              </a:solidFill>
            </a:endParaRPr>
          </a:p>
        </p:txBody>
      </p:sp>
      <p:sp>
        <p:nvSpPr>
          <p:cNvPr id="7" name="Slide Number Placeholder 6"/>
          <p:cNvSpPr>
            <a:spLocks noGrp="1"/>
          </p:cNvSpPr>
          <p:nvPr>
            <p:ph type="sldNum" sz="quarter" idx="12"/>
          </p:nvPr>
        </p:nvSpPr>
        <p:spPr/>
        <p:txBody>
          <a:bodyPr/>
          <a:lstStyle/>
          <a:p>
            <a:fld id="{4E6386BC-8333-0041-99BB-1570457313A0}" type="slidenum">
              <a:rPr lang="en-US" smtClean="0">
                <a:solidFill>
                  <a:prstClr val="black">
                    <a:tint val="75000"/>
                  </a:prstClr>
                </a:solidFill>
              </a:rPr>
              <a:pPr/>
              <a:t>‹#›</a:t>
            </a:fld>
            <a:endParaRPr lang="en-US">
              <a:solidFill>
                <a:prstClr val="black">
                  <a:tint val="75000"/>
                </a:prstClr>
              </a:solidFill>
            </a:endParaRPr>
          </a:p>
        </p:txBody>
      </p:sp>
    </p:spTree>
    <p:extLst>
      <p:ext uri="{BB962C8B-B14F-4D97-AF65-F5344CB8AC3E}">
        <p14:creationId xmlns:p14="http://schemas.microsoft.com/office/powerpoint/2010/main" val="110729940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22CDF082-0CFF-3948-879B-35CD2B582D06}" type="datetimeFigureOut">
              <a:rPr lang="en-US" smtClean="0">
                <a:solidFill>
                  <a:prstClr val="black">
                    <a:tint val="75000"/>
                  </a:prstClr>
                </a:solidFill>
              </a:rPr>
              <a:pPr/>
              <a:t>6/30/20</a:t>
            </a:fld>
            <a:endParaRPr lang="en-US">
              <a:solidFill>
                <a:prstClr val="black">
                  <a:tint val="75000"/>
                </a:prstClr>
              </a:solidFill>
            </a:endParaRPr>
          </a:p>
        </p:txBody>
      </p:sp>
      <p:sp>
        <p:nvSpPr>
          <p:cNvPr id="5" name="Footer Placeholder 4"/>
          <p:cNvSpPr>
            <a:spLocks noGrp="1"/>
          </p:cNvSpPr>
          <p:nvPr>
            <p:ph type="ftr" sz="quarter" idx="11"/>
          </p:nvPr>
        </p:nvSpPr>
        <p:spPr/>
        <p:txBody>
          <a:bodyPr/>
          <a:lstStyle/>
          <a:p>
            <a:endParaRPr lang="en-US">
              <a:solidFill>
                <a:prstClr val="black">
                  <a:tint val="75000"/>
                </a:prstClr>
              </a:solidFill>
            </a:endParaRPr>
          </a:p>
        </p:txBody>
      </p:sp>
      <p:sp>
        <p:nvSpPr>
          <p:cNvPr id="6" name="Slide Number Placeholder 5"/>
          <p:cNvSpPr>
            <a:spLocks noGrp="1"/>
          </p:cNvSpPr>
          <p:nvPr>
            <p:ph type="sldNum" sz="quarter" idx="12"/>
          </p:nvPr>
        </p:nvSpPr>
        <p:spPr/>
        <p:txBody>
          <a:bodyPr/>
          <a:lstStyle/>
          <a:p>
            <a:fld id="{4E6386BC-8333-0041-99BB-1570457313A0}" type="slidenum">
              <a:rPr lang="en-US" smtClean="0">
                <a:solidFill>
                  <a:prstClr val="black">
                    <a:tint val="75000"/>
                  </a:prstClr>
                </a:solidFill>
              </a:rPr>
              <a:pPr/>
              <a:t>‹#›</a:t>
            </a:fld>
            <a:endParaRPr lang="en-US">
              <a:solidFill>
                <a:prstClr val="black">
                  <a:tint val="75000"/>
                </a:prstClr>
              </a:solidFill>
            </a:endParaRPr>
          </a:p>
        </p:txBody>
      </p:sp>
    </p:spTree>
    <p:extLst>
      <p:ext uri="{BB962C8B-B14F-4D97-AF65-F5344CB8AC3E}">
        <p14:creationId xmlns:p14="http://schemas.microsoft.com/office/powerpoint/2010/main" val="117240588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22CDF082-0CFF-3948-879B-35CD2B582D06}" type="datetimeFigureOut">
              <a:rPr lang="en-US" smtClean="0">
                <a:solidFill>
                  <a:prstClr val="black">
                    <a:tint val="75000"/>
                  </a:prstClr>
                </a:solidFill>
              </a:rPr>
              <a:pPr/>
              <a:t>6/30/20</a:t>
            </a:fld>
            <a:endParaRPr lang="en-US">
              <a:solidFill>
                <a:prstClr val="black">
                  <a:tint val="75000"/>
                </a:prstClr>
              </a:solidFill>
            </a:endParaRPr>
          </a:p>
        </p:txBody>
      </p:sp>
      <p:sp>
        <p:nvSpPr>
          <p:cNvPr id="5" name="Footer Placeholder 4"/>
          <p:cNvSpPr>
            <a:spLocks noGrp="1"/>
          </p:cNvSpPr>
          <p:nvPr>
            <p:ph type="ftr" sz="quarter" idx="11"/>
          </p:nvPr>
        </p:nvSpPr>
        <p:spPr/>
        <p:txBody>
          <a:bodyPr/>
          <a:lstStyle/>
          <a:p>
            <a:endParaRPr lang="en-US">
              <a:solidFill>
                <a:prstClr val="black">
                  <a:tint val="75000"/>
                </a:prstClr>
              </a:solidFill>
            </a:endParaRPr>
          </a:p>
        </p:txBody>
      </p:sp>
      <p:sp>
        <p:nvSpPr>
          <p:cNvPr id="6" name="Slide Number Placeholder 5"/>
          <p:cNvSpPr>
            <a:spLocks noGrp="1"/>
          </p:cNvSpPr>
          <p:nvPr>
            <p:ph type="sldNum" sz="quarter" idx="12"/>
          </p:nvPr>
        </p:nvSpPr>
        <p:spPr/>
        <p:txBody>
          <a:bodyPr/>
          <a:lstStyle/>
          <a:p>
            <a:fld id="{4E6386BC-8333-0041-99BB-1570457313A0}" type="slidenum">
              <a:rPr lang="en-US" smtClean="0">
                <a:solidFill>
                  <a:prstClr val="black">
                    <a:tint val="75000"/>
                  </a:prstClr>
                </a:solidFill>
              </a:rPr>
              <a:pPr/>
              <a:t>‹#›</a:t>
            </a:fld>
            <a:endParaRPr lang="en-US">
              <a:solidFill>
                <a:prstClr val="black">
                  <a:tint val="75000"/>
                </a:prstClr>
              </a:solidFill>
            </a:endParaRPr>
          </a:p>
        </p:txBody>
      </p:sp>
    </p:spTree>
    <p:extLst>
      <p:ext uri="{BB962C8B-B14F-4D97-AF65-F5344CB8AC3E}">
        <p14:creationId xmlns:p14="http://schemas.microsoft.com/office/powerpoint/2010/main" val="390856844"/>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3554" name="Rectangle 2"/>
          <p:cNvSpPr>
            <a:spLocks noGrp="1" noChangeArrowheads="1"/>
          </p:cNvSpPr>
          <p:nvPr>
            <p:ph type="ctrTitle"/>
          </p:nvPr>
        </p:nvSpPr>
        <p:spPr>
          <a:xfrm>
            <a:off x="914400" y="2286000"/>
            <a:ext cx="10363200" cy="1143000"/>
          </a:xfrm>
        </p:spPr>
        <p:txBody>
          <a:bodyPr/>
          <a:lstStyle>
            <a:lvl1pPr>
              <a:defRPr/>
            </a:lvl1pPr>
          </a:lstStyle>
          <a:p>
            <a:pPr lvl="0"/>
            <a:r>
              <a:rPr lang="en-US" noProof="0"/>
              <a:t>Click to edit Master title style</a:t>
            </a:r>
          </a:p>
        </p:txBody>
      </p:sp>
      <p:sp>
        <p:nvSpPr>
          <p:cNvPr id="23555" name="Rectangle 3"/>
          <p:cNvSpPr>
            <a:spLocks noGrp="1" noChangeArrowheads="1"/>
          </p:cNvSpPr>
          <p:nvPr>
            <p:ph type="subTitle" idx="1"/>
          </p:nvPr>
        </p:nvSpPr>
        <p:spPr>
          <a:xfrm>
            <a:off x="1828800" y="3886200"/>
            <a:ext cx="8534400" cy="1752600"/>
          </a:xfrm>
        </p:spPr>
        <p:txBody>
          <a:bodyPr/>
          <a:lstStyle>
            <a:lvl1pPr marL="0" indent="0" algn="ctr">
              <a:buFontTx/>
              <a:buNone/>
              <a:defRPr/>
            </a:lvl1pPr>
          </a:lstStyle>
          <a:p>
            <a:pPr lvl="0"/>
            <a:r>
              <a:rPr lang="en-US" noProof="0"/>
              <a:t>Click to edit Master subtitle style</a:t>
            </a:r>
          </a:p>
        </p:txBody>
      </p:sp>
      <p:sp>
        <p:nvSpPr>
          <p:cNvPr id="4" name="Rectangle 4"/>
          <p:cNvSpPr>
            <a:spLocks noGrp="1" noChangeArrowheads="1"/>
          </p:cNvSpPr>
          <p:nvPr>
            <p:ph type="dt" sz="half" idx="10"/>
          </p:nvPr>
        </p:nvSpPr>
        <p:spPr>
          <a:ln/>
        </p:spPr>
        <p:txBody>
          <a:bodyPr/>
          <a:lstStyle>
            <a:lvl1pPr>
              <a:defRPr/>
            </a:lvl1pPr>
          </a:lstStyle>
          <a:p>
            <a:pPr>
              <a:defRPr/>
            </a:pPr>
            <a:endParaRPr lang="en-US">
              <a:solidFill>
                <a:srgbClr val="000000"/>
              </a:solidFill>
            </a:endParaRPr>
          </a:p>
        </p:txBody>
      </p:sp>
      <p:sp>
        <p:nvSpPr>
          <p:cNvPr id="5" name="Rectangle 5"/>
          <p:cNvSpPr>
            <a:spLocks noGrp="1" noChangeArrowheads="1"/>
          </p:cNvSpPr>
          <p:nvPr>
            <p:ph type="ftr" sz="quarter" idx="11"/>
          </p:nvPr>
        </p:nvSpPr>
        <p:spPr>
          <a:ln/>
        </p:spPr>
        <p:txBody>
          <a:bodyPr/>
          <a:lstStyle>
            <a:lvl1pPr>
              <a:defRPr/>
            </a:lvl1pPr>
          </a:lstStyle>
          <a:p>
            <a:pPr>
              <a:defRPr/>
            </a:pPr>
            <a:endParaRPr lang="en-US">
              <a:solidFill>
                <a:srgbClr val="000000"/>
              </a:solidFill>
            </a:endParaRPr>
          </a:p>
        </p:txBody>
      </p:sp>
      <p:sp>
        <p:nvSpPr>
          <p:cNvPr id="6" name="Rectangle 6"/>
          <p:cNvSpPr>
            <a:spLocks noGrp="1" noChangeArrowheads="1"/>
          </p:cNvSpPr>
          <p:nvPr>
            <p:ph type="sldNum" sz="quarter" idx="12"/>
          </p:nvPr>
        </p:nvSpPr>
        <p:spPr>
          <a:ln/>
        </p:spPr>
        <p:txBody>
          <a:bodyPr/>
          <a:lstStyle>
            <a:lvl1pPr>
              <a:defRPr/>
            </a:lvl1pPr>
          </a:lstStyle>
          <a:p>
            <a:pPr>
              <a:defRPr/>
            </a:pPr>
            <a:fld id="{DF92D4FE-4210-C74C-BB56-00E0623B44CB}" type="slidenum">
              <a:rPr lang="en-US" altLang="en-US">
                <a:solidFill>
                  <a:srgbClr val="000000"/>
                </a:solidFill>
              </a:rPr>
              <a:pPr>
                <a:defRPr/>
              </a:pPr>
              <a:t>‹#›</a:t>
            </a:fld>
            <a:endParaRPr lang="en-US" altLang="en-US">
              <a:solidFill>
                <a:srgbClr val="000000"/>
              </a:solidFill>
            </a:endParaRPr>
          </a:p>
        </p:txBody>
      </p:sp>
    </p:spTree>
    <p:extLst>
      <p:ext uri="{BB962C8B-B14F-4D97-AF65-F5344CB8AC3E}">
        <p14:creationId xmlns:p14="http://schemas.microsoft.com/office/powerpoint/2010/main" val="1511510274"/>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AU"/>
              <a:t>Click to edit Master title style</a:t>
            </a:r>
            <a:endParaRPr lang="en-US"/>
          </a:p>
        </p:txBody>
      </p:sp>
      <p:sp>
        <p:nvSpPr>
          <p:cNvPr id="3" name="Content Placeholder 2"/>
          <p:cNvSpPr>
            <a:spLocks noGrp="1"/>
          </p:cNvSpPr>
          <p:nvPr>
            <p:ph idx="1"/>
          </p:nvPr>
        </p:nvSpPr>
        <p:spPr/>
        <p:txBody>
          <a:bodyPr/>
          <a:lstStyle/>
          <a:p>
            <a:pPr lvl="0"/>
            <a:r>
              <a:rPr lang="en-AU"/>
              <a:t>Click to edit Master text styles</a:t>
            </a:r>
          </a:p>
          <a:p>
            <a:pPr lvl="1"/>
            <a:r>
              <a:rPr lang="en-AU"/>
              <a:t>Second level</a:t>
            </a:r>
          </a:p>
          <a:p>
            <a:pPr lvl="2"/>
            <a:r>
              <a:rPr lang="en-AU"/>
              <a:t>Third level</a:t>
            </a:r>
          </a:p>
          <a:p>
            <a:pPr lvl="3"/>
            <a:r>
              <a:rPr lang="en-AU"/>
              <a:t>Fourth level</a:t>
            </a:r>
          </a:p>
          <a:p>
            <a:pPr lvl="4"/>
            <a:r>
              <a:rPr lang="en-AU"/>
              <a:t>Fifth level</a:t>
            </a:r>
            <a:endParaRPr lang="en-US"/>
          </a:p>
        </p:txBody>
      </p:sp>
      <p:sp>
        <p:nvSpPr>
          <p:cNvPr id="4" name="Rectangle 4"/>
          <p:cNvSpPr>
            <a:spLocks noGrp="1" noChangeArrowheads="1"/>
          </p:cNvSpPr>
          <p:nvPr>
            <p:ph type="dt" sz="half" idx="10"/>
          </p:nvPr>
        </p:nvSpPr>
        <p:spPr>
          <a:ln/>
        </p:spPr>
        <p:txBody>
          <a:bodyPr/>
          <a:lstStyle>
            <a:lvl1pPr>
              <a:defRPr/>
            </a:lvl1pPr>
          </a:lstStyle>
          <a:p>
            <a:pPr>
              <a:defRPr/>
            </a:pPr>
            <a:endParaRPr lang="en-US">
              <a:solidFill>
                <a:srgbClr val="000000"/>
              </a:solidFill>
            </a:endParaRPr>
          </a:p>
        </p:txBody>
      </p:sp>
      <p:sp>
        <p:nvSpPr>
          <p:cNvPr id="5" name="Rectangle 5"/>
          <p:cNvSpPr>
            <a:spLocks noGrp="1" noChangeArrowheads="1"/>
          </p:cNvSpPr>
          <p:nvPr>
            <p:ph type="ftr" sz="quarter" idx="11"/>
          </p:nvPr>
        </p:nvSpPr>
        <p:spPr>
          <a:ln/>
        </p:spPr>
        <p:txBody>
          <a:bodyPr/>
          <a:lstStyle>
            <a:lvl1pPr>
              <a:defRPr/>
            </a:lvl1pPr>
          </a:lstStyle>
          <a:p>
            <a:pPr>
              <a:defRPr/>
            </a:pPr>
            <a:endParaRPr lang="en-US">
              <a:solidFill>
                <a:srgbClr val="000000"/>
              </a:solidFill>
            </a:endParaRPr>
          </a:p>
        </p:txBody>
      </p:sp>
      <p:sp>
        <p:nvSpPr>
          <p:cNvPr id="6" name="Rectangle 6"/>
          <p:cNvSpPr>
            <a:spLocks noGrp="1" noChangeArrowheads="1"/>
          </p:cNvSpPr>
          <p:nvPr>
            <p:ph type="sldNum" sz="quarter" idx="12"/>
          </p:nvPr>
        </p:nvSpPr>
        <p:spPr>
          <a:ln/>
        </p:spPr>
        <p:txBody>
          <a:bodyPr/>
          <a:lstStyle>
            <a:lvl1pPr>
              <a:defRPr/>
            </a:lvl1pPr>
          </a:lstStyle>
          <a:p>
            <a:pPr>
              <a:defRPr/>
            </a:pPr>
            <a:fld id="{9874A374-29B7-2549-9F69-BB0EA7682451}" type="slidenum">
              <a:rPr lang="en-US" altLang="en-US">
                <a:solidFill>
                  <a:srgbClr val="000000"/>
                </a:solidFill>
              </a:rPr>
              <a:pPr>
                <a:defRPr/>
              </a:pPr>
              <a:t>‹#›</a:t>
            </a:fld>
            <a:endParaRPr lang="en-US" altLang="en-US">
              <a:solidFill>
                <a:srgbClr val="000000"/>
              </a:solidFill>
            </a:endParaRPr>
          </a:p>
        </p:txBody>
      </p:sp>
    </p:spTree>
    <p:extLst>
      <p:ext uri="{BB962C8B-B14F-4D97-AF65-F5344CB8AC3E}">
        <p14:creationId xmlns:p14="http://schemas.microsoft.com/office/powerpoint/2010/main" val="424409680"/>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963084" y="4406901"/>
            <a:ext cx="10363200" cy="1362075"/>
          </a:xfrm>
        </p:spPr>
        <p:txBody>
          <a:bodyPr anchor="t"/>
          <a:lstStyle>
            <a:lvl1pPr algn="l">
              <a:defRPr sz="4000" b="1" cap="all"/>
            </a:lvl1pPr>
          </a:lstStyle>
          <a:p>
            <a:r>
              <a:rPr lang="en-AU"/>
              <a:t>Click to edit Master title style</a:t>
            </a:r>
            <a:endParaRPr lang="en-US"/>
          </a:p>
        </p:txBody>
      </p:sp>
      <p:sp>
        <p:nvSpPr>
          <p:cNvPr id="3" name="Text Placeholder 2"/>
          <p:cNvSpPr>
            <a:spLocks noGrp="1"/>
          </p:cNvSpPr>
          <p:nvPr>
            <p:ph type="body" idx="1"/>
          </p:nvPr>
        </p:nvSpPr>
        <p:spPr>
          <a:xfrm>
            <a:off x="963084" y="2906713"/>
            <a:ext cx="103632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AU"/>
              <a:t>Click to edit Master text styles</a:t>
            </a:r>
          </a:p>
        </p:txBody>
      </p:sp>
      <p:sp>
        <p:nvSpPr>
          <p:cNvPr id="4" name="Rectangle 4"/>
          <p:cNvSpPr>
            <a:spLocks noGrp="1" noChangeArrowheads="1"/>
          </p:cNvSpPr>
          <p:nvPr>
            <p:ph type="dt" sz="half" idx="10"/>
          </p:nvPr>
        </p:nvSpPr>
        <p:spPr>
          <a:ln/>
        </p:spPr>
        <p:txBody>
          <a:bodyPr/>
          <a:lstStyle>
            <a:lvl1pPr>
              <a:defRPr/>
            </a:lvl1pPr>
          </a:lstStyle>
          <a:p>
            <a:pPr>
              <a:defRPr/>
            </a:pPr>
            <a:endParaRPr lang="en-US">
              <a:solidFill>
                <a:srgbClr val="000000"/>
              </a:solidFill>
            </a:endParaRPr>
          </a:p>
        </p:txBody>
      </p:sp>
      <p:sp>
        <p:nvSpPr>
          <p:cNvPr id="5" name="Rectangle 5"/>
          <p:cNvSpPr>
            <a:spLocks noGrp="1" noChangeArrowheads="1"/>
          </p:cNvSpPr>
          <p:nvPr>
            <p:ph type="ftr" sz="quarter" idx="11"/>
          </p:nvPr>
        </p:nvSpPr>
        <p:spPr>
          <a:ln/>
        </p:spPr>
        <p:txBody>
          <a:bodyPr/>
          <a:lstStyle>
            <a:lvl1pPr>
              <a:defRPr/>
            </a:lvl1pPr>
          </a:lstStyle>
          <a:p>
            <a:pPr>
              <a:defRPr/>
            </a:pPr>
            <a:endParaRPr lang="en-US">
              <a:solidFill>
                <a:srgbClr val="000000"/>
              </a:solidFill>
            </a:endParaRPr>
          </a:p>
        </p:txBody>
      </p:sp>
      <p:sp>
        <p:nvSpPr>
          <p:cNvPr id="6" name="Rectangle 6"/>
          <p:cNvSpPr>
            <a:spLocks noGrp="1" noChangeArrowheads="1"/>
          </p:cNvSpPr>
          <p:nvPr>
            <p:ph type="sldNum" sz="quarter" idx="12"/>
          </p:nvPr>
        </p:nvSpPr>
        <p:spPr>
          <a:ln/>
        </p:spPr>
        <p:txBody>
          <a:bodyPr/>
          <a:lstStyle>
            <a:lvl1pPr>
              <a:defRPr/>
            </a:lvl1pPr>
          </a:lstStyle>
          <a:p>
            <a:pPr>
              <a:defRPr/>
            </a:pPr>
            <a:fld id="{F5681098-DFD4-DE48-A017-B4A20B753CB8}" type="slidenum">
              <a:rPr lang="en-US" altLang="en-US">
                <a:solidFill>
                  <a:srgbClr val="000000"/>
                </a:solidFill>
              </a:rPr>
              <a:pPr>
                <a:defRPr/>
              </a:pPr>
              <a:t>‹#›</a:t>
            </a:fld>
            <a:endParaRPr lang="en-US" altLang="en-US">
              <a:solidFill>
                <a:srgbClr val="000000"/>
              </a:solidFill>
            </a:endParaRPr>
          </a:p>
        </p:txBody>
      </p:sp>
    </p:spTree>
    <p:extLst>
      <p:ext uri="{BB962C8B-B14F-4D97-AF65-F5344CB8AC3E}">
        <p14:creationId xmlns:p14="http://schemas.microsoft.com/office/powerpoint/2010/main" val="1232116550"/>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AU"/>
              <a:t>Click to edit Master title style</a:t>
            </a:r>
            <a:endParaRPr lang="en-US"/>
          </a:p>
        </p:txBody>
      </p:sp>
      <p:sp>
        <p:nvSpPr>
          <p:cNvPr id="3" name="Content Placeholder 2"/>
          <p:cNvSpPr>
            <a:spLocks noGrp="1"/>
          </p:cNvSpPr>
          <p:nvPr>
            <p:ph sz="half" idx="1"/>
          </p:nvPr>
        </p:nvSpPr>
        <p:spPr>
          <a:xfrm>
            <a:off x="914400" y="1981200"/>
            <a:ext cx="5080000" cy="41148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AU"/>
              <a:t>Click to edit Master text styles</a:t>
            </a:r>
          </a:p>
          <a:p>
            <a:pPr lvl="1"/>
            <a:r>
              <a:rPr lang="en-AU"/>
              <a:t>Second level</a:t>
            </a:r>
          </a:p>
          <a:p>
            <a:pPr lvl="2"/>
            <a:r>
              <a:rPr lang="en-AU"/>
              <a:t>Third level</a:t>
            </a:r>
          </a:p>
          <a:p>
            <a:pPr lvl="3"/>
            <a:r>
              <a:rPr lang="en-AU"/>
              <a:t>Fourth level</a:t>
            </a:r>
          </a:p>
          <a:p>
            <a:pPr lvl="4"/>
            <a:r>
              <a:rPr lang="en-AU"/>
              <a:t>Fifth level</a:t>
            </a:r>
            <a:endParaRPr lang="en-US"/>
          </a:p>
        </p:txBody>
      </p:sp>
      <p:sp>
        <p:nvSpPr>
          <p:cNvPr id="4" name="Content Placeholder 3"/>
          <p:cNvSpPr>
            <a:spLocks noGrp="1"/>
          </p:cNvSpPr>
          <p:nvPr>
            <p:ph sz="half" idx="2"/>
          </p:nvPr>
        </p:nvSpPr>
        <p:spPr>
          <a:xfrm>
            <a:off x="6197600" y="1981200"/>
            <a:ext cx="5080000" cy="41148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AU"/>
              <a:t>Click to edit Master text styles</a:t>
            </a:r>
          </a:p>
          <a:p>
            <a:pPr lvl="1"/>
            <a:r>
              <a:rPr lang="en-AU"/>
              <a:t>Second level</a:t>
            </a:r>
          </a:p>
          <a:p>
            <a:pPr lvl="2"/>
            <a:r>
              <a:rPr lang="en-AU"/>
              <a:t>Third level</a:t>
            </a:r>
          </a:p>
          <a:p>
            <a:pPr lvl="3"/>
            <a:r>
              <a:rPr lang="en-AU"/>
              <a:t>Fourth level</a:t>
            </a:r>
          </a:p>
          <a:p>
            <a:pPr lvl="4"/>
            <a:r>
              <a:rPr lang="en-AU"/>
              <a:t>Fifth level</a:t>
            </a:r>
            <a:endParaRPr lang="en-US"/>
          </a:p>
        </p:txBody>
      </p:sp>
      <p:sp>
        <p:nvSpPr>
          <p:cNvPr id="5" name="Rectangle 4"/>
          <p:cNvSpPr>
            <a:spLocks noGrp="1" noChangeArrowheads="1"/>
          </p:cNvSpPr>
          <p:nvPr>
            <p:ph type="dt" sz="half" idx="10"/>
          </p:nvPr>
        </p:nvSpPr>
        <p:spPr>
          <a:ln/>
        </p:spPr>
        <p:txBody>
          <a:bodyPr/>
          <a:lstStyle>
            <a:lvl1pPr>
              <a:defRPr/>
            </a:lvl1pPr>
          </a:lstStyle>
          <a:p>
            <a:pPr>
              <a:defRPr/>
            </a:pPr>
            <a:endParaRPr lang="en-US">
              <a:solidFill>
                <a:srgbClr val="000000"/>
              </a:solidFill>
            </a:endParaRPr>
          </a:p>
        </p:txBody>
      </p:sp>
      <p:sp>
        <p:nvSpPr>
          <p:cNvPr id="6" name="Rectangle 5"/>
          <p:cNvSpPr>
            <a:spLocks noGrp="1" noChangeArrowheads="1"/>
          </p:cNvSpPr>
          <p:nvPr>
            <p:ph type="ftr" sz="quarter" idx="11"/>
          </p:nvPr>
        </p:nvSpPr>
        <p:spPr>
          <a:ln/>
        </p:spPr>
        <p:txBody>
          <a:bodyPr/>
          <a:lstStyle>
            <a:lvl1pPr>
              <a:defRPr/>
            </a:lvl1pPr>
          </a:lstStyle>
          <a:p>
            <a:pPr>
              <a:defRPr/>
            </a:pPr>
            <a:endParaRPr lang="en-US">
              <a:solidFill>
                <a:srgbClr val="000000"/>
              </a:solidFill>
            </a:endParaRPr>
          </a:p>
        </p:txBody>
      </p:sp>
      <p:sp>
        <p:nvSpPr>
          <p:cNvPr id="7" name="Rectangle 6"/>
          <p:cNvSpPr>
            <a:spLocks noGrp="1" noChangeArrowheads="1"/>
          </p:cNvSpPr>
          <p:nvPr>
            <p:ph type="sldNum" sz="quarter" idx="12"/>
          </p:nvPr>
        </p:nvSpPr>
        <p:spPr>
          <a:ln/>
        </p:spPr>
        <p:txBody>
          <a:bodyPr/>
          <a:lstStyle>
            <a:lvl1pPr>
              <a:defRPr/>
            </a:lvl1pPr>
          </a:lstStyle>
          <a:p>
            <a:pPr>
              <a:defRPr/>
            </a:pPr>
            <a:fld id="{AF5CC64D-77FE-A64A-803F-E19F98D60B4D}" type="slidenum">
              <a:rPr lang="en-US" altLang="en-US">
                <a:solidFill>
                  <a:srgbClr val="000000"/>
                </a:solidFill>
              </a:rPr>
              <a:pPr>
                <a:defRPr/>
              </a:pPr>
              <a:t>‹#›</a:t>
            </a:fld>
            <a:endParaRPr lang="en-US" altLang="en-US">
              <a:solidFill>
                <a:srgbClr val="000000"/>
              </a:solidFill>
            </a:endParaRPr>
          </a:p>
        </p:txBody>
      </p:sp>
    </p:spTree>
    <p:extLst>
      <p:ext uri="{BB962C8B-B14F-4D97-AF65-F5344CB8AC3E}">
        <p14:creationId xmlns:p14="http://schemas.microsoft.com/office/powerpoint/2010/main" val="1549600355"/>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609600" y="274638"/>
            <a:ext cx="10972800" cy="1143000"/>
          </a:xfrm>
        </p:spPr>
        <p:txBody>
          <a:bodyPr/>
          <a:lstStyle>
            <a:lvl1pPr>
              <a:defRPr/>
            </a:lvl1pPr>
          </a:lstStyle>
          <a:p>
            <a:r>
              <a:rPr lang="en-AU"/>
              <a:t>Click to edit Master title style</a:t>
            </a:r>
            <a:endParaRPr lang="en-US"/>
          </a:p>
        </p:txBody>
      </p:sp>
      <p:sp>
        <p:nvSpPr>
          <p:cNvPr id="3" name="Text Placeholder 2"/>
          <p:cNvSpPr>
            <a:spLocks noGrp="1"/>
          </p:cNvSpPr>
          <p:nvPr>
            <p:ph type="body" idx="1"/>
          </p:nvPr>
        </p:nvSpPr>
        <p:spPr>
          <a:xfrm>
            <a:off x="609600" y="1535113"/>
            <a:ext cx="5386917"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AU"/>
              <a:t>Click to edit Master text styles</a:t>
            </a:r>
          </a:p>
        </p:txBody>
      </p:sp>
      <p:sp>
        <p:nvSpPr>
          <p:cNvPr id="4" name="Content Placeholder 3"/>
          <p:cNvSpPr>
            <a:spLocks noGrp="1"/>
          </p:cNvSpPr>
          <p:nvPr>
            <p:ph sz="half" idx="2"/>
          </p:nvPr>
        </p:nvSpPr>
        <p:spPr>
          <a:xfrm>
            <a:off x="609600" y="2174875"/>
            <a:ext cx="5386917"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AU"/>
              <a:t>Click to edit Master text styles</a:t>
            </a:r>
          </a:p>
          <a:p>
            <a:pPr lvl="1"/>
            <a:r>
              <a:rPr lang="en-AU"/>
              <a:t>Second level</a:t>
            </a:r>
          </a:p>
          <a:p>
            <a:pPr lvl="2"/>
            <a:r>
              <a:rPr lang="en-AU"/>
              <a:t>Third level</a:t>
            </a:r>
          </a:p>
          <a:p>
            <a:pPr lvl="3"/>
            <a:r>
              <a:rPr lang="en-AU"/>
              <a:t>Fourth level</a:t>
            </a:r>
          </a:p>
          <a:p>
            <a:pPr lvl="4"/>
            <a:r>
              <a:rPr lang="en-AU"/>
              <a:t>Fifth level</a:t>
            </a:r>
            <a:endParaRPr lang="en-US"/>
          </a:p>
        </p:txBody>
      </p:sp>
      <p:sp>
        <p:nvSpPr>
          <p:cNvPr id="5" name="Text Placeholder 4"/>
          <p:cNvSpPr>
            <a:spLocks noGrp="1"/>
          </p:cNvSpPr>
          <p:nvPr>
            <p:ph type="body" sz="quarter" idx="3"/>
          </p:nvPr>
        </p:nvSpPr>
        <p:spPr>
          <a:xfrm>
            <a:off x="6193368" y="1535113"/>
            <a:ext cx="5389033"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AU"/>
              <a:t>Click to edit Master text styles</a:t>
            </a:r>
          </a:p>
        </p:txBody>
      </p:sp>
      <p:sp>
        <p:nvSpPr>
          <p:cNvPr id="6" name="Content Placeholder 5"/>
          <p:cNvSpPr>
            <a:spLocks noGrp="1"/>
          </p:cNvSpPr>
          <p:nvPr>
            <p:ph sz="quarter" idx="4"/>
          </p:nvPr>
        </p:nvSpPr>
        <p:spPr>
          <a:xfrm>
            <a:off x="6193368" y="2174875"/>
            <a:ext cx="5389033"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AU"/>
              <a:t>Click to edit Master text styles</a:t>
            </a:r>
          </a:p>
          <a:p>
            <a:pPr lvl="1"/>
            <a:r>
              <a:rPr lang="en-AU"/>
              <a:t>Second level</a:t>
            </a:r>
          </a:p>
          <a:p>
            <a:pPr lvl="2"/>
            <a:r>
              <a:rPr lang="en-AU"/>
              <a:t>Third level</a:t>
            </a:r>
          </a:p>
          <a:p>
            <a:pPr lvl="3"/>
            <a:r>
              <a:rPr lang="en-AU"/>
              <a:t>Fourth level</a:t>
            </a:r>
          </a:p>
          <a:p>
            <a:pPr lvl="4"/>
            <a:r>
              <a:rPr lang="en-AU"/>
              <a:t>Fifth level</a:t>
            </a:r>
            <a:endParaRPr lang="en-US"/>
          </a:p>
        </p:txBody>
      </p:sp>
      <p:sp>
        <p:nvSpPr>
          <p:cNvPr id="7" name="Rectangle 4"/>
          <p:cNvSpPr>
            <a:spLocks noGrp="1" noChangeArrowheads="1"/>
          </p:cNvSpPr>
          <p:nvPr>
            <p:ph type="dt" sz="half" idx="10"/>
          </p:nvPr>
        </p:nvSpPr>
        <p:spPr>
          <a:ln/>
        </p:spPr>
        <p:txBody>
          <a:bodyPr/>
          <a:lstStyle>
            <a:lvl1pPr>
              <a:defRPr/>
            </a:lvl1pPr>
          </a:lstStyle>
          <a:p>
            <a:pPr>
              <a:defRPr/>
            </a:pPr>
            <a:endParaRPr lang="en-US">
              <a:solidFill>
                <a:srgbClr val="000000"/>
              </a:solidFill>
            </a:endParaRPr>
          </a:p>
        </p:txBody>
      </p:sp>
      <p:sp>
        <p:nvSpPr>
          <p:cNvPr id="8" name="Rectangle 5"/>
          <p:cNvSpPr>
            <a:spLocks noGrp="1" noChangeArrowheads="1"/>
          </p:cNvSpPr>
          <p:nvPr>
            <p:ph type="ftr" sz="quarter" idx="11"/>
          </p:nvPr>
        </p:nvSpPr>
        <p:spPr>
          <a:ln/>
        </p:spPr>
        <p:txBody>
          <a:bodyPr/>
          <a:lstStyle>
            <a:lvl1pPr>
              <a:defRPr/>
            </a:lvl1pPr>
          </a:lstStyle>
          <a:p>
            <a:pPr>
              <a:defRPr/>
            </a:pPr>
            <a:endParaRPr lang="en-US">
              <a:solidFill>
                <a:srgbClr val="000000"/>
              </a:solidFill>
            </a:endParaRPr>
          </a:p>
        </p:txBody>
      </p:sp>
      <p:sp>
        <p:nvSpPr>
          <p:cNvPr id="9" name="Rectangle 6"/>
          <p:cNvSpPr>
            <a:spLocks noGrp="1" noChangeArrowheads="1"/>
          </p:cNvSpPr>
          <p:nvPr>
            <p:ph type="sldNum" sz="quarter" idx="12"/>
          </p:nvPr>
        </p:nvSpPr>
        <p:spPr>
          <a:ln/>
        </p:spPr>
        <p:txBody>
          <a:bodyPr/>
          <a:lstStyle>
            <a:lvl1pPr>
              <a:defRPr/>
            </a:lvl1pPr>
          </a:lstStyle>
          <a:p>
            <a:pPr>
              <a:defRPr/>
            </a:pPr>
            <a:fld id="{36122964-CA5C-9448-AAC1-CD7A2210F122}" type="slidenum">
              <a:rPr lang="en-US" altLang="en-US">
                <a:solidFill>
                  <a:srgbClr val="000000"/>
                </a:solidFill>
              </a:rPr>
              <a:pPr>
                <a:defRPr/>
              </a:pPr>
              <a:t>‹#›</a:t>
            </a:fld>
            <a:endParaRPr lang="en-US" altLang="en-US">
              <a:solidFill>
                <a:srgbClr val="000000"/>
              </a:solidFill>
            </a:endParaRPr>
          </a:p>
        </p:txBody>
      </p:sp>
    </p:spTree>
    <p:extLst>
      <p:ext uri="{BB962C8B-B14F-4D97-AF65-F5344CB8AC3E}">
        <p14:creationId xmlns:p14="http://schemas.microsoft.com/office/powerpoint/2010/main" val="435005454"/>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AU"/>
              <a:t>Click to edit Master title style</a:t>
            </a:r>
            <a:endParaRPr lang="en-US"/>
          </a:p>
        </p:txBody>
      </p:sp>
      <p:sp>
        <p:nvSpPr>
          <p:cNvPr id="3" name="Rectangle 4"/>
          <p:cNvSpPr>
            <a:spLocks noGrp="1" noChangeArrowheads="1"/>
          </p:cNvSpPr>
          <p:nvPr>
            <p:ph type="dt" sz="half" idx="10"/>
          </p:nvPr>
        </p:nvSpPr>
        <p:spPr>
          <a:ln/>
        </p:spPr>
        <p:txBody>
          <a:bodyPr/>
          <a:lstStyle>
            <a:lvl1pPr>
              <a:defRPr/>
            </a:lvl1pPr>
          </a:lstStyle>
          <a:p>
            <a:pPr>
              <a:defRPr/>
            </a:pPr>
            <a:endParaRPr lang="en-US">
              <a:solidFill>
                <a:srgbClr val="000000"/>
              </a:solidFill>
            </a:endParaRPr>
          </a:p>
        </p:txBody>
      </p:sp>
      <p:sp>
        <p:nvSpPr>
          <p:cNvPr id="4" name="Rectangle 5"/>
          <p:cNvSpPr>
            <a:spLocks noGrp="1" noChangeArrowheads="1"/>
          </p:cNvSpPr>
          <p:nvPr>
            <p:ph type="ftr" sz="quarter" idx="11"/>
          </p:nvPr>
        </p:nvSpPr>
        <p:spPr>
          <a:ln/>
        </p:spPr>
        <p:txBody>
          <a:bodyPr/>
          <a:lstStyle>
            <a:lvl1pPr>
              <a:defRPr/>
            </a:lvl1pPr>
          </a:lstStyle>
          <a:p>
            <a:pPr>
              <a:defRPr/>
            </a:pPr>
            <a:endParaRPr lang="en-US">
              <a:solidFill>
                <a:srgbClr val="000000"/>
              </a:solidFill>
            </a:endParaRPr>
          </a:p>
        </p:txBody>
      </p:sp>
      <p:sp>
        <p:nvSpPr>
          <p:cNvPr id="5" name="Rectangle 6"/>
          <p:cNvSpPr>
            <a:spLocks noGrp="1" noChangeArrowheads="1"/>
          </p:cNvSpPr>
          <p:nvPr>
            <p:ph type="sldNum" sz="quarter" idx="12"/>
          </p:nvPr>
        </p:nvSpPr>
        <p:spPr>
          <a:ln/>
        </p:spPr>
        <p:txBody>
          <a:bodyPr/>
          <a:lstStyle>
            <a:lvl1pPr>
              <a:defRPr/>
            </a:lvl1pPr>
          </a:lstStyle>
          <a:p>
            <a:pPr>
              <a:defRPr/>
            </a:pPr>
            <a:fld id="{1546882B-71B3-124A-B7CE-A7024F712FA5}" type="slidenum">
              <a:rPr lang="en-US" altLang="en-US">
                <a:solidFill>
                  <a:srgbClr val="000000"/>
                </a:solidFill>
              </a:rPr>
              <a:pPr>
                <a:defRPr/>
              </a:pPr>
              <a:t>‹#›</a:t>
            </a:fld>
            <a:endParaRPr lang="en-US" altLang="en-US">
              <a:solidFill>
                <a:srgbClr val="000000"/>
              </a:solidFill>
            </a:endParaRPr>
          </a:p>
        </p:txBody>
      </p:sp>
    </p:spTree>
    <p:extLst>
      <p:ext uri="{BB962C8B-B14F-4D97-AF65-F5344CB8AC3E}">
        <p14:creationId xmlns:p14="http://schemas.microsoft.com/office/powerpoint/2010/main" val="535526261"/>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Rectangle 4"/>
          <p:cNvSpPr>
            <a:spLocks noGrp="1" noChangeArrowheads="1"/>
          </p:cNvSpPr>
          <p:nvPr>
            <p:ph type="dt" sz="half" idx="10"/>
          </p:nvPr>
        </p:nvSpPr>
        <p:spPr>
          <a:ln/>
        </p:spPr>
        <p:txBody>
          <a:bodyPr/>
          <a:lstStyle>
            <a:lvl1pPr>
              <a:defRPr/>
            </a:lvl1pPr>
          </a:lstStyle>
          <a:p>
            <a:pPr>
              <a:defRPr/>
            </a:pPr>
            <a:endParaRPr lang="en-US">
              <a:solidFill>
                <a:srgbClr val="000000"/>
              </a:solidFill>
            </a:endParaRPr>
          </a:p>
        </p:txBody>
      </p:sp>
      <p:sp>
        <p:nvSpPr>
          <p:cNvPr id="3" name="Rectangle 5"/>
          <p:cNvSpPr>
            <a:spLocks noGrp="1" noChangeArrowheads="1"/>
          </p:cNvSpPr>
          <p:nvPr>
            <p:ph type="ftr" sz="quarter" idx="11"/>
          </p:nvPr>
        </p:nvSpPr>
        <p:spPr>
          <a:ln/>
        </p:spPr>
        <p:txBody>
          <a:bodyPr/>
          <a:lstStyle>
            <a:lvl1pPr>
              <a:defRPr/>
            </a:lvl1pPr>
          </a:lstStyle>
          <a:p>
            <a:pPr>
              <a:defRPr/>
            </a:pPr>
            <a:endParaRPr lang="en-US">
              <a:solidFill>
                <a:srgbClr val="000000"/>
              </a:solidFill>
            </a:endParaRPr>
          </a:p>
        </p:txBody>
      </p:sp>
      <p:sp>
        <p:nvSpPr>
          <p:cNvPr id="4" name="Rectangle 6"/>
          <p:cNvSpPr>
            <a:spLocks noGrp="1" noChangeArrowheads="1"/>
          </p:cNvSpPr>
          <p:nvPr>
            <p:ph type="sldNum" sz="quarter" idx="12"/>
          </p:nvPr>
        </p:nvSpPr>
        <p:spPr>
          <a:ln/>
        </p:spPr>
        <p:txBody>
          <a:bodyPr/>
          <a:lstStyle>
            <a:lvl1pPr>
              <a:defRPr/>
            </a:lvl1pPr>
          </a:lstStyle>
          <a:p>
            <a:pPr>
              <a:defRPr/>
            </a:pPr>
            <a:fld id="{ACDC2F09-5DEC-D847-AEA5-DC353A80BCE1}" type="slidenum">
              <a:rPr lang="en-US" altLang="en-US">
                <a:solidFill>
                  <a:srgbClr val="000000"/>
                </a:solidFill>
              </a:rPr>
              <a:pPr>
                <a:defRPr/>
              </a:pPr>
              <a:t>‹#›</a:t>
            </a:fld>
            <a:endParaRPr lang="en-US" altLang="en-US">
              <a:solidFill>
                <a:srgbClr val="000000"/>
              </a:solidFill>
            </a:endParaRPr>
          </a:p>
        </p:txBody>
      </p:sp>
    </p:spTree>
    <p:extLst>
      <p:ext uri="{BB962C8B-B14F-4D97-AF65-F5344CB8AC3E}">
        <p14:creationId xmlns:p14="http://schemas.microsoft.com/office/powerpoint/2010/main" val="1856542456"/>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09601" y="273050"/>
            <a:ext cx="4011084" cy="1162050"/>
          </a:xfrm>
        </p:spPr>
        <p:txBody>
          <a:bodyPr anchor="b"/>
          <a:lstStyle>
            <a:lvl1pPr algn="l">
              <a:defRPr sz="2000" b="1"/>
            </a:lvl1pPr>
          </a:lstStyle>
          <a:p>
            <a:r>
              <a:rPr lang="en-AU"/>
              <a:t>Click to edit Master title style</a:t>
            </a:r>
            <a:endParaRPr lang="en-US"/>
          </a:p>
        </p:txBody>
      </p:sp>
      <p:sp>
        <p:nvSpPr>
          <p:cNvPr id="3" name="Content Placeholder 2"/>
          <p:cNvSpPr>
            <a:spLocks noGrp="1"/>
          </p:cNvSpPr>
          <p:nvPr>
            <p:ph idx="1"/>
          </p:nvPr>
        </p:nvSpPr>
        <p:spPr>
          <a:xfrm>
            <a:off x="4766733" y="273051"/>
            <a:ext cx="6815667"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AU"/>
              <a:t>Click to edit Master text styles</a:t>
            </a:r>
          </a:p>
          <a:p>
            <a:pPr lvl="1"/>
            <a:r>
              <a:rPr lang="en-AU"/>
              <a:t>Second level</a:t>
            </a:r>
          </a:p>
          <a:p>
            <a:pPr lvl="2"/>
            <a:r>
              <a:rPr lang="en-AU"/>
              <a:t>Third level</a:t>
            </a:r>
          </a:p>
          <a:p>
            <a:pPr lvl="3"/>
            <a:r>
              <a:rPr lang="en-AU"/>
              <a:t>Fourth level</a:t>
            </a:r>
          </a:p>
          <a:p>
            <a:pPr lvl="4"/>
            <a:r>
              <a:rPr lang="en-AU"/>
              <a:t>Fifth level</a:t>
            </a:r>
            <a:endParaRPr lang="en-US"/>
          </a:p>
        </p:txBody>
      </p:sp>
      <p:sp>
        <p:nvSpPr>
          <p:cNvPr id="4" name="Text Placeholder 3"/>
          <p:cNvSpPr>
            <a:spLocks noGrp="1"/>
          </p:cNvSpPr>
          <p:nvPr>
            <p:ph type="body" sz="half" idx="2"/>
          </p:nvPr>
        </p:nvSpPr>
        <p:spPr>
          <a:xfrm>
            <a:off x="609601" y="1435101"/>
            <a:ext cx="4011084"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AU"/>
              <a:t>Click to edit Master text styles</a:t>
            </a:r>
          </a:p>
        </p:txBody>
      </p:sp>
      <p:sp>
        <p:nvSpPr>
          <p:cNvPr id="5" name="Rectangle 4"/>
          <p:cNvSpPr>
            <a:spLocks noGrp="1" noChangeArrowheads="1"/>
          </p:cNvSpPr>
          <p:nvPr>
            <p:ph type="dt" sz="half" idx="10"/>
          </p:nvPr>
        </p:nvSpPr>
        <p:spPr>
          <a:ln/>
        </p:spPr>
        <p:txBody>
          <a:bodyPr/>
          <a:lstStyle>
            <a:lvl1pPr>
              <a:defRPr/>
            </a:lvl1pPr>
          </a:lstStyle>
          <a:p>
            <a:pPr>
              <a:defRPr/>
            </a:pPr>
            <a:endParaRPr lang="en-US">
              <a:solidFill>
                <a:srgbClr val="000000"/>
              </a:solidFill>
            </a:endParaRPr>
          </a:p>
        </p:txBody>
      </p:sp>
      <p:sp>
        <p:nvSpPr>
          <p:cNvPr id="6" name="Rectangle 5"/>
          <p:cNvSpPr>
            <a:spLocks noGrp="1" noChangeArrowheads="1"/>
          </p:cNvSpPr>
          <p:nvPr>
            <p:ph type="ftr" sz="quarter" idx="11"/>
          </p:nvPr>
        </p:nvSpPr>
        <p:spPr>
          <a:ln/>
        </p:spPr>
        <p:txBody>
          <a:bodyPr/>
          <a:lstStyle>
            <a:lvl1pPr>
              <a:defRPr/>
            </a:lvl1pPr>
          </a:lstStyle>
          <a:p>
            <a:pPr>
              <a:defRPr/>
            </a:pPr>
            <a:endParaRPr lang="en-US">
              <a:solidFill>
                <a:srgbClr val="000000"/>
              </a:solidFill>
            </a:endParaRPr>
          </a:p>
        </p:txBody>
      </p:sp>
      <p:sp>
        <p:nvSpPr>
          <p:cNvPr id="7" name="Rectangle 6"/>
          <p:cNvSpPr>
            <a:spLocks noGrp="1" noChangeArrowheads="1"/>
          </p:cNvSpPr>
          <p:nvPr>
            <p:ph type="sldNum" sz="quarter" idx="12"/>
          </p:nvPr>
        </p:nvSpPr>
        <p:spPr>
          <a:ln/>
        </p:spPr>
        <p:txBody>
          <a:bodyPr/>
          <a:lstStyle>
            <a:lvl1pPr>
              <a:defRPr/>
            </a:lvl1pPr>
          </a:lstStyle>
          <a:p>
            <a:pPr>
              <a:defRPr/>
            </a:pPr>
            <a:fld id="{16437544-67A0-A649-A890-5C1271C708D0}" type="slidenum">
              <a:rPr lang="en-US" altLang="en-US">
                <a:solidFill>
                  <a:srgbClr val="000000"/>
                </a:solidFill>
              </a:rPr>
              <a:pPr>
                <a:defRPr/>
              </a:pPr>
              <a:t>‹#›</a:t>
            </a:fld>
            <a:endParaRPr lang="en-US" altLang="en-US">
              <a:solidFill>
                <a:srgbClr val="000000"/>
              </a:solidFill>
            </a:endParaRPr>
          </a:p>
        </p:txBody>
      </p:sp>
    </p:spTree>
    <p:extLst>
      <p:ext uri="{BB962C8B-B14F-4D97-AF65-F5344CB8AC3E}">
        <p14:creationId xmlns:p14="http://schemas.microsoft.com/office/powerpoint/2010/main" val="550016808"/>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389717" y="4800600"/>
            <a:ext cx="7315200" cy="566738"/>
          </a:xfrm>
        </p:spPr>
        <p:txBody>
          <a:bodyPr anchor="b"/>
          <a:lstStyle>
            <a:lvl1pPr algn="l">
              <a:defRPr sz="2000" b="1"/>
            </a:lvl1pPr>
          </a:lstStyle>
          <a:p>
            <a:r>
              <a:rPr lang="en-AU"/>
              <a:t>Click to edit Master title style</a:t>
            </a:r>
            <a:endParaRPr lang="en-US"/>
          </a:p>
        </p:txBody>
      </p:sp>
      <p:sp>
        <p:nvSpPr>
          <p:cNvPr id="3" name="Picture Placeholder 2"/>
          <p:cNvSpPr>
            <a:spLocks noGrp="1"/>
          </p:cNvSpPr>
          <p:nvPr>
            <p:ph type="pic" idx="1"/>
          </p:nvPr>
        </p:nvSpPr>
        <p:spPr>
          <a:xfrm>
            <a:off x="2389717" y="612775"/>
            <a:ext cx="73152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en-US" noProof="0"/>
          </a:p>
        </p:txBody>
      </p:sp>
      <p:sp>
        <p:nvSpPr>
          <p:cNvPr id="4" name="Text Placeholder 3"/>
          <p:cNvSpPr>
            <a:spLocks noGrp="1"/>
          </p:cNvSpPr>
          <p:nvPr>
            <p:ph type="body" sz="half" idx="2"/>
          </p:nvPr>
        </p:nvSpPr>
        <p:spPr>
          <a:xfrm>
            <a:off x="2389717" y="5367338"/>
            <a:ext cx="73152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AU"/>
              <a:t>Click to edit Master text styles</a:t>
            </a:r>
          </a:p>
        </p:txBody>
      </p:sp>
      <p:sp>
        <p:nvSpPr>
          <p:cNvPr id="5" name="Rectangle 4"/>
          <p:cNvSpPr>
            <a:spLocks noGrp="1" noChangeArrowheads="1"/>
          </p:cNvSpPr>
          <p:nvPr>
            <p:ph type="dt" sz="half" idx="10"/>
          </p:nvPr>
        </p:nvSpPr>
        <p:spPr>
          <a:ln/>
        </p:spPr>
        <p:txBody>
          <a:bodyPr/>
          <a:lstStyle>
            <a:lvl1pPr>
              <a:defRPr/>
            </a:lvl1pPr>
          </a:lstStyle>
          <a:p>
            <a:pPr>
              <a:defRPr/>
            </a:pPr>
            <a:endParaRPr lang="en-US">
              <a:solidFill>
                <a:srgbClr val="000000"/>
              </a:solidFill>
            </a:endParaRPr>
          </a:p>
        </p:txBody>
      </p:sp>
      <p:sp>
        <p:nvSpPr>
          <p:cNvPr id="6" name="Rectangle 5"/>
          <p:cNvSpPr>
            <a:spLocks noGrp="1" noChangeArrowheads="1"/>
          </p:cNvSpPr>
          <p:nvPr>
            <p:ph type="ftr" sz="quarter" idx="11"/>
          </p:nvPr>
        </p:nvSpPr>
        <p:spPr>
          <a:ln/>
        </p:spPr>
        <p:txBody>
          <a:bodyPr/>
          <a:lstStyle>
            <a:lvl1pPr>
              <a:defRPr/>
            </a:lvl1pPr>
          </a:lstStyle>
          <a:p>
            <a:pPr>
              <a:defRPr/>
            </a:pPr>
            <a:endParaRPr lang="en-US">
              <a:solidFill>
                <a:srgbClr val="000000"/>
              </a:solidFill>
            </a:endParaRPr>
          </a:p>
        </p:txBody>
      </p:sp>
      <p:sp>
        <p:nvSpPr>
          <p:cNvPr id="7" name="Rectangle 6"/>
          <p:cNvSpPr>
            <a:spLocks noGrp="1" noChangeArrowheads="1"/>
          </p:cNvSpPr>
          <p:nvPr>
            <p:ph type="sldNum" sz="quarter" idx="12"/>
          </p:nvPr>
        </p:nvSpPr>
        <p:spPr>
          <a:ln/>
        </p:spPr>
        <p:txBody>
          <a:bodyPr/>
          <a:lstStyle>
            <a:lvl1pPr>
              <a:defRPr/>
            </a:lvl1pPr>
          </a:lstStyle>
          <a:p>
            <a:pPr>
              <a:defRPr/>
            </a:pPr>
            <a:fld id="{E282515B-9CAA-174D-B835-410668FA6FBA}" type="slidenum">
              <a:rPr lang="en-US" altLang="en-US">
                <a:solidFill>
                  <a:srgbClr val="000000"/>
                </a:solidFill>
              </a:rPr>
              <a:pPr>
                <a:defRPr/>
              </a:pPr>
              <a:t>‹#›</a:t>
            </a:fld>
            <a:endParaRPr lang="en-US" altLang="en-US">
              <a:solidFill>
                <a:srgbClr val="000000"/>
              </a:solidFill>
            </a:endParaRPr>
          </a:p>
        </p:txBody>
      </p:sp>
    </p:spTree>
    <p:extLst>
      <p:ext uri="{BB962C8B-B14F-4D97-AF65-F5344CB8AC3E}">
        <p14:creationId xmlns:p14="http://schemas.microsoft.com/office/powerpoint/2010/main" val="785731074"/>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AU"/>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AU"/>
              <a:t>Click to edit Master text styles</a:t>
            </a:r>
          </a:p>
          <a:p>
            <a:pPr lvl="1"/>
            <a:r>
              <a:rPr lang="en-AU"/>
              <a:t>Second level</a:t>
            </a:r>
          </a:p>
          <a:p>
            <a:pPr lvl="2"/>
            <a:r>
              <a:rPr lang="en-AU"/>
              <a:t>Third level</a:t>
            </a:r>
          </a:p>
          <a:p>
            <a:pPr lvl="3"/>
            <a:r>
              <a:rPr lang="en-AU"/>
              <a:t>Fourth level</a:t>
            </a:r>
          </a:p>
          <a:p>
            <a:pPr lvl="4"/>
            <a:r>
              <a:rPr lang="en-AU"/>
              <a:t>Fifth level</a:t>
            </a:r>
            <a:endParaRPr lang="en-US"/>
          </a:p>
        </p:txBody>
      </p:sp>
      <p:sp>
        <p:nvSpPr>
          <p:cNvPr id="4" name="Rectangle 4"/>
          <p:cNvSpPr>
            <a:spLocks noGrp="1" noChangeArrowheads="1"/>
          </p:cNvSpPr>
          <p:nvPr>
            <p:ph type="dt" sz="half" idx="10"/>
          </p:nvPr>
        </p:nvSpPr>
        <p:spPr>
          <a:ln/>
        </p:spPr>
        <p:txBody>
          <a:bodyPr/>
          <a:lstStyle>
            <a:lvl1pPr>
              <a:defRPr/>
            </a:lvl1pPr>
          </a:lstStyle>
          <a:p>
            <a:pPr>
              <a:defRPr/>
            </a:pPr>
            <a:endParaRPr lang="en-US">
              <a:solidFill>
                <a:srgbClr val="000000"/>
              </a:solidFill>
            </a:endParaRPr>
          </a:p>
        </p:txBody>
      </p:sp>
      <p:sp>
        <p:nvSpPr>
          <p:cNvPr id="5" name="Rectangle 5"/>
          <p:cNvSpPr>
            <a:spLocks noGrp="1" noChangeArrowheads="1"/>
          </p:cNvSpPr>
          <p:nvPr>
            <p:ph type="ftr" sz="quarter" idx="11"/>
          </p:nvPr>
        </p:nvSpPr>
        <p:spPr>
          <a:ln/>
        </p:spPr>
        <p:txBody>
          <a:bodyPr/>
          <a:lstStyle>
            <a:lvl1pPr>
              <a:defRPr/>
            </a:lvl1pPr>
          </a:lstStyle>
          <a:p>
            <a:pPr>
              <a:defRPr/>
            </a:pPr>
            <a:endParaRPr lang="en-US">
              <a:solidFill>
                <a:srgbClr val="000000"/>
              </a:solidFill>
            </a:endParaRPr>
          </a:p>
        </p:txBody>
      </p:sp>
      <p:sp>
        <p:nvSpPr>
          <p:cNvPr id="6" name="Rectangle 6"/>
          <p:cNvSpPr>
            <a:spLocks noGrp="1" noChangeArrowheads="1"/>
          </p:cNvSpPr>
          <p:nvPr>
            <p:ph type="sldNum" sz="quarter" idx="12"/>
          </p:nvPr>
        </p:nvSpPr>
        <p:spPr>
          <a:ln/>
        </p:spPr>
        <p:txBody>
          <a:bodyPr/>
          <a:lstStyle>
            <a:lvl1pPr>
              <a:defRPr/>
            </a:lvl1pPr>
          </a:lstStyle>
          <a:p>
            <a:pPr>
              <a:defRPr/>
            </a:pPr>
            <a:fld id="{DE0A8727-4907-7248-B94F-968B449091CC}" type="slidenum">
              <a:rPr lang="en-US" altLang="en-US">
                <a:solidFill>
                  <a:srgbClr val="000000"/>
                </a:solidFill>
              </a:rPr>
              <a:pPr>
                <a:defRPr/>
              </a:pPr>
              <a:t>‹#›</a:t>
            </a:fld>
            <a:endParaRPr lang="en-US" altLang="en-US">
              <a:solidFill>
                <a:srgbClr val="000000"/>
              </a:solidFill>
            </a:endParaRPr>
          </a:p>
        </p:txBody>
      </p:sp>
    </p:spTree>
    <p:extLst>
      <p:ext uri="{BB962C8B-B14F-4D97-AF65-F5344CB8AC3E}">
        <p14:creationId xmlns:p14="http://schemas.microsoft.com/office/powerpoint/2010/main" val="1179643857"/>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686800" y="609600"/>
            <a:ext cx="2590800" cy="5486400"/>
          </a:xfrm>
        </p:spPr>
        <p:txBody>
          <a:bodyPr vert="eaVert"/>
          <a:lstStyle/>
          <a:p>
            <a:r>
              <a:rPr lang="en-AU"/>
              <a:t>Click to edit Master title style</a:t>
            </a:r>
            <a:endParaRPr lang="en-US"/>
          </a:p>
        </p:txBody>
      </p:sp>
      <p:sp>
        <p:nvSpPr>
          <p:cNvPr id="3" name="Vertical Text Placeholder 2"/>
          <p:cNvSpPr>
            <a:spLocks noGrp="1"/>
          </p:cNvSpPr>
          <p:nvPr>
            <p:ph type="body" orient="vert" idx="1"/>
          </p:nvPr>
        </p:nvSpPr>
        <p:spPr>
          <a:xfrm>
            <a:off x="914400" y="609600"/>
            <a:ext cx="7569200" cy="5486400"/>
          </a:xfrm>
        </p:spPr>
        <p:txBody>
          <a:bodyPr vert="eaVert"/>
          <a:lstStyle/>
          <a:p>
            <a:pPr lvl="0"/>
            <a:r>
              <a:rPr lang="en-AU"/>
              <a:t>Click to edit Master text styles</a:t>
            </a:r>
          </a:p>
          <a:p>
            <a:pPr lvl="1"/>
            <a:r>
              <a:rPr lang="en-AU"/>
              <a:t>Second level</a:t>
            </a:r>
          </a:p>
          <a:p>
            <a:pPr lvl="2"/>
            <a:r>
              <a:rPr lang="en-AU"/>
              <a:t>Third level</a:t>
            </a:r>
          </a:p>
          <a:p>
            <a:pPr lvl="3"/>
            <a:r>
              <a:rPr lang="en-AU"/>
              <a:t>Fourth level</a:t>
            </a:r>
          </a:p>
          <a:p>
            <a:pPr lvl="4"/>
            <a:r>
              <a:rPr lang="en-AU"/>
              <a:t>Fifth level</a:t>
            </a:r>
            <a:endParaRPr lang="en-US"/>
          </a:p>
        </p:txBody>
      </p:sp>
      <p:sp>
        <p:nvSpPr>
          <p:cNvPr id="4" name="Rectangle 4"/>
          <p:cNvSpPr>
            <a:spLocks noGrp="1" noChangeArrowheads="1"/>
          </p:cNvSpPr>
          <p:nvPr>
            <p:ph type="dt" sz="half" idx="10"/>
          </p:nvPr>
        </p:nvSpPr>
        <p:spPr>
          <a:ln/>
        </p:spPr>
        <p:txBody>
          <a:bodyPr/>
          <a:lstStyle>
            <a:lvl1pPr>
              <a:defRPr/>
            </a:lvl1pPr>
          </a:lstStyle>
          <a:p>
            <a:pPr>
              <a:defRPr/>
            </a:pPr>
            <a:endParaRPr lang="en-US">
              <a:solidFill>
                <a:srgbClr val="000000"/>
              </a:solidFill>
            </a:endParaRPr>
          </a:p>
        </p:txBody>
      </p:sp>
      <p:sp>
        <p:nvSpPr>
          <p:cNvPr id="5" name="Rectangle 5"/>
          <p:cNvSpPr>
            <a:spLocks noGrp="1" noChangeArrowheads="1"/>
          </p:cNvSpPr>
          <p:nvPr>
            <p:ph type="ftr" sz="quarter" idx="11"/>
          </p:nvPr>
        </p:nvSpPr>
        <p:spPr>
          <a:ln/>
        </p:spPr>
        <p:txBody>
          <a:bodyPr/>
          <a:lstStyle>
            <a:lvl1pPr>
              <a:defRPr/>
            </a:lvl1pPr>
          </a:lstStyle>
          <a:p>
            <a:pPr>
              <a:defRPr/>
            </a:pPr>
            <a:endParaRPr lang="en-US">
              <a:solidFill>
                <a:srgbClr val="000000"/>
              </a:solidFill>
            </a:endParaRPr>
          </a:p>
        </p:txBody>
      </p:sp>
      <p:sp>
        <p:nvSpPr>
          <p:cNvPr id="6" name="Rectangle 6"/>
          <p:cNvSpPr>
            <a:spLocks noGrp="1" noChangeArrowheads="1"/>
          </p:cNvSpPr>
          <p:nvPr>
            <p:ph type="sldNum" sz="quarter" idx="12"/>
          </p:nvPr>
        </p:nvSpPr>
        <p:spPr>
          <a:ln/>
        </p:spPr>
        <p:txBody>
          <a:bodyPr/>
          <a:lstStyle>
            <a:lvl1pPr>
              <a:defRPr/>
            </a:lvl1pPr>
          </a:lstStyle>
          <a:p>
            <a:pPr>
              <a:defRPr/>
            </a:pPr>
            <a:fld id="{AC7158AE-C725-B448-BD3E-FE9B628D4C99}" type="slidenum">
              <a:rPr lang="en-US" altLang="en-US">
                <a:solidFill>
                  <a:srgbClr val="000000"/>
                </a:solidFill>
              </a:rPr>
              <a:pPr>
                <a:defRPr/>
              </a:pPr>
              <a:t>‹#›</a:t>
            </a:fld>
            <a:endParaRPr lang="en-US" altLang="en-US">
              <a:solidFill>
                <a:srgbClr val="000000"/>
              </a:solidFill>
            </a:endParaRPr>
          </a:p>
        </p:txBody>
      </p:sp>
    </p:spTree>
    <p:extLst>
      <p:ext uri="{BB962C8B-B14F-4D97-AF65-F5344CB8AC3E}">
        <p14:creationId xmlns:p14="http://schemas.microsoft.com/office/powerpoint/2010/main" val="1602996672"/>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type="txAndObj" preserve="1">
  <p:cSld name="Title, Text,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914400" y="609600"/>
            <a:ext cx="10363200" cy="1143000"/>
          </a:xfrm>
        </p:spPr>
        <p:txBody>
          <a:bodyPr/>
          <a:lstStyle/>
          <a:p>
            <a:r>
              <a:rPr lang="en-AU"/>
              <a:t>Click to edit Master title style</a:t>
            </a:r>
            <a:endParaRPr lang="en-US"/>
          </a:p>
        </p:txBody>
      </p:sp>
      <p:sp>
        <p:nvSpPr>
          <p:cNvPr id="3" name="Text Placeholder 2"/>
          <p:cNvSpPr>
            <a:spLocks noGrp="1"/>
          </p:cNvSpPr>
          <p:nvPr>
            <p:ph type="body" sz="half" idx="1"/>
          </p:nvPr>
        </p:nvSpPr>
        <p:spPr>
          <a:xfrm>
            <a:off x="914400" y="1981200"/>
            <a:ext cx="5080000" cy="4114800"/>
          </a:xfrm>
        </p:spPr>
        <p:txBody>
          <a:bodyPr/>
          <a:lstStyle/>
          <a:p>
            <a:pPr lvl="0"/>
            <a:r>
              <a:rPr lang="en-AU"/>
              <a:t>Click to edit Master text styles</a:t>
            </a:r>
          </a:p>
          <a:p>
            <a:pPr lvl="1"/>
            <a:r>
              <a:rPr lang="en-AU"/>
              <a:t>Second level</a:t>
            </a:r>
          </a:p>
          <a:p>
            <a:pPr lvl="2"/>
            <a:r>
              <a:rPr lang="en-AU"/>
              <a:t>Third level</a:t>
            </a:r>
          </a:p>
          <a:p>
            <a:pPr lvl="3"/>
            <a:r>
              <a:rPr lang="en-AU"/>
              <a:t>Fourth level</a:t>
            </a:r>
          </a:p>
          <a:p>
            <a:pPr lvl="4"/>
            <a:r>
              <a:rPr lang="en-AU"/>
              <a:t>Fifth level</a:t>
            </a:r>
            <a:endParaRPr lang="en-US"/>
          </a:p>
        </p:txBody>
      </p:sp>
      <p:sp>
        <p:nvSpPr>
          <p:cNvPr id="4" name="Content Placeholder 3"/>
          <p:cNvSpPr>
            <a:spLocks noGrp="1"/>
          </p:cNvSpPr>
          <p:nvPr>
            <p:ph sz="half" idx="2"/>
          </p:nvPr>
        </p:nvSpPr>
        <p:spPr>
          <a:xfrm>
            <a:off x="6197600" y="1981200"/>
            <a:ext cx="5080000" cy="4114800"/>
          </a:xfrm>
        </p:spPr>
        <p:txBody>
          <a:bodyPr/>
          <a:lstStyle/>
          <a:p>
            <a:pPr lvl="0"/>
            <a:r>
              <a:rPr lang="en-AU"/>
              <a:t>Click to edit Master text styles</a:t>
            </a:r>
          </a:p>
          <a:p>
            <a:pPr lvl="1"/>
            <a:r>
              <a:rPr lang="en-AU"/>
              <a:t>Second level</a:t>
            </a:r>
          </a:p>
          <a:p>
            <a:pPr lvl="2"/>
            <a:r>
              <a:rPr lang="en-AU"/>
              <a:t>Third level</a:t>
            </a:r>
          </a:p>
          <a:p>
            <a:pPr lvl="3"/>
            <a:r>
              <a:rPr lang="en-AU"/>
              <a:t>Fourth level</a:t>
            </a:r>
          </a:p>
          <a:p>
            <a:pPr lvl="4"/>
            <a:r>
              <a:rPr lang="en-AU"/>
              <a:t>Fifth level</a:t>
            </a:r>
            <a:endParaRPr lang="en-US"/>
          </a:p>
        </p:txBody>
      </p:sp>
      <p:sp>
        <p:nvSpPr>
          <p:cNvPr id="5" name="Rectangle 4"/>
          <p:cNvSpPr>
            <a:spLocks noGrp="1" noChangeArrowheads="1"/>
          </p:cNvSpPr>
          <p:nvPr>
            <p:ph type="dt" sz="half" idx="10"/>
          </p:nvPr>
        </p:nvSpPr>
        <p:spPr>
          <a:ln/>
        </p:spPr>
        <p:txBody>
          <a:bodyPr/>
          <a:lstStyle>
            <a:lvl1pPr>
              <a:defRPr/>
            </a:lvl1pPr>
          </a:lstStyle>
          <a:p>
            <a:pPr>
              <a:defRPr/>
            </a:pPr>
            <a:endParaRPr lang="en-US">
              <a:solidFill>
                <a:srgbClr val="000000"/>
              </a:solidFill>
            </a:endParaRPr>
          </a:p>
        </p:txBody>
      </p:sp>
      <p:sp>
        <p:nvSpPr>
          <p:cNvPr id="6" name="Rectangle 5"/>
          <p:cNvSpPr>
            <a:spLocks noGrp="1" noChangeArrowheads="1"/>
          </p:cNvSpPr>
          <p:nvPr>
            <p:ph type="ftr" sz="quarter" idx="11"/>
          </p:nvPr>
        </p:nvSpPr>
        <p:spPr>
          <a:ln/>
        </p:spPr>
        <p:txBody>
          <a:bodyPr/>
          <a:lstStyle>
            <a:lvl1pPr>
              <a:defRPr/>
            </a:lvl1pPr>
          </a:lstStyle>
          <a:p>
            <a:pPr>
              <a:defRPr/>
            </a:pPr>
            <a:endParaRPr lang="en-US">
              <a:solidFill>
                <a:srgbClr val="000000"/>
              </a:solidFill>
            </a:endParaRPr>
          </a:p>
        </p:txBody>
      </p:sp>
      <p:sp>
        <p:nvSpPr>
          <p:cNvPr id="7" name="Rectangle 6"/>
          <p:cNvSpPr>
            <a:spLocks noGrp="1" noChangeArrowheads="1"/>
          </p:cNvSpPr>
          <p:nvPr>
            <p:ph type="sldNum" sz="quarter" idx="12"/>
          </p:nvPr>
        </p:nvSpPr>
        <p:spPr>
          <a:ln/>
        </p:spPr>
        <p:txBody>
          <a:bodyPr/>
          <a:lstStyle>
            <a:lvl1pPr>
              <a:defRPr/>
            </a:lvl1pPr>
          </a:lstStyle>
          <a:p>
            <a:pPr>
              <a:defRPr/>
            </a:pPr>
            <a:fld id="{4CF8D0A0-9D96-CC4C-A29E-671D17252712}" type="slidenum">
              <a:rPr lang="en-US" altLang="en-US">
                <a:solidFill>
                  <a:srgbClr val="000000"/>
                </a:solidFill>
              </a:rPr>
              <a:pPr>
                <a:defRPr/>
              </a:pPr>
              <a:t>‹#›</a:t>
            </a:fld>
            <a:endParaRPr lang="en-US" altLang="en-US">
              <a:solidFill>
                <a:srgbClr val="000000"/>
              </a:solidFill>
            </a:endParaRPr>
          </a:p>
        </p:txBody>
      </p:sp>
    </p:spTree>
    <p:extLst>
      <p:ext uri="{BB962C8B-B14F-4D97-AF65-F5344CB8AC3E}">
        <p14:creationId xmlns:p14="http://schemas.microsoft.com/office/powerpoint/2010/main" val="1365233836"/>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type="objAndTx" preserve="1">
  <p:cSld name="Title, Content and Text">
    <p:spTree>
      <p:nvGrpSpPr>
        <p:cNvPr id="1" name=""/>
        <p:cNvGrpSpPr/>
        <p:nvPr/>
      </p:nvGrpSpPr>
      <p:grpSpPr>
        <a:xfrm>
          <a:off x="0" y="0"/>
          <a:ext cx="0" cy="0"/>
          <a:chOff x="0" y="0"/>
          <a:chExt cx="0" cy="0"/>
        </a:xfrm>
      </p:grpSpPr>
      <p:sp>
        <p:nvSpPr>
          <p:cNvPr id="2" name="Title 1"/>
          <p:cNvSpPr>
            <a:spLocks noGrp="1"/>
          </p:cNvSpPr>
          <p:nvPr>
            <p:ph type="title"/>
          </p:nvPr>
        </p:nvSpPr>
        <p:spPr>
          <a:xfrm>
            <a:off x="914400" y="609600"/>
            <a:ext cx="10363200" cy="1143000"/>
          </a:xfrm>
        </p:spPr>
        <p:txBody>
          <a:bodyPr/>
          <a:lstStyle/>
          <a:p>
            <a:r>
              <a:rPr lang="en-AU"/>
              <a:t>Click to edit Master title style</a:t>
            </a:r>
            <a:endParaRPr lang="en-US"/>
          </a:p>
        </p:txBody>
      </p:sp>
      <p:sp>
        <p:nvSpPr>
          <p:cNvPr id="3" name="Content Placeholder 2"/>
          <p:cNvSpPr>
            <a:spLocks noGrp="1"/>
          </p:cNvSpPr>
          <p:nvPr>
            <p:ph sz="half" idx="1"/>
          </p:nvPr>
        </p:nvSpPr>
        <p:spPr>
          <a:xfrm>
            <a:off x="914400" y="1981200"/>
            <a:ext cx="5080000" cy="4114800"/>
          </a:xfrm>
        </p:spPr>
        <p:txBody>
          <a:bodyPr/>
          <a:lstStyle/>
          <a:p>
            <a:pPr lvl="0"/>
            <a:r>
              <a:rPr lang="en-AU"/>
              <a:t>Click to edit Master text styles</a:t>
            </a:r>
          </a:p>
          <a:p>
            <a:pPr lvl="1"/>
            <a:r>
              <a:rPr lang="en-AU"/>
              <a:t>Second level</a:t>
            </a:r>
          </a:p>
          <a:p>
            <a:pPr lvl="2"/>
            <a:r>
              <a:rPr lang="en-AU"/>
              <a:t>Third level</a:t>
            </a:r>
          </a:p>
          <a:p>
            <a:pPr lvl="3"/>
            <a:r>
              <a:rPr lang="en-AU"/>
              <a:t>Fourth level</a:t>
            </a:r>
          </a:p>
          <a:p>
            <a:pPr lvl="4"/>
            <a:r>
              <a:rPr lang="en-AU"/>
              <a:t>Fifth level</a:t>
            </a:r>
            <a:endParaRPr lang="en-US"/>
          </a:p>
        </p:txBody>
      </p:sp>
      <p:sp>
        <p:nvSpPr>
          <p:cNvPr id="4" name="Text Placeholder 3"/>
          <p:cNvSpPr>
            <a:spLocks noGrp="1"/>
          </p:cNvSpPr>
          <p:nvPr>
            <p:ph type="body" sz="half" idx="2"/>
          </p:nvPr>
        </p:nvSpPr>
        <p:spPr>
          <a:xfrm>
            <a:off x="6197600" y="1981200"/>
            <a:ext cx="5080000" cy="4114800"/>
          </a:xfrm>
        </p:spPr>
        <p:txBody>
          <a:bodyPr/>
          <a:lstStyle/>
          <a:p>
            <a:pPr lvl="0"/>
            <a:r>
              <a:rPr lang="en-AU"/>
              <a:t>Click to edit Master text styles</a:t>
            </a:r>
          </a:p>
          <a:p>
            <a:pPr lvl="1"/>
            <a:r>
              <a:rPr lang="en-AU"/>
              <a:t>Second level</a:t>
            </a:r>
          </a:p>
          <a:p>
            <a:pPr lvl="2"/>
            <a:r>
              <a:rPr lang="en-AU"/>
              <a:t>Third level</a:t>
            </a:r>
          </a:p>
          <a:p>
            <a:pPr lvl="3"/>
            <a:r>
              <a:rPr lang="en-AU"/>
              <a:t>Fourth level</a:t>
            </a:r>
          </a:p>
          <a:p>
            <a:pPr lvl="4"/>
            <a:r>
              <a:rPr lang="en-AU"/>
              <a:t>Fifth level</a:t>
            </a:r>
            <a:endParaRPr lang="en-US"/>
          </a:p>
        </p:txBody>
      </p:sp>
      <p:sp>
        <p:nvSpPr>
          <p:cNvPr id="5" name="Rectangle 4"/>
          <p:cNvSpPr>
            <a:spLocks noGrp="1" noChangeArrowheads="1"/>
          </p:cNvSpPr>
          <p:nvPr>
            <p:ph type="dt" sz="half" idx="10"/>
          </p:nvPr>
        </p:nvSpPr>
        <p:spPr>
          <a:ln/>
        </p:spPr>
        <p:txBody>
          <a:bodyPr/>
          <a:lstStyle>
            <a:lvl1pPr>
              <a:defRPr/>
            </a:lvl1pPr>
          </a:lstStyle>
          <a:p>
            <a:pPr>
              <a:defRPr/>
            </a:pPr>
            <a:endParaRPr lang="en-US">
              <a:solidFill>
                <a:srgbClr val="000000"/>
              </a:solidFill>
            </a:endParaRPr>
          </a:p>
        </p:txBody>
      </p:sp>
      <p:sp>
        <p:nvSpPr>
          <p:cNvPr id="6" name="Rectangle 5"/>
          <p:cNvSpPr>
            <a:spLocks noGrp="1" noChangeArrowheads="1"/>
          </p:cNvSpPr>
          <p:nvPr>
            <p:ph type="ftr" sz="quarter" idx="11"/>
          </p:nvPr>
        </p:nvSpPr>
        <p:spPr>
          <a:ln/>
        </p:spPr>
        <p:txBody>
          <a:bodyPr/>
          <a:lstStyle>
            <a:lvl1pPr>
              <a:defRPr/>
            </a:lvl1pPr>
          </a:lstStyle>
          <a:p>
            <a:pPr>
              <a:defRPr/>
            </a:pPr>
            <a:endParaRPr lang="en-US">
              <a:solidFill>
                <a:srgbClr val="000000"/>
              </a:solidFill>
            </a:endParaRPr>
          </a:p>
        </p:txBody>
      </p:sp>
      <p:sp>
        <p:nvSpPr>
          <p:cNvPr id="7" name="Rectangle 6"/>
          <p:cNvSpPr>
            <a:spLocks noGrp="1" noChangeArrowheads="1"/>
          </p:cNvSpPr>
          <p:nvPr>
            <p:ph type="sldNum" sz="quarter" idx="12"/>
          </p:nvPr>
        </p:nvSpPr>
        <p:spPr>
          <a:ln/>
        </p:spPr>
        <p:txBody>
          <a:bodyPr/>
          <a:lstStyle>
            <a:lvl1pPr>
              <a:defRPr/>
            </a:lvl1pPr>
          </a:lstStyle>
          <a:p>
            <a:pPr>
              <a:defRPr/>
            </a:pPr>
            <a:fld id="{C867D727-A4D9-6C4E-8315-99599BC1BF0B}" type="slidenum">
              <a:rPr lang="en-US" altLang="en-US">
                <a:solidFill>
                  <a:srgbClr val="000000"/>
                </a:solidFill>
              </a:rPr>
              <a:pPr>
                <a:defRPr/>
              </a:pPr>
              <a:t>‹#›</a:t>
            </a:fld>
            <a:endParaRPr lang="en-US" altLang="en-US">
              <a:solidFill>
                <a:srgbClr val="000000"/>
              </a:solidFill>
            </a:endParaRPr>
          </a:p>
        </p:txBody>
      </p:sp>
    </p:spTree>
    <p:extLst>
      <p:ext uri="{BB962C8B-B14F-4D97-AF65-F5344CB8AC3E}">
        <p14:creationId xmlns:p14="http://schemas.microsoft.com/office/powerpoint/2010/main" val="183932331"/>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type="fourObj">
  <p:cSld name="Title and 4 Content">
    <p:spTree>
      <p:nvGrpSpPr>
        <p:cNvPr id="1" name=""/>
        <p:cNvGrpSpPr/>
        <p:nvPr/>
      </p:nvGrpSpPr>
      <p:grpSpPr>
        <a:xfrm>
          <a:off x="0" y="0"/>
          <a:ext cx="0" cy="0"/>
          <a:chOff x="0" y="0"/>
          <a:chExt cx="0" cy="0"/>
        </a:xfrm>
      </p:grpSpPr>
      <p:sp>
        <p:nvSpPr>
          <p:cNvPr id="2" name="Title 1"/>
          <p:cNvSpPr>
            <a:spLocks noGrp="1"/>
          </p:cNvSpPr>
          <p:nvPr>
            <p:ph type="title" sz="quarter"/>
          </p:nvPr>
        </p:nvSpPr>
        <p:spPr>
          <a:xfrm>
            <a:off x="914400" y="609600"/>
            <a:ext cx="10363200" cy="1143000"/>
          </a:xfrm>
        </p:spPr>
        <p:txBody>
          <a:bodyPr/>
          <a:lstStyle/>
          <a:p>
            <a:r>
              <a:rPr lang="en-AU"/>
              <a:t>Click to edit Master title style</a:t>
            </a:r>
            <a:endParaRPr lang="en-US"/>
          </a:p>
        </p:txBody>
      </p:sp>
      <p:sp>
        <p:nvSpPr>
          <p:cNvPr id="3" name="Content Placeholder 2"/>
          <p:cNvSpPr>
            <a:spLocks noGrp="1"/>
          </p:cNvSpPr>
          <p:nvPr>
            <p:ph sz="quarter" idx="1"/>
          </p:nvPr>
        </p:nvSpPr>
        <p:spPr>
          <a:xfrm>
            <a:off x="914400" y="1981200"/>
            <a:ext cx="5080000" cy="1981200"/>
          </a:xfrm>
        </p:spPr>
        <p:txBody>
          <a:bodyPr/>
          <a:lstStyle/>
          <a:p>
            <a:pPr lvl="0"/>
            <a:r>
              <a:rPr lang="en-AU"/>
              <a:t>Click to edit Master text styles</a:t>
            </a:r>
          </a:p>
          <a:p>
            <a:pPr lvl="1"/>
            <a:r>
              <a:rPr lang="en-AU"/>
              <a:t>Second level</a:t>
            </a:r>
          </a:p>
          <a:p>
            <a:pPr lvl="2"/>
            <a:r>
              <a:rPr lang="en-AU"/>
              <a:t>Third level</a:t>
            </a:r>
          </a:p>
          <a:p>
            <a:pPr lvl="3"/>
            <a:r>
              <a:rPr lang="en-AU"/>
              <a:t>Fourth level</a:t>
            </a:r>
          </a:p>
          <a:p>
            <a:pPr lvl="4"/>
            <a:r>
              <a:rPr lang="en-AU"/>
              <a:t>Fifth level</a:t>
            </a:r>
            <a:endParaRPr lang="en-US"/>
          </a:p>
        </p:txBody>
      </p:sp>
      <p:sp>
        <p:nvSpPr>
          <p:cNvPr id="4" name="Content Placeholder 3"/>
          <p:cNvSpPr>
            <a:spLocks noGrp="1"/>
          </p:cNvSpPr>
          <p:nvPr>
            <p:ph sz="quarter" idx="2"/>
          </p:nvPr>
        </p:nvSpPr>
        <p:spPr>
          <a:xfrm>
            <a:off x="6197600" y="1981200"/>
            <a:ext cx="5080000" cy="1981200"/>
          </a:xfrm>
        </p:spPr>
        <p:txBody>
          <a:bodyPr/>
          <a:lstStyle/>
          <a:p>
            <a:pPr lvl="0"/>
            <a:r>
              <a:rPr lang="en-AU"/>
              <a:t>Click to edit Master text styles</a:t>
            </a:r>
          </a:p>
          <a:p>
            <a:pPr lvl="1"/>
            <a:r>
              <a:rPr lang="en-AU"/>
              <a:t>Second level</a:t>
            </a:r>
          </a:p>
          <a:p>
            <a:pPr lvl="2"/>
            <a:r>
              <a:rPr lang="en-AU"/>
              <a:t>Third level</a:t>
            </a:r>
          </a:p>
          <a:p>
            <a:pPr lvl="3"/>
            <a:r>
              <a:rPr lang="en-AU"/>
              <a:t>Fourth level</a:t>
            </a:r>
          </a:p>
          <a:p>
            <a:pPr lvl="4"/>
            <a:r>
              <a:rPr lang="en-AU"/>
              <a:t>Fifth level</a:t>
            </a:r>
            <a:endParaRPr lang="en-US"/>
          </a:p>
        </p:txBody>
      </p:sp>
      <p:sp>
        <p:nvSpPr>
          <p:cNvPr id="5" name="Content Placeholder 4"/>
          <p:cNvSpPr>
            <a:spLocks noGrp="1"/>
          </p:cNvSpPr>
          <p:nvPr>
            <p:ph sz="quarter" idx="3"/>
          </p:nvPr>
        </p:nvSpPr>
        <p:spPr>
          <a:xfrm>
            <a:off x="914400" y="4114800"/>
            <a:ext cx="5080000" cy="1981200"/>
          </a:xfrm>
        </p:spPr>
        <p:txBody>
          <a:bodyPr/>
          <a:lstStyle/>
          <a:p>
            <a:pPr lvl="0"/>
            <a:r>
              <a:rPr lang="en-AU"/>
              <a:t>Click to edit Master text styles</a:t>
            </a:r>
          </a:p>
          <a:p>
            <a:pPr lvl="1"/>
            <a:r>
              <a:rPr lang="en-AU"/>
              <a:t>Second level</a:t>
            </a:r>
          </a:p>
          <a:p>
            <a:pPr lvl="2"/>
            <a:r>
              <a:rPr lang="en-AU"/>
              <a:t>Third level</a:t>
            </a:r>
          </a:p>
          <a:p>
            <a:pPr lvl="3"/>
            <a:r>
              <a:rPr lang="en-AU"/>
              <a:t>Fourth level</a:t>
            </a:r>
          </a:p>
          <a:p>
            <a:pPr lvl="4"/>
            <a:r>
              <a:rPr lang="en-AU"/>
              <a:t>Fifth level</a:t>
            </a:r>
            <a:endParaRPr lang="en-US"/>
          </a:p>
        </p:txBody>
      </p:sp>
      <p:sp>
        <p:nvSpPr>
          <p:cNvPr id="6" name="Content Placeholder 5"/>
          <p:cNvSpPr>
            <a:spLocks noGrp="1"/>
          </p:cNvSpPr>
          <p:nvPr>
            <p:ph sz="quarter" idx="4"/>
          </p:nvPr>
        </p:nvSpPr>
        <p:spPr>
          <a:xfrm>
            <a:off x="6197600" y="4114800"/>
            <a:ext cx="5080000" cy="1981200"/>
          </a:xfrm>
        </p:spPr>
        <p:txBody>
          <a:bodyPr/>
          <a:lstStyle/>
          <a:p>
            <a:pPr lvl="0"/>
            <a:r>
              <a:rPr lang="en-AU"/>
              <a:t>Click to edit Master text styles</a:t>
            </a:r>
          </a:p>
          <a:p>
            <a:pPr lvl="1"/>
            <a:r>
              <a:rPr lang="en-AU"/>
              <a:t>Second level</a:t>
            </a:r>
          </a:p>
          <a:p>
            <a:pPr lvl="2"/>
            <a:r>
              <a:rPr lang="en-AU"/>
              <a:t>Third level</a:t>
            </a:r>
          </a:p>
          <a:p>
            <a:pPr lvl="3"/>
            <a:r>
              <a:rPr lang="en-AU"/>
              <a:t>Fourth level</a:t>
            </a:r>
          </a:p>
          <a:p>
            <a:pPr lvl="4"/>
            <a:r>
              <a:rPr lang="en-AU"/>
              <a:t>Fifth level</a:t>
            </a:r>
            <a:endParaRPr lang="en-US"/>
          </a:p>
        </p:txBody>
      </p:sp>
      <p:sp>
        <p:nvSpPr>
          <p:cNvPr id="7" name="Rectangle 4"/>
          <p:cNvSpPr>
            <a:spLocks noGrp="1" noChangeArrowheads="1"/>
          </p:cNvSpPr>
          <p:nvPr>
            <p:ph type="dt" sz="half" idx="10"/>
          </p:nvPr>
        </p:nvSpPr>
        <p:spPr>
          <a:ln/>
        </p:spPr>
        <p:txBody>
          <a:bodyPr/>
          <a:lstStyle>
            <a:lvl1pPr>
              <a:defRPr/>
            </a:lvl1pPr>
          </a:lstStyle>
          <a:p>
            <a:pPr>
              <a:defRPr/>
            </a:pPr>
            <a:endParaRPr lang="en-US">
              <a:solidFill>
                <a:srgbClr val="000000"/>
              </a:solidFill>
            </a:endParaRPr>
          </a:p>
        </p:txBody>
      </p:sp>
      <p:sp>
        <p:nvSpPr>
          <p:cNvPr id="8" name="Rectangle 5"/>
          <p:cNvSpPr>
            <a:spLocks noGrp="1" noChangeArrowheads="1"/>
          </p:cNvSpPr>
          <p:nvPr>
            <p:ph type="ftr" sz="quarter" idx="11"/>
          </p:nvPr>
        </p:nvSpPr>
        <p:spPr>
          <a:ln/>
        </p:spPr>
        <p:txBody>
          <a:bodyPr/>
          <a:lstStyle>
            <a:lvl1pPr>
              <a:defRPr/>
            </a:lvl1pPr>
          </a:lstStyle>
          <a:p>
            <a:pPr>
              <a:defRPr/>
            </a:pPr>
            <a:endParaRPr lang="en-US">
              <a:solidFill>
                <a:srgbClr val="000000"/>
              </a:solidFill>
            </a:endParaRPr>
          </a:p>
        </p:txBody>
      </p:sp>
      <p:sp>
        <p:nvSpPr>
          <p:cNvPr id="9" name="Rectangle 6"/>
          <p:cNvSpPr>
            <a:spLocks noGrp="1" noChangeArrowheads="1"/>
          </p:cNvSpPr>
          <p:nvPr>
            <p:ph type="sldNum" sz="quarter" idx="12"/>
          </p:nvPr>
        </p:nvSpPr>
        <p:spPr>
          <a:ln/>
        </p:spPr>
        <p:txBody>
          <a:bodyPr/>
          <a:lstStyle>
            <a:lvl1pPr>
              <a:defRPr/>
            </a:lvl1pPr>
          </a:lstStyle>
          <a:p>
            <a:pPr>
              <a:defRPr/>
            </a:pPr>
            <a:fld id="{3EF104C5-BA1F-514A-9E09-A1247DEB83C2}" type="slidenum">
              <a:rPr lang="en-US">
                <a:solidFill>
                  <a:srgbClr val="000000"/>
                </a:solidFill>
              </a:rPr>
              <a:pPr>
                <a:defRPr/>
              </a:pPr>
              <a:t>‹#›</a:t>
            </a:fld>
            <a:endParaRPr lang="en-US">
              <a:solidFill>
                <a:srgbClr val="000000"/>
              </a:solidFill>
            </a:endParaRPr>
          </a:p>
        </p:txBody>
      </p:sp>
    </p:spTree>
    <p:extLst>
      <p:ext uri="{BB962C8B-B14F-4D97-AF65-F5344CB8AC3E}">
        <p14:creationId xmlns:p14="http://schemas.microsoft.com/office/powerpoint/2010/main" val="2121191422"/>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type="twoObjAndTx">
  <p:cSld name="Title, 2 Content and Text">
    <p:spTree>
      <p:nvGrpSpPr>
        <p:cNvPr id="1" name=""/>
        <p:cNvGrpSpPr/>
        <p:nvPr/>
      </p:nvGrpSpPr>
      <p:grpSpPr>
        <a:xfrm>
          <a:off x="0" y="0"/>
          <a:ext cx="0" cy="0"/>
          <a:chOff x="0" y="0"/>
          <a:chExt cx="0" cy="0"/>
        </a:xfrm>
      </p:grpSpPr>
      <p:sp>
        <p:nvSpPr>
          <p:cNvPr id="2" name="Title 1"/>
          <p:cNvSpPr>
            <a:spLocks noGrp="1"/>
          </p:cNvSpPr>
          <p:nvPr>
            <p:ph type="title"/>
          </p:nvPr>
        </p:nvSpPr>
        <p:spPr>
          <a:xfrm>
            <a:off x="914400" y="609600"/>
            <a:ext cx="10363200" cy="1143000"/>
          </a:xfrm>
        </p:spPr>
        <p:txBody>
          <a:bodyPr/>
          <a:lstStyle/>
          <a:p>
            <a:r>
              <a:rPr lang="en-AU"/>
              <a:t>Click to edit Master title style</a:t>
            </a:r>
            <a:endParaRPr lang="en-US"/>
          </a:p>
        </p:txBody>
      </p:sp>
      <p:sp>
        <p:nvSpPr>
          <p:cNvPr id="3" name="Content Placeholder 2"/>
          <p:cNvSpPr>
            <a:spLocks noGrp="1"/>
          </p:cNvSpPr>
          <p:nvPr>
            <p:ph sz="quarter" idx="1"/>
          </p:nvPr>
        </p:nvSpPr>
        <p:spPr>
          <a:xfrm>
            <a:off x="914400" y="1981200"/>
            <a:ext cx="5080000" cy="1981200"/>
          </a:xfrm>
        </p:spPr>
        <p:txBody>
          <a:bodyPr/>
          <a:lstStyle/>
          <a:p>
            <a:pPr lvl="0"/>
            <a:r>
              <a:rPr lang="en-AU"/>
              <a:t>Click to edit Master text styles</a:t>
            </a:r>
          </a:p>
          <a:p>
            <a:pPr lvl="1"/>
            <a:r>
              <a:rPr lang="en-AU"/>
              <a:t>Second level</a:t>
            </a:r>
          </a:p>
          <a:p>
            <a:pPr lvl="2"/>
            <a:r>
              <a:rPr lang="en-AU"/>
              <a:t>Third level</a:t>
            </a:r>
          </a:p>
          <a:p>
            <a:pPr lvl="3"/>
            <a:r>
              <a:rPr lang="en-AU"/>
              <a:t>Fourth level</a:t>
            </a:r>
          </a:p>
          <a:p>
            <a:pPr lvl="4"/>
            <a:r>
              <a:rPr lang="en-AU"/>
              <a:t>Fifth level</a:t>
            </a:r>
            <a:endParaRPr lang="en-US"/>
          </a:p>
        </p:txBody>
      </p:sp>
      <p:sp>
        <p:nvSpPr>
          <p:cNvPr id="4" name="Content Placeholder 3"/>
          <p:cNvSpPr>
            <a:spLocks noGrp="1"/>
          </p:cNvSpPr>
          <p:nvPr>
            <p:ph sz="quarter" idx="2"/>
          </p:nvPr>
        </p:nvSpPr>
        <p:spPr>
          <a:xfrm>
            <a:off x="914400" y="4114800"/>
            <a:ext cx="5080000" cy="1981200"/>
          </a:xfrm>
        </p:spPr>
        <p:txBody>
          <a:bodyPr/>
          <a:lstStyle/>
          <a:p>
            <a:pPr lvl="0"/>
            <a:r>
              <a:rPr lang="en-AU"/>
              <a:t>Click to edit Master text styles</a:t>
            </a:r>
          </a:p>
          <a:p>
            <a:pPr lvl="1"/>
            <a:r>
              <a:rPr lang="en-AU"/>
              <a:t>Second level</a:t>
            </a:r>
          </a:p>
          <a:p>
            <a:pPr lvl="2"/>
            <a:r>
              <a:rPr lang="en-AU"/>
              <a:t>Third level</a:t>
            </a:r>
          </a:p>
          <a:p>
            <a:pPr lvl="3"/>
            <a:r>
              <a:rPr lang="en-AU"/>
              <a:t>Fourth level</a:t>
            </a:r>
          </a:p>
          <a:p>
            <a:pPr lvl="4"/>
            <a:r>
              <a:rPr lang="en-AU"/>
              <a:t>Fifth level</a:t>
            </a:r>
            <a:endParaRPr lang="en-US"/>
          </a:p>
        </p:txBody>
      </p:sp>
      <p:sp>
        <p:nvSpPr>
          <p:cNvPr id="5" name="Text Placeholder 4"/>
          <p:cNvSpPr>
            <a:spLocks noGrp="1"/>
          </p:cNvSpPr>
          <p:nvPr>
            <p:ph type="body" sz="half" idx="3"/>
          </p:nvPr>
        </p:nvSpPr>
        <p:spPr>
          <a:xfrm>
            <a:off x="6197600" y="1981200"/>
            <a:ext cx="5080000" cy="4114800"/>
          </a:xfrm>
        </p:spPr>
        <p:txBody>
          <a:bodyPr/>
          <a:lstStyle/>
          <a:p>
            <a:pPr lvl="0"/>
            <a:r>
              <a:rPr lang="en-AU"/>
              <a:t>Click to edit Master text styles</a:t>
            </a:r>
          </a:p>
          <a:p>
            <a:pPr lvl="1"/>
            <a:r>
              <a:rPr lang="en-AU"/>
              <a:t>Second level</a:t>
            </a:r>
          </a:p>
          <a:p>
            <a:pPr lvl="2"/>
            <a:r>
              <a:rPr lang="en-AU"/>
              <a:t>Third level</a:t>
            </a:r>
          </a:p>
          <a:p>
            <a:pPr lvl="3"/>
            <a:r>
              <a:rPr lang="en-AU"/>
              <a:t>Fourth level</a:t>
            </a:r>
          </a:p>
          <a:p>
            <a:pPr lvl="4"/>
            <a:r>
              <a:rPr lang="en-AU"/>
              <a:t>Fifth level</a:t>
            </a:r>
            <a:endParaRPr lang="en-US"/>
          </a:p>
        </p:txBody>
      </p:sp>
      <p:sp>
        <p:nvSpPr>
          <p:cNvPr id="6" name="Rectangle 4"/>
          <p:cNvSpPr>
            <a:spLocks noGrp="1" noChangeArrowheads="1"/>
          </p:cNvSpPr>
          <p:nvPr>
            <p:ph type="dt" sz="half" idx="10"/>
          </p:nvPr>
        </p:nvSpPr>
        <p:spPr>
          <a:ln/>
        </p:spPr>
        <p:txBody>
          <a:bodyPr/>
          <a:lstStyle>
            <a:lvl1pPr>
              <a:defRPr/>
            </a:lvl1pPr>
          </a:lstStyle>
          <a:p>
            <a:pPr>
              <a:defRPr/>
            </a:pPr>
            <a:endParaRPr lang="en-US">
              <a:solidFill>
                <a:srgbClr val="000000"/>
              </a:solidFill>
            </a:endParaRPr>
          </a:p>
        </p:txBody>
      </p:sp>
      <p:sp>
        <p:nvSpPr>
          <p:cNvPr id="7" name="Rectangle 5"/>
          <p:cNvSpPr>
            <a:spLocks noGrp="1" noChangeArrowheads="1"/>
          </p:cNvSpPr>
          <p:nvPr>
            <p:ph type="ftr" sz="quarter" idx="11"/>
          </p:nvPr>
        </p:nvSpPr>
        <p:spPr>
          <a:ln/>
        </p:spPr>
        <p:txBody>
          <a:bodyPr/>
          <a:lstStyle>
            <a:lvl1pPr>
              <a:defRPr/>
            </a:lvl1pPr>
          </a:lstStyle>
          <a:p>
            <a:pPr>
              <a:defRPr/>
            </a:pPr>
            <a:endParaRPr lang="en-US">
              <a:solidFill>
                <a:srgbClr val="000000"/>
              </a:solidFill>
            </a:endParaRPr>
          </a:p>
        </p:txBody>
      </p:sp>
      <p:sp>
        <p:nvSpPr>
          <p:cNvPr id="8" name="Rectangle 6"/>
          <p:cNvSpPr>
            <a:spLocks noGrp="1" noChangeArrowheads="1"/>
          </p:cNvSpPr>
          <p:nvPr>
            <p:ph type="sldNum" sz="quarter" idx="12"/>
          </p:nvPr>
        </p:nvSpPr>
        <p:spPr>
          <a:ln/>
        </p:spPr>
        <p:txBody>
          <a:bodyPr/>
          <a:lstStyle>
            <a:lvl1pPr>
              <a:defRPr/>
            </a:lvl1pPr>
          </a:lstStyle>
          <a:p>
            <a:pPr>
              <a:defRPr/>
            </a:pPr>
            <a:fld id="{E5A0A8F0-FA8C-E04B-9E29-F1796B191622}" type="slidenum">
              <a:rPr lang="en-US">
                <a:solidFill>
                  <a:srgbClr val="000000"/>
                </a:solidFill>
              </a:rPr>
              <a:pPr>
                <a:defRPr/>
              </a:pPr>
              <a:t>‹#›</a:t>
            </a:fld>
            <a:endParaRPr lang="en-US">
              <a:solidFill>
                <a:srgbClr val="000000"/>
              </a:solidFill>
            </a:endParaRPr>
          </a:p>
        </p:txBody>
      </p:sp>
    </p:spTree>
    <p:extLst>
      <p:ext uri="{BB962C8B-B14F-4D97-AF65-F5344CB8AC3E}">
        <p14:creationId xmlns:p14="http://schemas.microsoft.com/office/powerpoint/2010/main" val="1885786009"/>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type="objOverTx">
  <p:cSld name="Title and Content over Text">
    <p:spTree>
      <p:nvGrpSpPr>
        <p:cNvPr id="1" name=""/>
        <p:cNvGrpSpPr/>
        <p:nvPr/>
      </p:nvGrpSpPr>
      <p:grpSpPr>
        <a:xfrm>
          <a:off x="0" y="0"/>
          <a:ext cx="0" cy="0"/>
          <a:chOff x="0" y="0"/>
          <a:chExt cx="0" cy="0"/>
        </a:xfrm>
      </p:grpSpPr>
      <p:sp>
        <p:nvSpPr>
          <p:cNvPr id="2" name="Title 1"/>
          <p:cNvSpPr>
            <a:spLocks noGrp="1"/>
          </p:cNvSpPr>
          <p:nvPr>
            <p:ph type="title"/>
          </p:nvPr>
        </p:nvSpPr>
        <p:spPr>
          <a:xfrm>
            <a:off x="1564217" y="457200"/>
            <a:ext cx="10363200" cy="1143000"/>
          </a:xfrm>
        </p:spPr>
        <p:txBody>
          <a:bodyPr/>
          <a:lstStyle/>
          <a:p>
            <a:r>
              <a:rPr lang="en-AU"/>
              <a:t>Click to edit Master title style</a:t>
            </a:r>
            <a:endParaRPr lang="en-US"/>
          </a:p>
        </p:txBody>
      </p:sp>
      <p:sp>
        <p:nvSpPr>
          <p:cNvPr id="3" name="Content Placeholder 2"/>
          <p:cNvSpPr>
            <a:spLocks noGrp="1"/>
          </p:cNvSpPr>
          <p:nvPr>
            <p:ph sz="half" idx="1"/>
          </p:nvPr>
        </p:nvSpPr>
        <p:spPr>
          <a:xfrm>
            <a:off x="1564217" y="1981200"/>
            <a:ext cx="10363200" cy="1981200"/>
          </a:xfrm>
        </p:spPr>
        <p:txBody>
          <a:bodyPr/>
          <a:lstStyle/>
          <a:p>
            <a:pPr lvl="0"/>
            <a:r>
              <a:rPr lang="en-AU"/>
              <a:t>Click to edit Master text styles</a:t>
            </a:r>
          </a:p>
          <a:p>
            <a:pPr lvl="1"/>
            <a:r>
              <a:rPr lang="en-AU"/>
              <a:t>Second level</a:t>
            </a:r>
          </a:p>
          <a:p>
            <a:pPr lvl="2"/>
            <a:r>
              <a:rPr lang="en-AU"/>
              <a:t>Third level</a:t>
            </a:r>
          </a:p>
          <a:p>
            <a:pPr lvl="3"/>
            <a:r>
              <a:rPr lang="en-AU"/>
              <a:t>Fourth level</a:t>
            </a:r>
          </a:p>
          <a:p>
            <a:pPr lvl="4"/>
            <a:r>
              <a:rPr lang="en-AU"/>
              <a:t>Fifth level</a:t>
            </a:r>
            <a:endParaRPr lang="en-US"/>
          </a:p>
        </p:txBody>
      </p:sp>
      <p:sp>
        <p:nvSpPr>
          <p:cNvPr id="4" name="Text Placeholder 3"/>
          <p:cNvSpPr>
            <a:spLocks noGrp="1"/>
          </p:cNvSpPr>
          <p:nvPr>
            <p:ph type="body" sz="half" idx="2"/>
          </p:nvPr>
        </p:nvSpPr>
        <p:spPr>
          <a:xfrm>
            <a:off x="1564217" y="4114800"/>
            <a:ext cx="10363200" cy="1981200"/>
          </a:xfrm>
        </p:spPr>
        <p:txBody>
          <a:bodyPr/>
          <a:lstStyle/>
          <a:p>
            <a:pPr lvl="0"/>
            <a:r>
              <a:rPr lang="en-AU"/>
              <a:t>Click to edit Master text styles</a:t>
            </a:r>
          </a:p>
          <a:p>
            <a:pPr lvl="1"/>
            <a:r>
              <a:rPr lang="en-AU"/>
              <a:t>Second level</a:t>
            </a:r>
          </a:p>
          <a:p>
            <a:pPr lvl="2"/>
            <a:r>
              <a:rPr lang="en-AU"/>
              <a:t>Third level</a:t>
            </a:r>
          </a:p>
          <a:p>
            <a:pPr lvl="3"/>
            <a:r>
              <a:rPr lang="en-AU"/>
              <a:t>Fourth level</a:t>
            </a:r>
          </a:p>
          <a:p>
            <a:pPr lvl="4"/>
            <a:r>
              <a:rPr lang="en-AU"/>
              <a:t>Fifth level</a:t>
            </a:r>
            <a:endParaRPr lang="en-US"/>
          </a:p>
        </p:txBody>
      </p:sp>
      <p:sp>
        <p:nvSpPr>
          <p:cNvPr id="5" name="Rectangle 27"/>
          <p:cNvSpPr>
            <a:spLocks noGrp="1" noChangeArrowheads="1"/>
          </p:cNvSpPr>
          <p:nvPr>
            <p:ph type="dt" sz="half" idx="10"/>
          </p:nvPr>
        </p:nvSpPr>
        <p:spPr>
          <a:ln/>
        </p:spPr>
        <p:txBody>
          <a:bodyPr/>
          <a:lstStyle>
            <a:lvl1pPr>
              <a:defRPr/>
            </a:lvl1pPr>
          </a:lstStyle>
          <a:p>
            <a:pPr>
              <a:defRPr/>
            </a:pPr>
            <a:endParaRPr lang="en-US">
              <a:solidFill>
                <a:srgbClr val="000000"/>
              </a:solidFill>
            </a:endParaRPr>
          </a:p>
        </p:txBody>
      </p:sp>
      <p:sp>
        <p:nvSpPr>
          <p:cNvPr id="6" name="Rectangle 28"/>
          <p:cNvSpPr>
            <a:spLocks noGrp="1" noChangeArrowheads="1"/>
          </p:cNvSpPr>
          <p:nvPr>
            <p:ph type="ftr" sz="quarter" idx="11"/>
          </p:nvPr>
        </p:nvSpPr>
        <p:spPr>
          <a:ln/>
        </p:spPr>
        <p:txBody>
          <a:bodyPr/>
          <a:lstStyle>
            <a:lvl1pPr>
              <a:defRPr/>
            </a:lvl1pPr>
          </a:lstStyle>
          <a:p>
            <a:pPr>
              <a:defRPr/>
            </a:pPr>
            <a:endParaRPr lang="en-US">
              <a:solidFill>
                <a:srgbClr val="000000"/>
              </a:solidFill>
            </a:endParaRPr>
          </a:p>
        </p:txBody>
      </p:sp>
      <p:sp>
        <p:nvSpPr>
          <p:cNvPr id="7" name="Rectangle 29"/>
          <p:cNvSpPr>
            <a:spLocks noGrp="1" noChangeArrowheads="1"/>
          </p:cNvSpPr>
          <p:nvPr>
            <p:ph type="sldNum" sz="quarter" idx="12"/>
          </p:nvPr>
        </p:nvSpPr>
        <p:spPr>
          <a:ln/>
        </p:spPr>
        <p:txBody>
          <a:bodyPr/>
          <a:lstStyle>
            <a:lvl1pPr>
              <a:defRPr/>
            </a:lvl1pPr>
          </a:lstStyle>
          <a:p>
            <a:fld id="{95F48CE7-194B-D348-A59B-1F1D66A05540}" type="slidenum">
              <a:rPr lang="en-US" altLang="en-US">
                <a:solidFill>
                  <a:srgbClr val="000000"/>
                </a:solidFill>
              </a:rPr>
              <a:pPr/>
              <a:t>‹#›</a:t>
            </a:fld>
            <a:endParaRPr lang="en-US" altLang="en-US">
              <a:solidFill>
                <a:srgbClr val="000000"/>
              </a:solidFill>
            </a:endParaRPr>
          </a:p>
        </p:txBody>
      </p:sp>
    </p:spTree>
    <p:extLst>
      <p:ext uri="{BB962C8B-B14F-4D97-AF65-F5344CB8AC3E}">
        <p14:creationId xmlns:p14="http://schemas.microsoft.com/office/powerpoint/2010/main" val="1149309601"/>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type="twoObjOverTx">
  <p:cSld name="Title and 2 Content over Text">
    <p:spTree>
      <p:nvGrpSpPr>
        <p:cNvPr id="1" name=""/>
        <p:cNvGrpSpPr/>
        <p:nvPr/>
      </p:nvGrpSpPr>
      <p:grpSpPr>
        <a:xfrm>
          <a:off x="0" y="0"/>
          <a:ext cx="0" cy="0"/>
          <a:chOff x="0" y="0"/>
          <a:chExt cx="0" cy="0"/>
        </a:xfrm>
      </p:grpSpPr>
      <p:sp>
        <p:nvSpPr>
          <p:cNvPr id="2" name="Title 1"/>
          <p:cNvSpPr>
            <a:spLocks noGrp="1"/>
          </p:cNvSpPr>
          <p:nvPr>
            <p:ph type="title"/>
          </p:nvPr>
        </p:nvSpPr>
        <p:spPr>
          <a:xfrm>
            <a:off x="914400" y="609600"/>
            <a:ext cx="10363200" cy="1143000"/>
          </a:xfrm>
        </p:spPr>
        <p:txBody>
          <a:bodyPr/>
          <a:lstStyle/>
          <a:p>
            <a:r>
              <a:rPr lang="en-AU"/>
              <a:t>Click to edit Master title style</a:t>
            </a:r>
            <a:endParaRPr lang="en-US"/>
          </a:p>
        </p:txBody>
      </p:sp>
      <p:sp>
        <p:nvSpPr>
          <p:cNvPr id="3" name="Content Placeholder 2"/>
          <p:cNvSpPr>
            <a:spLocks noGrp="1"/>
          </p:cNvSpPr>
          <p:nvPr>
            <p:ph sz="quarter" idx="1"/>
          </p:nvPr>
        </p:nvSpPr>
        <p:spPr>
          <a:xfrm>
            <a:off x="914400" y="1981200"/>
            <a:ext cx="5080000" cy="1981200"/>
          </a:xfrm>
        </p:spPr>
        <p:txBody>
          <a:bodyPr/>
          <a:lstStyle/>
          <a:p>
            <a:pPr lvl="0"/>
            <a:r>
              <a:rPr lang="en-AU"/>
              <a:t>Click to edit Master text styles</a:t>
            </a:r>
          </a:p>
          <a:p>
            <a:pPr lvl="1"/>
            <a:r>
              <a:rPr lang="en-AU"/>
              <a:t>Second level</a:t>
            </a:r>
          </a:p>
          <a:p>
            <a:pPr lvl="2"/>
            <a:r>
              <a:rPr lang="en-AU"/>
              <a:t>Third level</a:t>
            </a:r>
          </a:p>
          <a:p>
            <a:pPr lvl="3"/>
            <a:r>
              <a:rPr lang="en-AU"/>
              <a:t>Fourth level</a:t>
            </a:r>
          </a:p>
          <a:p>
            <a:pPr lvl="4"/>
            <a:r>
              <a:rPr lang="en-AU"/>
              <a:t>Fifth level</a:t>
            </a:r>
            <a:endParaRPr lang="en-US"/>
          </a:p>
        </p:txBody>
      </p:sp>
      <p:sp>
        <p:nvSpPr>
          <p:cNvPr id="4" name="Content Placeholder 3"/>
          <p:cNvSpPr>
            <a:spLocks noGrp="1"/>
          </p:cNvSpPr>
          <p:nvPr>
            <p:ph sz="quarter" idx="2"/>
          </p:nvPr>
        </p:nvSpPr>
        <p:spPr>
          <a:xfrm>
            <a:off x="6197600" y="1981200"/>
            <a:ext cx="5080000" cy="1981200"/>
          </a:xfrm>
        </p:spPr>
        <p:txBody>
          <a:bodyPr/>
          <a:lstStyle/>
          <a:p>
            <a:pPr lvl="0"/>
            <a:r>
              <a:rPr lang="en-AU"/>
              <a:t>Click to edit Master text styles</a:t>
            </a:r>
          </a:p>
          <a:p>
            <a:pPr lvl="1"/>
            <a:r>
              <a:rPr lang="en-AU"/>
              <a:t>Second level</a:t>
            </a:r>
          </a:p>
          <a:p>
            <a:pPr lvl="2"/>
            <a:r>
              <a:rPr lang="en-AU"/>
              <a:t>Third level</a:t>
            </a:r>
          </a:p>
          <a:p>
            <a:pPr lvl="3"/>
            <a:r>
              <a:rPr lang="en-AU"/>
              <a:t>Fourth level</a:t>
            </a:r>
          </a:p>
          <a:p>
            <a:pPr lvl="4"/>
            <a:r>
              <a:rPr lang="en-AU"/>
              <a:t>Fifth level</a:t>
            </a:r>
            <a:endParaRPr lang="en-US"/>
          </a:p>
        </p:txBody>
      </p:sp>
      <p:sp>
        <p:nvSpPr>
          <p:cNvPr id="5" name="Text Placeholder 4"/>
          <p:cNvSpPr>
            <a:spLocks noGrp="1"/>
          </p:cNvSpPr>
          <p:nvPr>
            <p:ph type="body" sz="half" idx="3"/>
          </p:nvPr>
        </p:nvSpPr>
        <p:spPr>
          <a:xfrm>
            <a:off x="914400" y="4114800"/>
            <a:ext cx="10363200" cy="1981200"/>
          </a:xfrm>
        </p:spPr>
        <p:txBody>
          <a:bodyPr/>
          <a:lstStyle/>
          <a:p>
            <a:pPr lvl="0"/>
            <a:r>
              <a:rPr lang="en-AU"/>
              <a:t>Click to edit Master text styles</a:t>
            </a:r>
          </a:p>
          <a:p>
            <a:pPr lvl="1"/>
            <a:r>
              <a:rPr lang="en-AU"/>
              <a:t>Second level</a:t>
            </a:r>
          </a:p>
          <a:p>
            <a:pPr lvl="2"/>
            <a:r>
              <a:rPr lang="en-AU"/>
              <a:t>Third level</a:t>
            </a:r>
          </a:p>
          <a:p>
            <a:pPr lvl="3"/>
            <a:r>
              <a:rPr lang="en-AU"/>
              <a:t>Fourth level</a:t>
            </a:r>
          </a:p>
          <a:p>
            <a:pPr lvl="4"/>
            <a:r>
              <a:rPr lang="en-AU"/>
              <a:t>Fifth level</a:t>
            </a:r>
            <a:endParaRPr lang="en-US"/>
          </a:p>
        </p:txBody>
      </p:sp>
      <p:sp>
        <p:nvSpPr>
          <p:cNvPr id="6" name="Rectangle 4"/>
          <p:cNvSpPr>
            <a:spLocks noGrp="1" noChangeArrowheads="1"/>
          </p:cNvSpPr>
          <p:nvPr>
            <p:ph type="dt" sz="half" idx="10"/>
          </p:nvPr>
        </p:nvSpPr>
        <p:spPr>
          <a:ln/>
        </p:spPr>
        <p:txBody>
          <a:bodyPr/>
          <a:lstStyle>
            <a:lvl1pPr>
              <a:defRPr/>
            </a:lvl1pPr>
          </a:lstStyle>
          <a:p>
            <a:pPr>
              <a:defRPr/>
            </a:pPr>
            <a:endParaRPr lang="en-US">
              <a:solidFill>
                <a:prstClr val="black">
                  <a:tint val="75000"/>
                </a:prstClr>
              </a:solidFill>
            </a:endParaRPr>
          </a:p>
        </p:txBody>
      </p:sp>
      <p:sp>
        <p:nvSpPr>
          <p:cNvPr id="7" name="Rectangle 5"/>
          <p:cNvSpPr>
            <a:spLocks noGrp="1" noChangeArrowheads="1"/>
          </p:cNvSpPr>
          <p:nvPr>
            <p:ph type="ftr" sz="quarter" idx="11"/>
          </p:nvPr>
        </p:nvSpPr>
        <p:spPr>
          <a:ln/>
        </p:spPr>
        <p:txBody>
          <a:bodyPr/>
          <a:lstStyle>
            <a:lvl1pPr>
              <a:defRPr/>
            </a:lvl1pPr>
          </a:lstStyle>
          <a:p>
            <a:pPr>
              <a:defRPr/>
            </a:pPr>
            <a:endParaRPr lang="en-US">
              <a:solidFill>
                <a:prstClr val="black">
                  <a:tint val="75000"/>
                </a:prstClr>
              </a:solidFill>
            </a:endParaRPr>
          </a:p>
        </p:txBody>
      </p:sp>
      <p:sp>
        <p:nvSpPr>
          <p:cNvPr id="8" name="Rectangle 6"/>
          <p:cNvSpPr>
            <a:spLocks noGrp="1" noChangeArrowheads="1"/>
          </p:cNvSpPr>
          <p:nvPr>
            <p:ph type="sldNum" sz="quarter" idx="12"/>
          </p:nvPr>
        </p:nvSpPr>
        <p:spPr>
          <a:ln/>
        </p:spPr>
        <p:txBody>
          <a:bodyPr/>
          <a:lstStyle>
            <a:lvl1pPr>
              <a:defRPr/>
            </a:lvl1pPr>
          </a:lstStyle>
          <a:p>
            <a:pPr>
              <a:defRPr/>
            </a:pPr>
            <a:fld id="{C2C51C2D-0550-6747-9CF3-EED8C7DF8846}" type="slidenum">
              <a:rPr lang="en-US">
                <a:solidFill>
                  <a:prstClr val="black">
                    <a:tint val="75000"/>
                  </a:prstClr>
                </a:solidFill>
              </a:rPr>
              <a:pPr>
                <a:defRPr/>
              </a:pPr>
              <a:t>‹#›</a:t>
            </a:fld>
            <a:endParaRPr lang="en-US">
              <a:solidFill>
                <a:prstClr val="black">
                  <a:tint val="75000"/>
                </a:prstClr>
              </a:solidFill>
            </a:endParaRPr>
          </a:p>
        </p:txBody>
      </p:sp>
    </p:spTree>
    <p:extLst>
      <p:ext uri="{BB962C8B-B14F-4D97-AF65-F5344CB8AC3E}">
        <p14:creationId xmlns:p14="http://schemas.microsoft.com/office/powerpoint/2010/main" val="1547655709"/>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AU"/>
              <a:t>Click to edit Master title style</a:t>
            </a:r>
            <a:endParaRPr lang="en-US"/>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AU"/>
              <a:t>Click to edit Master subtitle style</a:t>
            </a:r>
            <a:endParaRPr lang="en-US"/>
          </a:p>
        </p:txBody>
      </p:sp>
      <p:sp>
        <p:nvSpPr>
          <p:cNvPr id="4" name="Date Placeholder 3"/>
          <p:cNvSpPr>
            <a:spLocks noGrp="1"/>
          </p:cNvSpPr>
          <p:nvPr>
            <p:ph type="dt" sz="half" idx="10"/>
          </p:nvPr>
        </p:nvSpPr>
        <p:spPr/>
        <p:txBody>
          <a:bodyPr/>
          <a:lstStyle/>
          <a:p>
            <a:fld id="{2C1BB76E-88A9-1142-82B9-33E4469E9A60}" type="datetimeFigureOut">
              <a:rPr lang="en-US" smtClean="0">
                <a:solidFill>
                  <a:prstClr val="black">
                    <a:tint val="75000"/>
                  </a:prstClr>
                </a:solidFill>
              </a:rPr>
              <a:pPr/>
              <a:t>6/30/20</a:t>
            </a:fld>
            <a:endParaRPr lang="en-US">
              <a:solidFill>
                <a:prstClr val="black">
                  <a:tint val="75000"/>
                </a:prstClr>
              </a:solidFill>
            </a:endParaRPr>
          </a:p>
        </p:txBody>
      </p:sp>
      <p:sp>
        <p:nvSpPr>
          <p:cNvPr id="5" name="Footer Placeholder 4"/>
          <p:cNvSpPr>
            <a:spLocks noGrp="1"/>
          </p:cNvSpPr>
          <p:nvPr>
            <p:ph type="ftr" sz="quarter" idx="11"/>
          </p:nvPr>
        </p:nvSpPr>
        <p:spPr/>
        <p:txBody>
          <a:bodyPr/>
          <a:lstStyle/>
          <a:p>
            <a:endParaRPr lang="en-US">
              <a:solidFill>
                <a:prstClr val="black">
                  <a:tint val="75000"/>
                </a:prstClr>
              </a:solidFill>
            </a:endParaRPr>
          </a:p>
        </p:txBody>
      </p:sp>
      <p:sp>
        <p:nvSpPr>
          <p:cNvPr id="6" name="Slide Number Placeholder 5"/>
          <p:cNvSpPr>
            <a:spLocks noGrp="1"/>
          </p:cNvSpPr>
          <p:nvPr>
            <p:ph type="sldNum" sz="quarter" idx="12"/>
          </p:nvPr>
        </p:nvSpPr>
        <p:spPr/>
        <p:txBody>
          <a:bodyPr/>
          <a:lstStyle/>
          <a:p>
            <a:fld id="{5A9A3D96-D033-C847-870B-488D6DDCB44C}" type="slidenum">
              <a:rPr lang="en-US" smtClean="0">
                <a:solidFill>
                  <a:prstClr val="black">
                    <a:tint val="75000"/>
                  </a:prstClr>
                </a:solidFill>
              </a:rPr>
              <a:pPr/>
              <a:t>‹#›</a:t>
            </a:fld>
            <a:endParaRPr lang="en-US">
              <a:solidFill>
                <a:prstClr val="black">
                  <a:tint val="75000"/>
                </a:prstClr>
              </a:solidFill>
            </a:endParaRPr>
          </a:p>
        </p:txBody>
      </p:sp>
    </p:spTree>
    <p:extLst>
      <p:ext uri="{BB962C8B-B14F-4D97-AF65-F5344CB8AC3E}">
        <p14:creationId xmlns:p14="http://schemas.microsoft.com/office/powerpoint/2010/main" val="1461434243"/>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AU"/>
              <a:t>Click to edit Master title style</a:t>
            </a:r>
            <a:endParaRPr lang="en-US"/>
          </a:p>
        </p:txBody>
      </p:sp>
      <p:sp>
        <p:nvSpPr>
          <p:cNvPr id="3" name="Content Placeholder 2"/>
          <p:cNvSpPr>
            <a:spLocks noGrp="1"/>
          </p:cNvSpPr>
          <p:nvPr>
            <p:ph idx="1"/>
          </p:nvPr>
        </p:nvSpPr>
        <p:spPr/>
        <p:txBody>
          <a:bodyPr/>
          <a:lstStyle/>
          <a:p>
            <a:pPr lvl="0"/>
            <a:r>
              <a:rPr lang="en-AU"/>
              <a:t>Click to edit Master text styles</a:t>
            </a:r>
          </a:p>
          <a:p>
            <a:pPr lvl="1"/>
            <a:r>
              <a:rPr lang="en-AU"/>
              <a:t>Second level</a:t>
            </a:r>
          </a:p>
          <a:p>
            <a:pPr lvl="2"/>
            <a:r>
              <a:rPr lang="en-AU"/>
              <a:t>Third level</a:t>
            </a:r>
          </a:p>
          <a:p>
            <a:pPr lvl="3"/>
            <a:r>
              <a:rPr lang="en-AU"/>
              <a:t>Fourth level</a:t>
            </a:r>
          </a:p>
          <a:p>
            <a:pPr lvl="4"/>
            <a:r>
              <a:rPr lang="en-AU"/>
              <a:t>Fifth level</a:t>
            </a:r>
            <a:endParaRPr lang="en-US"/>
          </a:p>
        </p:txBody>
      </p:sp>
      <p:sp>
        <p:nvSpPr>
          <p:cNvPr id="4" name="Date Placeholder 3"/>
          <p:cNvSpPr>
            <a:spLocks noGrp="1"/>
          </p:cNvSpPr>
          <p:nvPr>
            <p:ph type="dt" sz="half" idx="10"/>
          </p:nvPr>
        </p:nvSpPr>
        <p:spPr/>
        <p:txBody>
          <a:bodyPr/>
          <a:lstStyle/>
          <a:p>
            <a:fld id="{2C1BB76E-88A9-1142-82B9-33E4469E9A60}" type="datetimeFigureOut">
              <a:rPr lang="en-US" smtClean="0">
                <a:solidFill>
                  <a:prstClr val="black">
                    <a:tint val="75000"/>
                  </a:prstClr>
                </a:solidFill>
              </a:rPr>
              <a:pPr/>
              <a:t>6/30/20</a:t>
            </a:fld>
            <a:endParaRPr lang="en-US">
              <a:solidFill>
                <a:prstClr val="black">
                  <a:tint val="75000"/>
                </a:prstClr>
              </a:solidFill>
            </a:endParaRPr>
          </a:p>
        </p:txBody>
      </p:sp>
      <p:sp>
        <p:nvSpPr>
          <p:cNvPr id="5" name="Footer Placeholder 4"/>
          <p:cNvSpPr>
            <a:spLocks noGrp="1"/>
          </p:cNvSpPr>
          <p:nvPr>
            <p:ph type="ftr" sz="quarter" idx="11"/>
          </p:nvPr>
        </p:nvSpPr>
        <p:spPr/>
        <p:txBody>
          <a:bodyPr/>
          <a:lstStyle/>
          <a:p>
            <a:endParaRPr lang="en-US">
              <a:solidFill>
                <a:prstClr val="black">
                  <a:tint val="75000"/>
                </a:prstClr>
              </a:solidFill>
            </a:endParaRPr>
          </a:p>
        </p:txBody>
      </p:sp>
      <p:sp>
        <p:nvSpPr>
          <p:cNvPr id="6" name="Slide Number Placeholder 5"/>
          <p:cNvSpPr>
            <a:spLocks noGrp="1"/>
          </p:cNvSpPr>
          <p:nvPr>
            <p:ph type="sldNum" sz="quarter" idx="12"/>
          </p:nvPr>
        </p:nvSpPr>
        <p:spPr/>
        <p:txBody>
          <a:bodyPr/>
          <a:lstStyle/>
          <a:p>
            <a:fld id="{5A9A3D96-D033-C847-870B-488D6DDCB44C}" type="slidenum">
              <a:rPr lang="en-US" smtClean="0">
                <a:solidFill>
                  <a:prstClr val="black">
                    <a:tint val="75000"/>
                  </a:prstClr>
                </a:solidFill>
              </a:rPr>
              <a:pPr/>
              <a:t>‹#›</a:t>
            </a:fld>
            <a:endParaRPr lang="en-US">
              <a:solidFill>
                <a:prstClr val="black">
                  <a:tint val="75000"/>
                </a:prstClr>
              </a:solidFill>
            </a:endParaRPr>
          </a:p>
        </p:txBody>
      </p:sp>
    </p:spTree>
    <p:extLst>
      <p:ext uri="{BB962C8B-B14F-4D97-AF65-F5344CB8AC3E}">
        <p14:creationId xmlns:p14="http://schemas.microsoft.com/office/powerpoint/2010/main" val="1805824438"/>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AU"/>
              <a:t>Click to edit Master title style</a:t>
            </a:r>
            <a:endParaRPr lang="en-US"/>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AU"/>
              <a:t>Click to edit Master text styles</a:t>
            </a:r>
          </a:p>
        </p:txBody>
      </p:sp>
      <p:sp>
        <p:nvSpPr>
          <p:cNvPr id="4" name="Date Placeholder 3"/>
          <p:cNvSpPr>
            <a:spLocks noGrp="1"/>
          </p:cNvSpPr>
          <p:nvPr>
            <p:ph type="dt" sz="half" idx="10"/>
          </p:nvPr>
        </p:nvSpPr>
        <p:spPr/>
        <p:txBody>
          <a:bodyPr/>
          <a:lstStyle/>
          <a:p>
            <a:fld id="{2C1BB76E-88A9-1142-82B9-33E4469E9A60}" type="datetimeFigureOut">
              <a:rPr lang="en-US" smtClean="0">
                <a:solidFill>
                  <a:prstClr val="black">
                    <a:tint val="75000"/>
                  </a:prstClr>
                </a:solidFill>
              </a:rPr>
              <a:pPr/>
              <a:t>6/30/20</a:t>
            </a:fld>
            <a:endParaRPr lang="en-US">
              <a:solidFill>
                <a:prstClr val="black">
                  <a:tint val="75000"/>
                </a:prstClr>
              </a:solidFill>
            </a:endParaRPr>
          </a:p>
        </p:txBody>
      </p:sp>
      <p:sp>
        <p:nvSpPr>
          <p:cNvPr id="5" name="Footer Placeholder 4"/>
          <p:cNvSpPr>
            <a:spLocks noGrp="1"/>
          </p:cNvSpPr>
          <p:nvPr>
            <p:ph type="ftr" sz="quarter" idx="11"/>
          </p:nvPr>
        </p:nvSpPr>
        <p:spPr/>
        <p:txBody>
          <a:bodyPr/>
          <a:lstStyle/>
          <a:p>
            <a:endParaRPr lang="en-US">
              <a:solidFill>
                <a:prstClr val="black">
                  <a:tint val="75000"/>
                </a:prstClr>
              </a:solidFill>
            </a:endParaRPr>
          </a:p>
        </p:txBody>
      </p:sp>
      <p:sp>
        <p:nvSpPr>
          <p:cNvPr id="6" name="Slide Number Placeholder 5"/>
          <p:cNvSpPr>
            <a:spLocks noGrp="1"/>
          </p:cNvSpPr>
          <p:nvPr>
            <p:ph type="sldNum" sz="quarter" idx="12"/>
          </p:nvPr>
        </p:nvSpPr>
        <p:spPr/>
        <p:txBody>
          <a:bodyPr/>
          <a:lstStyle/>
          <a:p>
            <a:fld id="{5A9A3D96-D033-C847-870B-488D6DDCB44C}" type="slidenum">
              <a:rPr lang="en-US" smtClean="0">
                <a:solidFill>
                  <a:prstClr val="black">
                    <a:tint val="75000"/>
                  </a:prstClr>
                </a:solidFill>
              </a:rPr>
              <a:pPr/>
              <a:t>‹#›</a:t>
            </a:fld>
            <a:endParaRPr lang="en-US">
              <a:solidFill>
                <a:prstClr val="black">
                  <a:tint val="75000"/>
                </a:prstClr>
              </a:solidFill>
            </a:endParaRPr>
          </a:p>
        </p:txBody>
      </p:sp>
    </p:spTree>
    <p:extLst>
      <p:ext uri="{BB962C8B-B14F-4D97-AF65-F5344CB8AC3E}">
        <p14:creationId xmlns:p14="http://schemas.microsoft.com/office/powerpoint/2010/main" val="750322718"/>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AU"/>
              <a:t>Click to edit Master title style</a:t>
            </a:r>
            <a:endParaRPr lang="en-US"/>
          </a:p>
        </p:txBody>
      </p:sp>
      <p:sp>
        <p:nvSpPr>
          <p:cNvPr id="3" name="Content Placeholder 2"/>
          <p:cNvSpPr>
            <a:spLocks noGrp="1"/>
          </p:cNvSpPr>
          <p:nvPr>
            <p:ph sz="half" idx="1"/>
          </p:nvPr>
        </p:nvSpPr>
        <p:spPr>
          <a:xfrm>
            <a:off x="838200" y="1825625"/>
            <a:ext cx="5181600" cy="4351338"/>
          </a:xfrm>
        </p:spPr>
        <p:txBody>
          <a:bodyPr/>
          <a:lstStyle/>
          <a:p>
            <a:pPr lvl="0"/>
            <a:r>
              <a:rPr lang="en-AU"/>
              <a:t>Click to edit Master text styles</a:t>
            </a:r>
          </a:p>
          <a:p>
            <a:pPr lvl="1"/>
            <a:r>
              <a:rPr lang="en-AU"/>
              <a:t>Second level</a:t>
            </a:r>
          </a:p>
          <a:p>
            <a:pPr lvl="2"/>
            <a:r>
              <a:rPr lang="en-AU"/>
              <a:t>Third level</a:t>
            </a:r>
          </a:p>
          <a:p>
            <a:pPr lvl="3"/>
            <a:r>
              <a:rPr lang="en-AU"/>
              <a:t>Fourth level</a:t>
            </a:r>
          </a:p>
          <a:p>
            <a:pPr lvl="4"/>
            <a:r>
              <a:rPr lang="en-AU"/>
              <a:t>Fifth level</a:t>
            </a:r>
            <a:endParaRPr lang="en-US"/>
          </a:p>
        </p:txBody>
      </p:sp>
      <p:sp>
        <p:nvSpPr>
          <p:cNvPr id="4" name="Content Placeholder 3"/>
          <p:cNvSpPr>
            <a:spLocks noGrp="1"/>
          </p:cNvSpPr>
          <p:nvPr>
            <p:ph sz="half" idx="2"/>
          </p:nvPr>
        </p:nvSpPr>
        <p:spPr>
          <a:xfrm>
            <a:off x="6172200" y="1825625"/>
            <a:ext cx="5181600" cy="4351338"/>
          </a:xfrm>
        </p:spPr>
        <p:txBody>
          <a:bodyPr/>
          <a:lstStyle/>
          <a:p>
            <a:pPr lvl="0"/>
            <a:r>
              <a:rPr lang="en-AU"/>
              <a:t>Click to edit Master text styles</a:t>
            </a:r>
          </a:p>
          <a:p>
            <a:pPr lvl="1"/>
            <a:r>
              <a:rPr lang="en-AU"/>
              <a:t>Second level</a:t>
            </a:r>
          </a:p>
          <a:p>
            <a:pPr lvl="2"/>
            <a:r>
              <a:rPr lang="en-AU"/>
              <a:t>Third level</a:t>
            </a:r>
          </a:p>
          <a:p>
            <a:pPr lvl="3"/>
            <a:r>
              <a:rPr lang="en-AU"/>
              <a:t>Fourth level</a:t>
            </a:r>
          </a:p>
          <a:p>
            <a:pPr lvl="4"/>
            <a:r>
              <a:rPr lang="en-AU"/>
              <a:t>Fifth level</a:t>
            </a:r>
            <a:endParaRPr lang="en-US"/>
          </a:p>
        </p:txBody>
      </p:sp>
      <p:sp>
        <p:nvSpPr>
          <p:cNvPr id="5" name="Date Placeholder 4"/>
          <p:cNvSpPr>
            <a:spLocks noGrp="1"/>
          </p:cNvSpPr>
          <p:nvPr>
            <p:ph type="dt" sz="half" idx="10"/>
          </p:nvPr>
        </p:nvSpPr>
        <p:spPr/>
        <p:txBody>
          <a:bodyPr/>
          <a:lstStyle/>
          <a:p>
            <a:fld id="{2C1BB76E-88A9-1142-82B9-33E4469E9A60}" type="datetimeFigureOut">
              <a:rPr lang="en-US" smtClean="0">
                <a:solidFill>
                  <a:prstClr val="black">
                    <a:tint val="75000"/>
                  </a:prstClr>
                </a:solidFill>
              </a:rPr>
              <a:pPr/>
              <a:t>6/30/20</a:t>
            </a:fld>
            <a:endParaRPr lang="en-US">
              <a:solidFill>
                <a:prstClr val="black">
                  <a:tint val="75000"/>
                </a:prstClr>
              </a:solidFill>
            </a:endParaRPr>
          </a:p>
        </p:txBody>
      </p:sp>
      <p:sp>
        <p:nvSpPr>
          <p:cNvPr id="6" name="Footer Placeholder 5"/>
          <p:cNvSpPr>
            <a:spLocks noGrp="1"/>
          </p:cNvSpPr>
          <p:nvPr>
            <p:ph type="ftr" sz="quarter" idx="11"/>
          </p:nvPr>
        </p:nvSpPr>
        <p:spPr/>
        <p:txBody>
          <a:bodyPr/>
          <a:lstStyle/>
          <a:p>
            <a:endParaRPr lang="en-US">
              <a:solidFill>
                <a:prstClr val="black">
                  <a:tint val="75000"/>
                </a:prstClr>
              </a:solidFill>
            </a:endParaRPr>
          </a:p>
        </p:txBody>
      </p:sp>
      <p:sp>
        <p:nvSpPr>
          <p:cNvPr id="7" name="Slide Number Placeholder 6"/>
          <p:cNvSpPr>
            <a:spLocks noGrp="1"/>
          </p:cNvSpPr>
          <p:nvPr>
            <p:ph type="sldNum" sz="quarter" idx="12"/>
          </p:nvPr>
        </p:nvSpPr>
        <p:spPr/>
        <p:txBody>
          <a:bodyPr/>
          <a:lstStyle/>
          <a:p>
            <a:fld id="{5A9A3D96-D033-C847-870B-488D6DDCB44C}" type="slidenum">
              <a:rPr lang="en-US" smtClean="0">
                <a:solidFill>
                  <a:prstClr val="black">
                    <a:tint val="75000"/>
                  </a:prstClr>
                </a:solidFill>
              </a:rPr>
              <a:pPr/>
              <a:t>‹#›</a:t>
            </a:fld>
            <a:endParaRPr lang="en-US">
              <a:solidFill>
                <a:prstClr val="black">
                  <a:tint val="75000"/>
                </a:prstClr>
              </a:solidFill>
            </a:endParaRPr>
          </a:p>
        </p:txBody>
      </p:sp>
    </p:spTree>
    <p:extLst>
      <p:ext uri="{BB962C8B-B14F-4D97-AF65-F5344CB8AC3E}">
        <p14:creationId xmlns:p14="http://schemas.microsoft.com/office/powerpoint/2010/main" val="1544660652"/>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AU"/>
              <a:t>Click to edit Master title style</a:t>
            </a:r>
            <a:endParaRPr lang="en-US"/>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AU"/>
              <a:t>Click to 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AU"/>
              <a:t>Click to edit Master text styles</a:t>
            </a:r>
          </a:p>
          <a:p>
            <a:pPr lvl="1"/>
            <a:r>
              <a:rPr lang="en-AU"/>
              <a:t>Second level</a:t>
            </a:r>
          </a:p>
          <a:p>
            <a:pPr lvl="2"/>
            <a:r>
              <a:rPr lang="en-AU"/>
              <a:t>Third level</a:t>
            </a:r>
          </a:p>
          <a:p>
            <a:pPr lvl="3"/>
            <a:r>
              <a:rPr lang="en-AU"/>
              <a:t>Fourth level</a:t>
            </a:r>
          </a:p>
          <a:p>
            <a:pPr lvl="4"/>
            <a:r>
              <a:rPr lang="en-AU"/>
              <a:t>Fifth level</a:t>
            </a:r>
            <a:endParaRPr lang="en-US"/>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AU"/>
              <a:t>Click to 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AU"/>
              <a:t>Click to edit Master text styles</a:t>
            </a:r>
          </a:p>
          <a:p>
            <a:pPr lvl="1"/>
            <a:r>
              <a:rPr lang="en-AU"/>
              <a:t>Second level</a:t>
            </a:r>
          </a:p>
          <a:p>
            <a:pPr lvl="2"/>
            <a:r>
              <a:rPr lang="en-AU"/>
              <a:t>Third level</a:t>
            </a:r>
          </a:p>
          <a:p>
            <a:pPr lvl="3"/>
            <a:r>
              <a:rPr lang="en-AU"/>
              <a:t>Fourth level</a:t>
            </a:r>
          </a:p>
          <a:p>
            <a:pPr lvl="4"/>
            <a:r>
              <a:rPr lang="en-AU"/>
              <a:t>Fifth level</a:t>
            </a:r>
            <a:endParaRPr lang="en-US"/>
          </a:p>
        </p:txBody>
      </p:sp>
      <p:sp>
        <p:nvSpPr>
          <p:cNvPr id="7" name="Date Placeholder 6"/>
          <p:cNvSpPr>
            <a:spLocks noGrp="1"/>
          </p:cNvSpPr>
          <p:nvPr>
            <p:ph type="dt" sz="half" idx="10"/>
          </p:nvPr>
        </p:nvSpPr>
        <p:spPr/>
        <p:txBody>
          <a:bodyPr/>
          <a:lstStyle/>
          <a:p>
            <a:fld id="{2C1BB76E-88A9-1142-82B9-33E4469E9A60}" type="datetimeFigureOut">
              <a:rPr lang="en-US" smtClean="0">
                <a:solidFill>
                  <a:prstClr val="black">
                    <a:tint val="75000"/>
                  </a:prstClr>
                </a:solidFill>
              </a:rPr>
              <a:pPr/>
              <a:t>6/30/20</a:t>
            </a:fld>
            <a:endParaRPr lang="en-US">
              <a:solidFill>
                <a:prstClr val="black">
                  <a:tint val="75000"/>
                </a:prstClr>
              </a:solidFill>
            </a:endParaRPr>
          </a:p>
        </p:txBody>
      </p:sp>
      <p:sp>
        <p:nvSpPr>
          <p:cNvPr id="8" name="Footer Placeholder 7"/>
          <p:cNvSpPr>
            <a:spLocks noGrp="1"/>
          </p:cNvSpPr>
          <p:nvPr>
            <p:ph type="ftr" sz="quarter" idx="11"/>
          </p:nvPr>
        </p:nvSpPr>
        <p:spPr/>
        <p:txBody>
          <a:bodyPr/>
          <a:lstStyle/>
          <a:p>
            <a:endParaRPr lang="en-US">
              <a:solidFill>
                <a:prstClr val="black">
                  <a:tint val="75000"/>
                </a:prstClr>
              </a:solidFill>
            </a:endParaRPr>
          </a:p>
        </p:txBody>
      </p:sp>
      <p:sp>
        <p:nvSpPr>
          <p:cNvPr id="9" name="Slide Number Placeholder 8"/>
          <p:cNvSpPr>
            <a:spLocks noGrp="1"/>
          </p:cNvSpPr>
          <p:nvPr>
            <p:ph type="sldNum" sz="quarter" idx="12"/>
          </p:nvPr>
        </p:nvSpPr>
        <p:spPr/>
        <p:txBody>
          <a:bodyPr/>
          <a:lstStyle/>
          <a:p>
            <a:fld id="{5A9A3D96-D033-C847-870B-488D6DDCB44C}" type="slidenum">
              <a:rPr lang="en-US" smtClean="0">
                <a:solidFill>
                  <a:prstClr val="black">
                    <a:tint val="75000"/>
                  </a:prstClr>
                </a:solidFill>
              </a:rPr>
              <a:pPr/>
              <a:t>‹#›</a:t>
            </a:fld>
            <a:endParaRPr lang="en-US">
              <a:solidFill>
                <a:prstClr val="black">
                  <a:tint val="75000"/>
                </a:prstClr>
              </a:solidFill>
            </a:endParaRPr>
          </a:p>
        </p:txBody>
      </p:sp>
    </p:spTree>
    <p:extLst>
      <p:ext uri="{BB962C8B-B14F-4D97-AF65-F5344CB8AC3E}">
        <p14:creationId xmlns:p14="http://schemas.microsoft.com/office/powerpoint/2010/main" val="1279601833"/>
      </p:ext>
    </p:extLst>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AU"/>
              <a:t>Click to edit Master title style</a:t>
            </a:r>
            <a:endParaRPr lang="en-US"/>
          </a:p>
        </p:txBody>
      </p:sp>
      <p:sp>
        <p:nvSpPr>
          <p:cNvPr id="3" name="Date Placeholder 2"/>
          <p:cNvSpPr>
            <a:spLocks noGrp="1"/>
          </p:cNvSpPr>
          <p:nvPr>
            <p:ph type="dt" sz="half" idx="10"/>
          </p:nvPr>
        </p:nvSpPr>
        <p:spPr/>
        <p:txBody>
          <a:bodyPr/>
          <a:lstStyle/>
          <a:p>
            <a:fld id="{2C1BB76E-88A9-1142-82B9-33E4469E9A60}" type="datetimeFigureOut">
              <a:rPr lang="en-US" smtClean="0">
                <a:solidFill>
                  <a:prstClr val="black">
                    <a:tint val="75000"/>
                  </a:prstClr>
                </a:solidFill>
              </a:rPr>
              <a:pPr/>
              <a:t>6/30/20</a:t>
            </a:fld>
            <a:endParaRPr lang="en-US">
              <a:solidFill>
                <a:prstClr val="black">
                  <a:tint val="75000"/>
                </a:prstClr>
              </a:solidFill>
            </a:endParaRPr>
          </a:p>
        </p:txBody>
      </p:sp>
      <p:sp>
        <p:nvSpPr>
          <p:cNvPr id="4" name="Footer Placeholder 3"/>
          <p:cNvSpPr>
            <a:spLocks noGrp="1"/>
          </p:cNvSpPr>
          <p:nvPr>
            <p:ph type="ftr" sz="quarter" idx="11"/>
          </p:nvPr>
        </p:nvSpPr>
        <p:spPr/>
        <p:txBody>
          <a:bodyPr/>
          <a:lstStyle/>
          <a:p>
            <a:endParaRPr lang="en-US">
              <a:solidFill>
                <a:prstClr val="black">
                  <a:tint val="75000"/>
                </a:prstClr>
              </a:solidFill>
            </a:endParaRPr>
          </a:p>
        </p:txBody>
      </p:sp>
      <p:sp>
        <p:nvSpPr>
          <p:cNvPr id="5" name="Slide Number Placeholder 4"/>
          <p:cNvSpPr>
            <a:spLocks noGrp="1"/>
          </p:cNvSpPr>
          <p:nvPr>
            <p:ph type="sldNum" sz="quarter" idx="12"/>
          </p:nvPr>
        </p:nvSpPr>
        <p:spPr/>
        <p:txBody>
          <a:bodyPr/>
          <a:lstStyle/>
          <a:p>
            <a:fld id="{5A9A3D96-D033-C847-870B-488D6DDCB44C}" type="slidenum">
              <a:rPr lang="en-US" smtClean="0">
                <a:solidFill>
                  <a:prstClr val="black">
                    <a:tint val="75000"/>
                  </a:prstClr>
                </a:solidFill>
              </a:rPr>
              <a:pPr/>
              <a:t>‹#›</a:t>
            </a:fld>
            <a:endParaRPr lang="en-US">
              <a:solidFill>
                <a:prstClr val="black">
                  <a:tint val="75000"/>
                </a:prstClr>
              </a:solidFill>
            </a:endParaRPr>
          </a:p>
        </p:txBody>
      </p:sp>
    </p:spTree>
    <p:extLst>
      <p:ext uri="{BB962C8B-B14F-4D97-AF65-F5344CB8AC3E}">
        <p14:creationId xmlns:p14="http://schemas.microsoft.com/office/powerpoint/2010/main" val="1753981299"/>
      </p:ext>
    </p:extLst>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2C1BB76E-88A9-1142-82B9-33E4469E9A60}" type="datetimeFigureOut">
              <a:rPr lang="en-US" smtClean="0">
                <a:solidFill>
                  <a:prstClr val="black">
                    <a:tint val="75000"/>
                  </a:prstClr>
                </a:solidFill>
              </a:rPr>
              <a:pPr/>
              <a:t>6/30/20</a:t>
            </a:fld>
            <a:endParaRPr lang="en-US">
              <a:solidFill>
                <a:prstClr val="black">
                  <a:tint val="75000"/>
                </a:prstClr>
              </a:solidFill>
            </a:endParaRPr>
          </a:p>
        </p:txBody>
      </p:sp>
      <p:sp>
        <p:nvSpPr>
          <p:cNvPr id="3" name="Footer Placeholder 2"/>
          <p:cNvSpPr>
            <a:spLocks noGrp="1"/>
          </p:cNvSpPr>
          <p:nvPr>
            <p:ph type="ftr" sz="quarter" idx="11"/>
          </p:nvPr>
        </p:nvSpPr>
        <p:spPr/>
        <p:txBody>
          <a:bodyPr/>
          <a:lstStyle/>
          <a:p>
            <a:endParaRPr lang="en-US">
              <a:solidFill>
                <a:prstClr val="black">
                  <a:tint val="75000"/>
                </a:prstClr>
              </a:solidFill>
            </a:endParaRPr>
          </a:p>
        </p:txBody>
      </p:sp>
      <p:sp>
        <p:nvSpPr>
          <p:cNvPr id="4" name="Slide Number Placeholder 3"/>
          <p:cNvSpPr>
            <a:spLocks noGrp="1"/>
          </p:cNvSpPr>
          <p:nvPr>
            <p:ph type="sldNum" sz="quarter" idx="12"/>
          </p:nvPr>
        </p:nvSpPr>
        <p:spPr/>
        <p:txBody>
          <a:bodyPr/>
          <a:lstStyle/>
          <a:p>
            <a:fld id="{5A9A3D96-D033-C847-870B-488D6DDCB44C}" type="slidenum">
              <a:rPr lang="en-US" smtClean="0">
                <a:solidFill>
                  <a:prstClr val="black">
                    <a:tint val="75000"/>
                  </a:prstClr>
                </a:solidFill>
              </a:rPr>
              <a:pPr/>
              <a:t>‹#›</a:t>
            </a:fld>
            <a:endParaRPr lang="en-US">
              <a:solidFill>
                <a:prstClr val="black">
                  <a:tint val="75000"/>
                </a:prstClr>
              </a:solidFill>
            </a:endParaRPr>
          </a:p>
        </p:txBody>
      </p:sp>
    </p:spTree>
    <p:extLst>
      <p:ext uri="{BB962C8B-B14F-4D97-AF65-F5344CB8AC3E}">
        <p14:creationId xmlns:p14="http://schemas.microsoft.com/office/powerpoint/2010/main" val="1105819911"/>
      </p:ext>
    </p:extLst>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AU"/>
              <a:t>Click to edit Master title style</a:t>
            </a:r>
            <a:endParaRPr lang="en-US"/>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AU"/>
              <a:t>Click to edit Master text styles</a:t>
            </a:r>
          </a:p>
          <a:p>
            <a:pPr lvl="1"/>
            <a:r>
              <a:rPr lang="en-AU"/>
              <a:t>Second level</a:t>
            </a:r>
          </a:p>
          <a:p>
            <a:pPr lvl="2"/>
            <a:r>
              <a:rPr lang="en-AU"/>
              <a:t>Third level</a:t>
            </a:r>
          </a:p>
          <a:p>
            <a:pPr lvl="3"/>
            <a:r>
              <a:rPr lang="en-AU"/>
              <a:t>Fourth level</a:t>
            </a:r>
          </a:p>
          <a:p>
            <a:pPr lvl="4"/>
            <a:r>
              <a:rPr lang="en-AU"/>
              <a:t>Fifth level</a:t>
            </a:r>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AU"/>
              <a:t>Click to edit Master text styles</a:t>
            </a:r>
          </a:p>
        </p:txBody>
      </p:sp>
      <p:sp>
        <p:nvSpPr>
          <p:cNvPr id="5" name="Date Placeholder 4"/>
          <p:cNvSpPr>
            <a:spLocks noGrp="1"/>
          </p:cNvSpPr>
          <p:nvPr>
            <p:ph type="dt" sz="half" idx="10"/>
          </p:nvPr>
        </p:nvSpPr>
        <p:spPr/>
        <p:txBody>
          <a:bodyPr/>
          <a:lstStyle/>
          <a:p>
            <a:fld id="{2C1BB76E-88A9-1142-82B9-33E4469E9A60}" type="datetimeFigureOut">
              <a:rPr lang="en-US" smtClean="0">
                <a:solidFill>
                  <a:prstClr val="black">
                    <a:tint val="75000"/>
                  </a:prstClr>
                </a:solidFill>
              </a:rPr>
              <a:pPr/>
              <a:t>6/30/20</a:t>
            </a:fld>
            <a:endParaRPr lang="en-US">
              <a:solidFill>
                <a:prstClr val="black">
                  <a:tint val="75000"/>
                </a:prstClr>
              </a:solidFill>
            </a:endParaRPr>
          </a:p>
        </p:txBody>
      </p:sp>
      <p:sp>
        <p:nvSpPr>
          <p:cNvPr id="6" name="Footer Placeholder 5"/>
          <p:cNvSpPr>
            <a:spLocks noGrp="1"/>
          </p:cNvSpPr>
          <p:nvPr>
            <p:ph type="ftr" sz="quarter" idx="11"/>
          </p:nvPr>
        </p:nvSpPr>
        <p:spPr/>
        <p:txBody>
          <a:bodyPr/>
          <a:lstStyle/>
          <a:p>
            <a:endParaRPr lang="en-US">
              <a:solidFill>
                <a:prstClr val="black">
                  <a:tint val="75000"/>
                </a:prstClr>
              </a:solidFill>
            </a:endParaRPr>
          </a:p>
        </p:txBody>
      </p:sp>
      <p:sp>
        <p:nvSpPr>
          <p:cNvPr id="7" name="Slide Number Placeholder 6"/>
          <p:cNvSpPr>
            <a:spLocks noGrp="1"/>
          </p:cNvSpPr>
          <p:nvPr>
            <p:ph type="sldNum" sz="quarter" idx="12"/>
          </p:nvPr>
        </p:nvSpPr>
        <p:spPr/>
        <p:txBody>
          <a:bodyPr/>
          <a:lstStyle/>
          <a:p>
            <a:fld id="{5A9A3D96-D033-C847-870B-488D6DDCB44C}" type="slidenum">
              <a:rPr lang="en-US" smtClean="0">
                <a:solidFill>
                  <a:prstClr val="black">
                    <a:tint val="75000"/>
                  </a:prstClr>
                </a:solidFill>
              </a:rPr>
              <a:pPr/>
              <a:t>‹#›</a:t>
            </a:fld>
            <a:endParaRPr lang="en-US">
              <a:solidFill>
                <a:prstClr val="black">
                  <a:tint val="75000"/>
                </a:prstClr>
              </a:solidFill>
            </a:endParaRPr>
          </a:p>
        </p:txBody>
      </p:sp>
    </p:spTree>
    <p:extLst>
      <p:ext uri="{BB962C8B-B14F-4D97-AF65-F5344CB8AC3E}">
        <p14:creationId xmlns:p14="http://schemas.microsoft.com/office/powerpoint/2010/main" val="381420904"/>
      </p:ext>
    </p:extLst>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AU"/>
              <a:t>Click to edit Master title style</a:t>
            </a:r>
            <a:endParaRPr lang="en-US"/>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AU"/>
              <a:t>Click to edit Master text styles</a:t>
            </a:r>
          </a:p>
        </p:txBody>
      </p:sp>
      <p:sp>
        <p:nvSpPr>
          <p:cNvPr id="5" name="Date Placeholder 4"/>
          <p:cNvSpPr>
            <a:spLocks noGrp="1"/>
          </p:cNvSpPr>
          <p:nvPr>
            <p:ph type="dt" sz="half" idx="10"/>
          </p:nvPr>
        </p:nvSpPr>
        <p:spPr/>
        <p:txBody>
          <a:bodyPr/>
          <a:lstStyle/>
          <a:p>
            <a:fld id="{2C1BB76E-88A9-1142-82B9-33E4469E9A60}" type="datetimeFigureOut">
              <a:rPr lang="en-US" smtClean="0">
                <a:solidFill>
                  <a:prstClr val="black">
                    <a:tint val="75000"/>
                  </a:prstClr>
                </a:solidFill>
              </a:rPr>
              <a:pPr/>
              <a:t>6/30/20</a:t>
            </a:fld>
            <a:endParaRPr lang="en-US">
              <a:solidFill>
                <a:prstClr val="black">
                  <a:tint val="75000"/>
                </a:prstClr>
              </a:solidFill>
            </a:endParaRPr>
          </a:p>
        </p:txBody>
      </p:sp>
      <p:sp>
        <p:nvSpPr>
          <p:cNvPr id="6" name="Footer Placeholder 5"/>
          <p:cNvSpPr>
            <a:spLocks noGrp="1"/>
          </p:cNvSpPr>
          <p:nvPr>
            <p:ph type="ftr" sz="quarter" idx="11"/>
          </p:nvPr>
        </p:nvSpPr>
        <p:spPr/>
        <p:txBody>
          <a:bodyPr/>
          <a:lstStyle/>
          <a:p>
            <a:endParaRPr lang="en-US">
              <a:solidFill>
                <a:prstClr val="black">
                  <a:tint val="75000"/>
                </a:prstClr>
              </a:solidFill>
            </a:endParaRPr>
          </a:p>
        </p:txBody>
      </p:sp>
      <p:sp>
        <p:nvSpPr>
          <p:cNvPr id="7" name="Slide Number Placeholder 6"/>
          <p:cNvSpPr>
            <a:spLocks noGrp="1"/>
          </p:cNvSpPr>
          <p:nvPr>
            <p:ph type="sldNum" sz="quarter" idx="12"/>
          </p:nvPr>
        </p:nvSpPr>
        <p:spPr/>
        <p:txBody>
          <a:bodyPr/>
          <a:lstStyle/>
          <a:p>
            <a:fld id="{5A9A3D96-D033-C847-870B-488D6DDCB44C}" type="slidenum">
              <a:rPr lang="en-US" smtClean="0">
                <a:solidFill>
                  <a:prstClr val="black">
                    <a:tint val="75000"/>
                  </a:prstClr>
                </a:solidFill>
              </a:rPr>
              <a:pPr/>
              <a:t>‹#›</a:t>
            </a:fld>
            <a:endParaRPr lang="en-US">
              <a:solidFill>
                <a:prstClr val="black">
                  <a:tint val="75000"/>
                </a:prstClr>
              </a:solidFill>
            </a:endParaRPr>
          </a:p>
        </p:txBody>
      </p:sp>
    </p:spTree>
    <p:extLst>
      <p:ext uri="{BB962C8B-B14F-4D97-AF65-F5344CB8AC3E}">
        <p14:creationId xmlns:p14="http://schemas.microsoft.com/office/powerpoint/2010/main" val="136852582"/>
      </p:ext>
    </p:extLst>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AU"/>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AU"/>
              <a:t>Click to edit Master text styles</a:t>
            </a:r>
          </a:p>
          <a:p>
            <a:pPr lvl="1"/>
            <a:r>
              <a:rPr lang="en-AU"/>
              <a:t>Second level</a:t>
            </a:r>
          </a:p>
          <a:p>
            <a:pPr lvl="2"/>
            <a:r>
              <a:rPr lang="en-AU"/>
              <a:t>Third level</a:t>
            </a:r>
          </a:p>
          <a:p>
            <a:pPr lvl="3"/>
            <a:r>
              <a:rPr lang="en-AU"/>
              <a:t>Fourth level</a:t>
            </a:r>
          </a:p>
          <a:p>
            <a:pPr lvl="4"/>
            <a:r>
              <a:rPr lang="en-AU"/>
              <a:t>Fifth level</a:t>
            </a:r>
            <a:endParaRPr lang="en-US"/>
          </a:p>
        </p:txBody>
      </p:sp>
      <p:sp>
        <p:nvSpPr>
          <p:cNvPr id="4" name="Date Placeholder 3"/>
          <p:cNvSpPr>
            <a:spLocks noGrp="1"/>
          </p:cNvSpPr>
          <p:nvPr>
            <p:ph type="dt" sz="half" idx="10"/>
          </p:nvPr>
        </p:nvSpPr>
        <p:spPr/>
        <p:txBody>
          <a:bodyPr/>
          <a:lstStyle/>
          <a:p>
            <a:fld id="{2C1BB76E-88A9-1142-82B9-33E4469E9A60}" type="datetimeFigureOut">
              <a:rPr lang="en-US" smtClean="0">
                <a:solidFill>
                  <a:prstClr val="black">
                    <a:tint val="75000"/>
                  </a:prstClr>
                </a:solidFill>
              </a:rPr>
              <a:pPr/>
              <a:t>6/30/20</a:t>
            </a:fld>
            <a:endParaRPr lang="en-US">
              <a:solidFill>
                <a:prstClr val="black">
                  <a:tint val="75000"/>
                </a:prstClr>
              </a:solidFill>
            </a:endParaRPr>
          </a:p>
        </p:txBody>
      </p:sp>
      <p:sp>
        <p:nvSpPr>
          <p:cNvPr id="5" name="Footer Placeholder 4"/>
          <p:cNvSpPr>
            <a:spLocks noGrp="1"/>
          </p:cNvSpPr>
          <p:nvPr>
            <p:ph type="ftr" sz="quarter" idx="11"/>
          </p:nvPr>
        </p:nvSpPr>
        <p:spPr/>
        <p:txBody>
          <a:bodyPr/>
          <a:lstStyle/>
          <a:p>
            <a:endParaRPr lang="en-US">
              <a:solidFill>
                <a:prstClr val="black">
                  <a:tint val="75000"/>
                </a:prstClr>
              </a:solidFill>
            </a:endParaRPr>
          </a:p>
        </p:txBody>
      </p:sp>
      <p:sp>
        <p:nvSpPr>
          <p:cNvPr id="6" name="Slide Number Placeholder 5"/>
          <p:cNvSpPr>
            <a:spLocks noGrp="1"/>
          </p:cNvSpPr>
          <p:nvPr>
            <p:ph type="sldNum" sz="quarter" idx="12"/>
          </p:nvPr>
        </p:nvSpPr>
        <p:spPr/>
        <p:txBody>
          <a:bodyPr/>
          <a:lstStyle/>
          <a:p>
            <a:fld id="{5A9A3D96-D033-C847-870B-488D6DDCB44C}" type="slidenum">
              <a:rPr lang="en-US" smtClean="0">
                <a:solidFill>
                  <a:prstClr val="black">
                    <a:tint val="75000"/>
                  </a:prstClr>
                </a:solidFill>
              </a:rPr>
              <a:pPr/>
              <a:t>‹#›</a:t>
            </a:fld>
            <a:endParaRPr lang="en-US">
              <a:solidFill>
                <a:prstClr val="black">
                  <a:tint val="75000"/>
                </a:prstClr>
              </a:solidFill>
            </a:endParaRPr>
          </a:p>
        </p:txBody>
      </p:sp>
    </p:spTree>
    <p:extLst>
      <p:ext uri="{BB962C8B-B14F-4D97-AF65-F5344CB8AC3E}">
        <p14:creationId xmlns:p14="http://schemas.microsoft.com/office/powerpoint/2010/main" val="2014256523"/>
      </p:ext>
    </p:extLst>
  </p:cSld>
  <p:clrMapOvr>
    <a:masterClrMapping/>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AU"/>
              <a:t>Click to edit Master title style</a:t>
            </a:r>
            <a:endParaRPr lang="en-US"/>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AU"/>
              <a:t>Click to edit Master text styles</a:t>
            </a:r>
          </a:p>
          <a:p>
            <a:pPr lvl="1"/>
            <a:r>
              <a:rPr lang="en-AU"/>
              <a:t>Second level</a:t>
            </a:r>
          </a:p>
          <a:p>
            <a:pPr lvl="2"/>
            <a:r>
              <a:rPr lang="en-AU"/>
              <a:t>Third level</a:t>
            </a:r>
          </a:p>
          <a:p>
            <a:pPr lvl="3"/>
            <a:r>
              <a:rPr lang="en-AU"/>
              <a:t>Fourth level</a:t>
            </a:r>
          </a:p>
          <a:p>
            <a:pPr lvl="4"/>
            <a:r>
              <a:rPr lang="en-AU"/>
              <a:t>Fifth level</a:t>
            </a:r>
            <a:endParaRPr lang="en-US"/>
          </a:p>
        </p:txBody>
      </p:sp>
      <p:sp>
        <p:nvSpPr>
          <p:cNvPr id="4" name="Date Placeholder 3"/>
          <p:cNvSpPr>
            <a:spLocks noGrp="1"/>
          </p:cNvSpPr>
          <p:nvPr>
            <p:ph type="dt" sz="half" idx="10"/>
          </p:nvPr>
        </p:nvSpPr>
        <p:spPr/>
        <p:txBody>
          <a:bodyPr/>
          <a:lstStyle/>
          <a:p>
            <a:fld id="{2C1BB76E-88A9-1142-82B9-33E4469E9A60}" type="datetimeFigureOut">
              <a:rPr lang="en-US" smtClean="0">
                <a:solidFill>
                  <a:prstClr val="black">
                    <a:tint val="75000"/>
                  </a:prstClr>
                </a:solidFill>
              </a:rPr>
              <a:pPr/>
              <a:t>6/30/20</a:t>
            </a:fld>
            <a:endParaRPr lang="en-US">
              <a:solidFill>
                <a:prstClr val="black">
                  <a:tint val="75000"/>
                </a:prstClr>
              </a:solidFill>
            </a:endParaRPr>
          </a:p>
        </p:txBody>
      </p:sp>
      <p:sp>
        <p:nvSpPr>
          <p:cNvPr id="5" name="Footer Placeholder 4"/>
          <p:cNvSpPr>
            <a:spLocks noGrp="1"/>
          </p:cNvSpPr>
          <p:nvPr>
            <p:ph type="ftr" sz="quarter" idx="11"/>
          </p:nvPr>
        </p:nvSpPr>
        <p:spPr/>
        <p:txBody>
          <a:bodyPr/>
          <a:lstStyle/>
          <a:p>
            <a:endParaRPr lang="en-US">
              <a:solidFill>
                <a:prstClr val="black">
                  <a:tint val="75000"/>
                </a:prstClr>
              </a:solidFill>
            </a:endParaRPr>
          </a:p>
        </p:txBody>
      </p:sp>
      <p:sp>
        <p:nvSpPr>
          <p:cNvPr id="6" name="Slide Number Placeholder 5"/>
          <p:cNvSpPr>
            <a:spLocks noGrp="1"/>
          </p:cNvSpPr>
          <p:nvPr>
            <p:ph type="sldNum" sz="quarter" idx="12"/>
          </p:nvPr>
        </p:nvSpPr>
        <p:spPr/>
        <p:txBody>
          <a:bodyPr/>
          <a:lstStyle/>
          <a:p>
            <a:fld id="{5A9A3D96-D033-C847-870B-488D6DDCB44C}" type="slidenum">
              <a:rPr lang="en-US" smtClean="0">
                <a:solidFill>
                  <a:prstClr val="black">
                    <a:tint val="75000"/>
                  </a:prstClr>
                </a:solidFill>
              </a:rPr>
              <a:pPr/>
              <a:t>‹#›</a:t>
            </a:fld>
            <a:endParaRPr lang="en-US">
              <a:solidFill>
                <a:prstClr val="black">
                  <a:tint val="75000"/>
                </a:prstClr>
              </a:solidFill>
            </a:endParaRPr>
          </a:p>
        </p:txBody>
      </p:sp>
    </p:spTree>
    <p:extLst>
      <p:ext uri="{BB962C8B-B14F-4D97-AF65-F5344CB8AC3E}">
        <p14:creationId xmlns:p14="http://schemas.microsoft.com/office/powerpoint/2010/main" val="1693000218"/>
      </p:ext>
    </p:extLst>
  </p:cSld>
  <p:clrMapOvr>
    <a:masterClrMapping/>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type="txAndObj">
  <p:cSld name="Title, Text,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914400" y="609600"/>
            <a:ext cx="10363200" cy="1143000"/>
          </a:xfrm>
        </p:spPr>
        <p:txBody>
          <a:bodyPr/>
          <a:lstStyle/>
          <a:p>
            <a:r>
              <a:rPr lang="en-AU"/>
              <a:t>Click to edit Master title style</a:t>
            </a:r>
            <a:endParaRPr lang="en-US"/>
          </a:p>
        </p:txBody>
      </p:sp>
      <p:sp>
        <p:nvSpPr>
          <p:cNvPr id="3" name="Text Placeholder 2"/>
          <p:cNvSpPr>
            <a:spLocks noGrp="1"/>
          </p:cNvSpPr>
          <p:nvPr>
            <p:ph type="body" sz="half" idx="1"/>
          </p:nvPr>
        </p:nvSpPr>
        <p:spPr>
          <a:xfrm>
            <a:off x="914400" y="1981200"/>
            <a:ext cx="5080000" cy="4114800"/>
          </a:xfrm>
        </p:spPr>
        <p:txBody>
          <a:bodyPr/>
          <a:lstStyle/>
          <a:p>
            <a:pPr lvl="0"/>
            <a:r>
              <a:rPr lang="en-AU"/>
              <a:t>Click to edit Master text styles</a:t>
            </a:r>
          </a:p>
          <a:p>
            <a:pPr lvl="1"/>
            <a:r>
              <a:rPr lang="en-AU"/>
              <a:t>Second level</a:t>
            </a:r>
          </a:p>
          <a:p>
            <a:pPr lvl="2"/>
            <a:r>
              <a:rPr lang="en-AU"/>
              <a:t>Third level</a:t>
            </a:r>
          </a:p>
          <a:p>
            <a:pPr lvl="3"/>
            <a:r>
              <a:rPr lang="en-AU"/>
              <a:t>Fourth level</a:t>
            </a:r>
          </a:p>
          <a:p>
            <a:pPr lvl="4"/>
            <a:r>
              <a:rPr lang="en-AU"/>
              <a:t>Fifth level</a:t>
            </a:r>
            <a:endParaRPr lang="en-US"/>
          </a:p>
        </p:txBody>
      </p:sp>
      <p:sp>
        <p:nvSpPr>
          <p:cNvPr id="4" name="Content Placeholder 3"/>
          <p:cNvSpPr>
            <a:spLocks noGrp="1"/>
          </p:cNvSpPr>
          <p:nvPr>
            <p:ph sz="half" idx="2"/>
          </p:nvPr>
        </p:nvSpPr>
        <p:spPr>
          <a:xfrm>
            <a:off x="6197600" y="1981200"/>
            <a:ext cx="5080000" cy="4114800"/>
          </a:xfrm>
        </p:spPr>
        <p:txBody>
          <a:bodyPr/>
          <a:lstStyle/>
          <a:p>
            <a:pPr lvl="0"/>
            <a:r>
              <a:rPr lang="en-AU"/>
              <a:t>Click to edit Master text styles</a:t>
            </a:r>
          </a:p>
          <a:p>
            <a:pPr lvl="1"/>
            <a:r>
              <a:rPr lang="en-AU"/>
              <a:t>Second level</a:t>
            </a:r>
          </a:p>
          <a:p>
            <a:pPr lvl="2"/>
            <a:r>
              <a:rPr lang="en-AU"/>
              <a:t>Third level</a:t>
            </a:r>
          </a:p>
          <a:p>
            <a:pPr lvl="3"/>
            <a:r>
              <a:rPr lang="en-AU"/>
              <a:t>Fourth level</a:t>
            </a:r>
          </a:p>
          <a:p>
            <a:pPr lvl="4"/>
            <a:r>
              <a:rPr lang="en-AU"/>
              <a:t>Fifth level</a:t>
            </a:r>
            <a:endParaRPr lang="en-US"/>
          </a:p>
        </p:txBody>
      </p:sp>
      <p:sp>
        <p:nvSpPr>
          <p:cNvPr id="5" name="Rectangle 4"/>
          <p:cNvSpPr>
            <a:spLocks noGrp="1" noChangeArrowheads="1"/>
          </p:cNvSpPr>
          <p:nvPr>
            <p:ph type="dt" sz="half" idx="10"/>
          </p:nvPr>
        </p:nvSpPr>
        <p:spPr>
          <a:ln/>
        </p:spPr>
        <p:txBody>
          <a:bodyPr/>
          <a:lstStyle>
            <a:lvl1pPr>
              <a:defRPr/>
            </a:lvl1pPr>
          </a:lstStyle>
          <a:p>
            <a:pPr>
              <a:defRPr/>
            </a:pPr>
            <a:endParaRPr lang="en-US">
              <a:solidFill>
                <a:srgbClr val="000000"/>
              </a:solidFill>
            </a:endParaRPr>
          </a:p>
        </p:txBody>
      </p:sp>
      <p:sp>
        <p:nvSpPr>
          <p:cNvPr id="6" name="Rectangle 5"/>
          <p:cNvSpPr>
            <a:spLocks noGrp="1" noChangeArrowheads="1"/>
          </p:cNvSpPr>
          <p:nvPr>
            <p:ph type="ftr" sz="quarter" idx="11"/>
          </p:nvPr>
        </p:nvSpPr>
        <p:spPr>
          <a:ln/>
        </p:spPr>
        <p:txBody>
          <a:bodyPr/>
          <a:lstStyle>
            <a:lvl1pPr>
              <a:defRPr/>
            </a:lvl1pPr>
          </a:lstStyle>
          <a:p>
            <a:pPr>
              <a:defRPr/>
            </a:pPr>
            <a:endParaRPr lang="en-US">
              <a:solidFill>
                <a:srgbClr val="000000"/>
              </a:solidFill>
            </a:endParaRPr>
          </a:p>
        </p:txBody>
      </p:sp>
      <p:sp>
        <p:nvSpPr>
          <p:cNvPr id="7" name="Rectangle 6"/>
          <p:cNvSpPr>
            <a:spLocks noGrp="1" noChangeArrowheads="1"/>
          </p:cNvSpPr>
          <p:nvPr>
            <p:ph type="sldNum" sz="quarter" idx="12"/>
          </p:nvPr>
        </p:nvSpPr>
        <p:spPr>
          <a:ln/>
        </p:spPr>
        <p:txBody>
          <a:bodyPr/>
          <a:lstStyle>
            <a:lvl1pPr>
              <a:defRPr/>
            </a:lvl1pPr>
          </a:lstStyle>
          <a:p>
            <a:fld id="{28F20800-63EC-0A4C-B45E-A601CC4C780C}" type="slidenum">
              <a:rPr lang="en-US" altLang="en-US">
                <a:solidFill>
                  <a:srgbClr val="000000"/>
                </a:solidFill>
              </a:rPr>
              <a:pPr/>
              <a:t>‹#›</a:t>
            </a:fld>
            <a:endParaRPr lang="en-US" altLang="en-US">
              <a:solidFill>
                <a:srgbClr val="000000"/>
              </a:solidFill>
            </a:endParaRPr>
          </a:p>
        </p:txBody>
      </p:sp>
    </p:spTree>
    <p:extLst>
      <p:ext uri="{BB962C8B-B14F-4D97-AF65-F5344CB8AC3E}">
        <p14:creationId xmlns:p14="http://schemas.microsoft.com/office/powerpoint/2010/main" val="3475194"/>
      </p:ext>
    </p:extLst>
  </p:cSld>
  <p:clrMapOvr>
    <a:masterClrMapping/>
  </p:clrMapOvr>
</p:sldLayout>
</file>

<file path=ppt/slideLayouts/slideLayout41.xml><?xml version="1.0" encoding="utf-8"?>
<p:sldLayout xmlns:a="http://schemas.openxmlformats.org/drawingml/2006/main" xmlns:r="http://schemas.openxmlformats.org/officeDocument/2006/relationships" xmlns:p="http://schemas.openxmlformats.org/presentationml/2006/main" type="fourObj">
  <p:cSld name="Title and 4 Content">
    <p:spTree>
      <p:nvGrpSpPr>
        <p:cNvPr id="1" name=""/>
        <p:cNvGrpSpPr/>
        <p:nvPr/>
      </p:nvGrpSpPr>
      <p:grpSpPr>
        <a:xfrm>
          <a:off x="0" y="0"/>
          <a:ext cx="0" cy="0"/>
          <a:chOff x="0" y="0"/>
          <a:chExt cx="0" cy="0"/>
        </a:xfrm>
      </p:grpSpPr>
      <p:sp>
        <p:nvSpPr>
          <p:cNvPr id="2" name="Title 1"/>
          <p:cNvSpPr>
            <a:spLocks noGrp="1"/>
          </p:cNvSpPr>
          <p:nvPr>
            <p:ph type="title" sz="quarter"/>
          </p:nvPr>
        </p:nvSpPr>
        <p:spPr>
          <a:xfrm>
            <a:off x="914400" y="609600"/>
            <a:ext cx="10363200" cy="1143000"/>
          </a:xfrm>
        </p:spPr>
        <p:txBody>
          <a:bodyPr/>
          <a:lstStyle/>
          <a:p>
            <a:r>
              <a:rPr lang="en-US"/>
              <a:t>Click to edit Master title style</a:t>
            </a:r>
          </a:p>
        </p:txBody>
      </p:sp>
      <p:sp>
        <p:nvSpPr>
          <p:cNvPr id="3" name="Content Placeholder 2"/>
          <p:cNvSpPr>
            <a:spLocks noGrp="1"/>
          </p:cNvSpPr>
          <p:nvPr>
            <p:ph sz="quarter" idx="1"/>
          </p:nvPr>
        </p:nvSpPr>
        <p:spPr>
          <a:xfrm>
            <a:off x="914400" y="1981200"/>
            <a:ext cx="5080000" cy="19812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quarter" idx="2"/>
          </p:nvPr>
        </p:nvSpPr>
        <p:spPr>
          <a:xfrm>
            <a:off x="6197600" y="1981200"/>
            <a:ext cx="5080000" cy="19812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Content Placeholder 4"/>
          <p:cNvSpPr>
            <a:spLocks noGrp="1"/>
          </p:cNvSpPr>
          <p:nvPr>
            <p:ph sz="quarter" idx="3"/>
          </p:nvPr>
        </p:nvSpPr>
        <p:spPr>
          <a:xfrm>
            <a:off x="914400" y="4114800"/>
            <a:ext cx="5080000" cy="19812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Content Placeholder 5"/>
          <p:cNvSpPr>
            <a:spLocks noGrp="1"/>
          </p:cNvSpPr>
          <p:nvPr>
            <p:ph sz="quarter" idx="4"/>
          </p:nvPr>
        </p:nvSpPr>
        <p:spPr>
          <a:xfrm>
            <a:off x="6197600" y="4114800"/>
            <a:ext cx="5080000" cy="19812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Rectangle 4"/>
          <p:cNvSpPr>
            <a:spLocks noGrp="1" noChangeArrowheads="1"/>
          </p:cNvSpPr>
          <p:nvPr>
            <p:ph type="dt" sz="half" idx="10"/>
          </p:nvPr>
        </p:nvSpPr>
        <p:spPr>
          <a:ln/>
        </p:spPr>
        <p:txBody>
          <a:bodyPr/>
          <a:lstStyle>
            <a:lvl1pPr>
              <a:defRPr/>
            </a:lvl1pPr>
          </a:lstStyle>
          <a:p>
            <a:pPr>
              <a:defRPr/>
            </a:pPr>
            <a:endParaRPr lang="en-US">
              <a:solidFill>
                <a:prstClr val="black">
                  <a:tint val="75000"/>
                </a:prstClr>
              </a:solidFill>
            </a:endParaRPr>
          </a:p>
        </p:txBody>
      </p:sp>
      <p:sp>
        <p:nvSpPr>
          <p:cNvPr id="8" name="Rectangle 5"/>
          <p:cNvSpPr>
            <a:spLocks noGrp="1" noChangeArrowheads="1"/>
          </p:cNvSpPr>
          <p:nvPr>
            <p:ph type="ftr" sz="quarter" idx="11"/>
          </p:nvPr>
        </p:nvSpPr>
        <p:spPr>
          <a:ln/>
        </p:spPr>
        <p:txBody>
          <a:bodyPr/>
          <a:lstStyle>
            <a:lvl1pPr>
              <a:defRPr/>
            </a:lvl1pPr>
          </a:lstStyle>
          <a:p>
            <a:pPr>
              <a:defRPr/>
            </a:pPr>
            <a:endParaRPr lang="en-US">
              <a:solidFill>
                <a:prstClr val="black">
                  <a:tint val="75000"/>
                </a:prstClr>
              </a:solidFill>
            </a:endParaRPr>
          </a:p>
        </p:txBody>
      </p:sp>
      <p:sp>
        <p:nvSpPr>
          <p:cNvPr id="9" name="Rectangle 6"/>
          <p:cNvSpPr>
            <a:spLocks noGrp="1" noChangeArrowheads="1"/>
          </p:cNvSpPr>
          <p:nvPr>
            <p:ph type="sldNum" sz="quarter" idx="12"/>
          </p:nvPr>
        </p:nvSpPr>
        <p:spPr>
          <a:ln/>
        </p:spPr>
        <p:txBody>
          <a:bodyPr/>
          <a:lstStyle>
            <a:lvl1pPr>
              <a:defRPr/>
            </a:lvl1pPr>
          </a:lstStyle>
          <a:p>
            <a:fld id="{EA94B623-AAB8-A64A-8E12-87F7105FD205}" type="slidenum">
              <a:rPr lang="en-US" altLang="en-US">
                <a:solidFill>
                  <a:prstClr val="black">
                    <a:tint val="75000"/>
                  </a:prstClr>
                </a:solidFill>
              </a:rPr>
              <a:pPr/>
              <a:t>‹#›</a:t>
            </a:fld>
            <a:endParaRPr lang="en-US" altLang="en-US">
              <a:solidFill>
                <a:prstClr val="black">
                  <a:tint val="75000"/>
                </a:prstClr>
              </a:solidFill>
            </a:endParaRPr>
          </a:p>
        </p:txBody>
      </p:sp>
    </p:spTree>
    <p:extLst>
      <p:ext uri="{BB962C8B-B14F-4D97-AF65-F5344CB8AC3E}">
        <p14:creationId xmlns:p14="http://schemas.microsoft.com/office/powerpoint/2010/main" val="713240313"/>
      </p:ext>
    </p:extLst>
  </p:cSld>
  <p:clrMapOvr>
    <a:masterClrMapping/>
  </p:clrMapOvr>
</p:sldLayout>
</file>

<file path=ppt/slideLayouts/slideLayout42.xml><?xml version="1.0" encoding="utf-8"?>
<p:sldLayout xmlns:a="http://schemas.openxmlformats.org/drawingml/2006/main" xmlns:r="http://schemas.openxmlformats.org/officeDocument/2006/relationships" xmlns:p="http://schemas.openxmlformats.org/presentationml/2006/main" type="objOnly">
  <p:cSld name="Content">
    <p:spTree>
      <p:nvGrpSpPr>
        <p:cNvPr id="1" name=""/>
        <p:cNvGrpSpPr/>
        <p:nvPr/>
      </p:nvGrpSpPr>
      <p:grpSpPr>
        <a:xfrm>
          <a:off x="0" y="0"/>
          <a:ext cx="0" cy="0"/>
          <a:chOff x="0" y="0"/>
          <a:chExt cx="0" cy="0"/>
        </a:xfrm>
      </p:grpSpPr>
      <p:sp>
        <p:nvSpPr>
          <p:cNvPr id="2" name="Content Placeholder 1"/>
          <p:cNvSpPr>
            <a:spLocks noGrp="1"/>
          </p:cNvSpPr>
          <p:nvPr>
            <p:ph/>
          </p:nvPr>
        </p:nvSpPr>
        <p:spPr>
          <a:xfrm>
            <a:off x="1564217" y="457200"/>
            <a:ext cx="10363200" cy="5638800"/>
          </a:xfrm>
        </p:spPr>
        <p:txBody>
          <a:bodyPr/>
          <a:lstStyle/>
          <a:p>
            <a:pPr lvl="0"/>
            <a:r>
              <a:rPr lang="en-AU"/>
              <a:t>Click to edit Master text styles</a:t>
            </a:r>
          </a:p>
          <a:p>
            <a:pPr lvl="1"/>
            <a:r>
              <a:rPr lang="en-AU"/>
              <a:t>Second level</a:t>
            </a:r>
          </a:p>
          <a:p>
            <a:pPr lvl="2"/>
            <a:r>
              <a:rPr lang="en-AU"/>
              <a:t>Third level</a:t>
            </a:r>
          </a:p>
          <a:p>
            <a:pPr lvl="3"/>
            <a:r>
              <a:rPr lang="en-AU"/>
              <a:t>Fourth level</a:t>
            </a:r>
          </a:p>
          <a:p>
            <a:pPr lvl="4"/>
            <a:r>
              <a:rPr lang="en-AU"/>
              <a:t>Fifth level</a:t>
            </a:r>
            <a:endParaRPr lang="en-US"/>
          </a:p>
        </p:txBody>
      </p:sp>
      <p:sp>
        <p:nvSpPr>
          <p:cNvPr id="3" name="Rectangle 27"/>
          <p:cNvSpPr>
            <a:spLocks noGrp="1" noChangeArrowheads="1"/>
          </p:cNvSpPr>
          <p:nvPr>
            <p:ph type="dt" sz="half" idx="10"/>
          </p:nvPr>
        </p:nvSpPr>
        <p:spPr>
          <a:ln/>
        </p:spPr>
        <p:txBody>
          <a:bodyPr/>
          <a:lstStyle>
            <a:lvl1pPr>
              <a:defRPr/>
            </a:lvl1pPr>
          </a:lstStyle>
          <a:p>
            <a:pPr>
              <a:defRPr/>
            </a:pPr>
            <a:endParaRPr lang="en-US">
              <a:solidFill>
                <a:prstClr val="black">
                  <a:tint val="75000"/>
                </a:prstClr>
              </a:solidFill>
            </a:endParaRPr>
          </a:p>
        </p:txBody>
      </p:sp>
      <p:sp>
        <p:nvSpPr>
          <p:cNvPr id="4" name="Rectangle 28"/>
          <p:cNvSpPr>
            <a:spLocks noGrp="1" noChangeArrowheads="1"/>
          </p:cNvSpPr>
          <p:nvPr>
            <p:ph type="ftr" sz="quarter" idx="11"/>
          </p:nvPr>
        </p:nvSpPr>
        <p:spPr>
          <a:ln/>
        </p:spPr>
        <p:txBody>
          <a:bodyPr/>
          <a:lstStyle>
            <a:lvl1pPr>
              <a:defRPr/>
            </a:lvl1pPr>
          </a:lstStyle>
          <a:p>
            <a:pPr>
              <a:defRPr/>
            </a:pPr>
            <a:endParaRPr lang="en-US">
              <a:solidFill>
                <a:prstClr val="black">
                  <a:tint val="75000"/>
                </a:prstClr>
              </a:solidFill>
            </a:endParaRPr>
          </a:p>
        </p:txBody>
      </p:sp>
      <p:sp>
        <p:nvSpPr>
          <p:cNvPr id="5" name="Rectangle 29"/>
          <p:cNvSpPr>
            <a:spLocks noGrp="1" noChangeArrowheads="1"/>
          </p:cNvSpPr>
          <p:nvPr>
            <p:ph type="sldNum" sz="quarter" idx="12"/>
          </p:nvPr>
        </p:nvSpPr>
        <p:spPr>
          <a:ln/>
        </p:spPr>
        <p:txBody>
          <a:bodyPr/>
          <a:lstStyle>
            <a:lvl1pPr>
              <a:defRPr/>
            </a:lvl1pPr>
          </a:lstStyle>
          <a:p>
            <a:fld id="{571B89AF-C541-5E47-B368-AC21608EB53C}" type="slidenum">
              <a:rPr lang="en-US" altLang="en-US">
                <a:solidFill>
                  <a:prstClr val="black">
                    <a:tint val="75000"/>
                  </a:prstClr>
                </a:solidFill>
              </a:rPr>
              <a:pPr/>
              <a:t>‹#›</a:t>
            </a:fld>
            <a:endParaRPr lang="en-US" altLang="en-US">
              <a:solidFill>
                <a:prstClr val="black">
                  <a:tint val="75000"/>
                </a:prstClr>
              </a:solidFill>
            </a:endParaRPr>
          </a:p>
        </p:txBody>
      </p:sp>
    </p:spTree>
    <p:extLst>
      <p:ext uri="{BB962C8B-B14F-4D97-AF65-F5344CB8AC3E}">
        <p14:creationId xmlns:p14="http://schemas.microsoft.com/office/powerpoint/2010/main" val="400633646"/>
      </p:ext>
    </p:extLst>
  </p:cSld>
  <p:clrMapOvr>
    <a:masterClrMapping/>
  </p:clrMapOvr>
</p:sldLayout>
</file>

<file path=ppt/slideLayouts/slideLayout43.xml><?xml version="1.0" encoding="utf-8"?>
<p:sldLayout xmlns:a="http://schemas.openxmlformats.org/drawingml/2006/main" xmlns:r="http://schemas.openxmlformats.org/officeDocument/2006/relationships" xmlns:p="http://schemas.openxmlformats.org/presentationml/2006/main" type="txAndTwoObj">
  <p:cSld name="Title, Text, and 2 Content">
    <p:spTree>
      <p:nvGrpSpPr>
        <p:cNvPr id="1" name=""/>
        <p:cNvGrpSpPr/>
        <p:nvPr/>
      </p:nvGrpSpPr>
      <p:grpSpPr>
        <a:xfrm>
          <a:off x="0" y="0"/>
          <a:ext cx="0" cy="0"/>
          <a:chOff x="0" y="0"/>
          <a:chExt cx="0" cy="0"/>
        </a:xfrm>
      </p:grpSpPr>
      <p:sp>
        <p:nvSpPr>
          <p:cNvPr id="2" name="Title 1"/>
          <p:cNvSpPr>
            <a:spLocks noGrp="1"/>
          </p:cNvSpPr>
          <p:nvPr>
            <p:ph type="title"/>
          </p:nvPr>
        </p:nvSpPr>
        <p:spPr>
          <a:xfrm>
            <a:off x="914400" y="609600"/>
            <a:ext cx="10363200" cy="1143000"/>
          </a:xfrm>
        </p:spPr>
        <p:txBody>
          <a:bodyPr/>
          <a:lstStyle/>
          <a:p>
            <a:r>
              <a:rPr lang="en-AU"/>
              <a:t>Click to edit Master title style</a:t>
            </a:r>
            <a:endParaRPr lang="en-US"/>
          </a:p>
        </p:txBody>
      </p:sp>
      <p:sp>
        <p:nvSpPr>
          <p:cNvPr id="3" name="Text Placeholder 2"/>
          <p:cNvSpPr>
            <a:spLocks noGrp="1"/>
          </p:cNvSpPr>
          <p:nvPr>
            <p:ph type="body" sz="half" idx="1"/>
          </p:nvPr>
        </p:nvSpPr>
        <p:spPr>
          <a:xfrm>
            <a:off x="914400" y="1981200"/>
            <a:ext cx="5080000" cy="4114800"/>
          </a:xfrm>
        </p:spPr>
        <p:txBody>
          <a:bodyPr/>
          <a:lstStyle/>
          <a:p>
            <a:pPr lvl="0"/>
            <a:r>
              <a:rPr lang="en-AU"/>
              <a:t>Click to edit Master text styles</a:t>
            </a:r>
          </a:p>
          <a:p>
            <a:pPr lvl="1"/>
            <a:r>
              <a:rPr lang="en-AU"/>
              <a:t>Second level</a:t>
            </a:r>
          </a:p>
          <a:p>
            <a:pPr lvl="2"/>
            <a:r>
              <a:rPr lang="en-AU"/>
              <a:t>Third level</a:t>
            </a:r>
          </a:p>
          <a:p>
            <a:pPr lvl="3"/>
            <a:r>
              <a:rPr lang="en-AU"/>
              <a:t>Fourth level</a:t>
            </a:r>
          </a:p>
          <a:p>
            <a:pPr lvl="4"/>
            <a:r>
              <a:rPr lang="en-AU"/>
              <a:t>Fifth level</a:t>
            </a:r>
            <a:endParaRPr lang="en-US"/>
          </a:p>
        </p:txBody>
      </p:sp>
      <p:sp>
        <p:nvSpPr>
          <p:cNvPr id="4" name="Content Placeholder 3"/>
          <p:cNvSpPr>
            <a:spLocks noGrp="1"/>
          </p:cNvSpPr>
          <p:nvPr>
            <p:ph sz="quarter" idx="2"/>
          </p:nvPr>
        </p:nvSpPr>
        <p:spPr>
          <a:xfrm>
            <a:off x="6197600" y="1981200"/>
            <a:ext cx="5080000" cy="1981200"/>
          </a:xfrm>
        </p:spPr>
        <p:txBody>
          <a:bodyPr/>
          <a:lstStyle/>
          <a:p>
            <a:pPr lvl="0"/>
            <a:r>
              <a:rPr lang="en-AU"/>
              <a:t>Click to edit Master text styles</a:t>
            </a:r>
          </a:p>
          <a:p>
            <a:pPr lvl="1"/>
            <a:r>
              <a:rPr lang="en-AU"/>
              <a:t>Second level</a:t>
            </a:r>
          </a:p>
          <a:p>
            <a:pPr lvl="2"/>
            <a:r>
              <a:rPr lang="en-AU"/>
              <a:t>Third level</a:t>
            </a:r>
          </a:p>
          <a:p>
            <a:pPr lvl="3"/>
            <a:r>
              <a:rPr lang="en-AU"/>
              <a:t>Fourth level</a:t>
            </a:r>
          </a:p>
          <a:p>
            <a:pPr lvl="4"/>
            <a:r>
              <a:rPr lang="en-AU"/>
              <a:t>Fifth level</a:t>
            </a:r>
            <a:endParaRPr lang="en-US"/>
          </a:p>
        </p:txBody>
      </p:sp>
      <p:sp>
        <p:nvSpPr>
          <p:cNvPr id="5" name="Content Placeholder 4"/>
          <p:cNvSpPr>
            <a:spLocks noGrp="1"/>
          </p:cNvSpPr>
          <p:nvPr>
            <p:ph sz="quarter" idx="3"/>
          </p:nvPr>
        </p:nvSpPr>
        <p:spPr>
          <a:xfrm>
            <a:off x="6197600" y="4114800"/>
            <a:ext cx="5080000" cy="1981200"/>
          </a:xfrm>
        </p:spPr>
        <p:txBody>
          <a:bodyPr/>
          <a:lstStyle/>
          <a:p>
            <a:pPr lvl="0"/>
            <a:r>
              <a:rPr lang="en-AU"/>
              <a:t>Click to edit Master text styles</a:t>
            </a:r>
          </a:p>
          <a:p>
            <a:pPr lvl="1"/>
            <a:r>
              <a:rPr lang="en-AU"/>
              <a:t>Second level</a:t>
            </a:r>
          </a:p>
          <a:p>
            <a:pPr lvl="2"/>
            <a:r>
              <a:rPr lang="en-AU"/>
              <a:t>Third level</a:t>
            </a:r>
          </a:p>
          <a:p>
            <a:pPr lvl="3"/>
            <a:r>
              <a:rPr lang="en-AU"/>
              <a:t>Fourth level</a:t>
            </a:r>
          </a:p>
          <a:p>
            <a:pPr lvl="4"/>
            <a:r>
              <a:rPr lang="en-AU"/>
              <a:t>Fifth level</a:t>
            </a:r>
            <a:endParaRPr lang="en-US"/>
          </a:p>
        </p:txBody>
      </p:sp>
      <p:sp>
        <p:nvSpPr>
          <p:cNvPr id="6" name="Rectangle 4"/>
          <p:cNvSpPr>
            <a:spLocks noGrp="1" noChangeArrowheads="1"/>
          </p:cNvSpPr>
          <p:nvPr>
            <p:ph type="dt" sz="half" idx="10"/>
          </p:nvPr>
        </p:nvSpPr>
        <p:spPr>
          <a:ln/>
        </p:spPr>
        <p:txBody>
          <a:bodyPr/>
          <a:lstStyle>
            <a:lvl1pPr>
              <a:defRPr/>
            </a:lvl1pPr>
          </a:lstStyle>
          <a:p>
            <a:pPr>
              <a:defRPr/>
            </a:pPr>
            <a:endParaRPr lang="en-US">
              <a:solidFill>
                <a:prstClr val="black">
                  <a:tint val="75000"/>
                </a:prstClr>
              </a:solidFill>
            </a:endParaRPr>
          </a:p>
        </p:txBody>
      </p:sp>
      <p:sp>
        <p:nvSpPr>
          <p:cNvPr id="7" name="Rectangle 5"/>
          <p:cNvSpPr>
            <a:spLocks noGrp="1" noChangeArrowheads="1"/>
          </p:cNvSpPr>
          <p:nvPr>
            <p:ph type="ftr" sz="quarter" idx="11"/>
          </p:nvPr>
        </p:nvSpPr>
        <p:spPr>
          <a:ln/>
        </p:spPr>
        <p:txBody>
          <a:bodyPr/>
          <a:lstStyle>
            <a:lvl1pPr>
              <a:defRPr/>
            </a:lvl1pPr>
          </a:lstStyle>
          <a:p>
            <a:pPr>
              <a:defRPr/>
            </a:pPr>
            <a:endParaRPr lang="en-US">
              <a:solidFill>
                <a:prstClr val="black">
                  <a:tint val="75000"/>
                </a:prstClr>
              </a:solidFill>
            </a:endParaRPr>
          </a:p>
        </p:txBody>
      </p:sp>
      <p:sp>
        <p:nvSpPr>
          <p:cNvPr id="8" name="Rectangle 6"/>
          <p:cNvSpPr>
            <a:spLocks noGrp="1" noChangeArrowheads="1"/>
          </p:cNvSpPr>
          <p:nvPr>
            <p:ph type="sldNum" sz="quarter" idx="12"/>
          </p:nvPr>
        </p:nvSpPr>
        <p:spPr>
          <a:ln/>
        </p:spPr>
        <p:txBody>
          <a:bodyPr/>
          <a:lstStyle>
            <a:lvl1pPr>
              <a:defRPr/>
            </a:lvl1pPr>
          </a:lstStyle>
          <a:p>
            <a:fld id="{85853E0F-ABBD-D944-B58B-0B89088B81FA}" type="slidenum">
              <a:rPr lang="en-US" altLang="en-US">
                <a:solidFill>
                  <a:prstClr val="black">
                    <a:tint val="75000"/>
                  </a:prstClr>
                </a:solidFill>
              </a:rPr>
              <a:pPr/>
              <a:t>‹#›</a:t>
            </a:fld>
            <a:endParaRPr lang="en-US" altLang="en-US">
              <a:solidFill>
                <a:prstClr val="black">
                  <a:tint val="75000"/>
                </a:prstClr>
              </a:solidFill>
            </a:endParaRPr>
          </a:p>
        </p:txBody>
      </p:sp>
    </p:spTree>
    <p:extLst>
      <p:ext uri="{BB962C8B-B14F-4D97-AF65-F5344CB8AC3E}">
        <p14:creationId xmlns:p14="http://schemas.microsoft.com/office/powerpoint/2010/main" val="1397093293"/>
      </p:ext>
    </p:extLst>
  </p:cSld>
  <p:clrMapOvr>
    <a:masterClrMapping/>
  </p:clrMapOvr>
</p:sldLayout>
</file>

<file path=ppt/slideLayouts/slideLayout44.xml><?xml version="1.0" encoding="utf-8"?>
<p:sldLayout xmlns:a="http://schemas.openxmlformats.org/drawingml/2006/main" xmlns:r="http://schemas.openxmlformats.org/officeDocument/2006/relationships" xmlns:p="http://schemas.openxmlformats.org/presentationml/2006/main" type="objAndTx">
  <p:cSld name="Title, Content and Text">
    <p:spTree>
      <p:nvGrpSpPr>
        <p:cNvPr id="1" name=""/>
        <p:cNvGrpSpPr/>
        <p:nvPr/>
      </p:nvGrpSpPr>
      <p:grpSpPr>
        <a:xfrm>
          <a:off x="0" y="0"/>
          <a:ext cx="0" cy="0"/>
          <a:chOff x="0" y="0"/>
          <a:chExt cx="0" cy="0"/>
        </a:xfrm>
      </p:grpSpPr>
      <p:sp>
        <p:nvSpPr>
          <p:cNvPr id="2" name="Title 1"/>
          <p:cNvSpPr>
            <a:spLocks noGrp="1"/>
          </p:cNvSpPr>
          <p:nvPr>
            <p:ph type="title"/>
          </p:nvPr>
        </p:nvSpPr>
        <p:spPr>
          <a:xfrm>
            <a:off x="914400" y="609600"/>
            <a:ext cx="10363200" cy="1143000"/>
          </a:xfrm>
        </p:spPr>
        <p:txBody>
          <a:bodyPr/>
          <a:lstStyle/>
          <a:p>
            <a:r>
              <a:rPr lang="en-AU"/>
              <a:t>Click to edit Master title style</a:t>
            </a:r>
            <a:endParaRPr lang="en-US"/>
          </a:p>
        </p:txBody>
      </p:sp>
      <p:sp>
        <p:nvSpPr>
          <p:cNvPr id="3" name="Content Placeholder 2"/>
          <p:cNvSpPr>
            <a:spLocks noGrp="1"/>
          </p:cNvSpPr>
          <p:nvPr>
            <p:ph sz="half" idx="1"/>
          </p:nvPr>
        </p:nvSpPr>
        <p:spPr>
          <a:xfrm>
            <a:off x="914400" y="1981200"/>
            <a:ext cx="5080000" cy="4114800"/>
          </a:xfrm>
        </p:spPr>
        <p:txBody>
          <a:bodyPr/>
          <a:lstStyle/>
          <a:p>
            <a:pPr lvl="0"/>
            <a:r>
              <a:rPr lang="en-AU"/>
              <a:t>Click to edit Master text styles</a:t>
            </a:r>
          </a:p>
          <a:p>
            <a:pPr lvl="1"/>
            <a:r>
              <a:rPr lang="en-AU"/>
              <a:t>Second level</a:t>
            </a:r>
          </a:p>
          <a:p>
            <a:pPr lvl="2"/>
            <a:r>
              <a:rPr lang="en-AU"/>
              <a:t>Third level</a:t>
            </a:r>
          </a:p>
          <a:p>
            <a:pPr lvl="3"/>
            <a:r>
              <a:rPr lang="en-AU"/>
              <a:t>Fourth level</a:t>
            </a:r>
          </a:p>
          <a:p>
            <a:pPr lvl="4"/>
            <a:r>
              <a:rPr lang="en-AU"/>
              <a:t>Fifth level</a:t>
            </a:r>
            <a:endParaRPr lang="en-US"/>
          </a:p>
        </p:txBody>
      </p:sp>
      <p:sp>
        <p:nvSpPr>
          <p:cNvPr id="4" name="Text Placeholder 3"/>
          <p:cNvSpPr>
            <a:spLocks noGrp="1"/>
          </p:cNvSpPr>
          <p:nvPr>
            <p:ph type="body" sz="half" idx="2"/>
          </p:nvPr>
        </p:nvSpPr>
        <p:spPr>
          <a:xfrm>
            <a:off x="6197600" y="1981200"/>
            <a:ext cx="5080000" cy="4114800"/>
          </a:xfrm>
        </p:spPr>
        <p:txBody>
          <a:bodyPr/>
          <a:lstStyle/>
          <a:p>
            <a:pPr lvl="0"/>
            <a:r>
              <a:rPr lang="en-AU"/>
              <a:t>Click to edit Master text styles</a:t>
            </a:r>
          </a:p>
          <a:p>
            <a:pPr lvl="1"/>
            <a:r>
              <a:rPr lang="en-AU"/>
              <a:t>Second level</a:t>
            </a:r>
          </a:p>
          <a:p>
            <a:pPr lvl="2"/>
            <a:r>
              <a:rPr lang="en-AU"/>
              <a:t>Third level</a:t>
            </a:r>
          </a:p>
          <a:p>
            <a:pPr lvl="3"/>
            <a:r>
              <a:rPr lang="en-AU"/>
              <a:t>Fourth level</a:t>
            </a:r>
          </a:p>
          <a:p>
            <a:pPr lvl="4"/>
            <a:r>
              <a:rPr lang="en-AU"/>
              <a:t>Fifth level</a:t>
            </a:r>
            <a:endParaRPr lang="en-US"/>
          </a:p>
        </p:txBody>
      </p:sp>
      <p:sp>
        <p:nvSpPr>
          <p:cNvPr id="5" name="Rectangle 4"/>
          <p:cNvSpPr>
            <a:spLocks noGrp="1" noChangeArrowheads="1"/>
          </p:cNvSpPr>
          <p:nvPr>
            <p:ph type="dt" sz="half" idx="10"/>
          </p:nvPr>
        </p:nvSpPr>
        <p:spPr>
          <a:ln/>
        </p:spPr>
        <p:txBody>
          <a:bodyPr/>
          <a:lstStyle>
            <a:lvl1pPr>
              <a:defRPr/>
            </a:lvl1pPr>
          </a:lstStyle>
          <a:p>
            <a:pPr>
              <a:defRPr/>
            </a:pPr>
            <a:endParaRPr lang="en-US">
              <a:solidFill>
                <a:srgbClr val="000000"/>
              </a:solidFill>
            </a:endParaRPr>
          </a:p>
        </p:txBody>
      </p:sp>
      <p:sp>
        <p:nvSpPr>
          <p:cNvPr id="6" name="Rectangle 5"/>
          <p:cNvSpPr>
            <a:spLocks noGrp="1" noChangeArrowheads="1"/>
          </p:cNvSpPr>
          <p:nvPr>
            <p:ph type="ftr" sz="quarter" idx="11"/>
          </p:nvPr>
        </p:nvSpPr>
        <p:spPr>
          <a:ln/>
        </p:spPr>
        <p:txBody>
          <a:bodyPr/>
          <a:lstStyle>
            <a:lvl1pPr>
              <a:defRPr/>
            </a:lvl1pPr>
          </a:lstStyle>
          <a:p>
            <a:pPr>
              <a:defRPr/>
            </a:pPr>
            <a:endParaRPr lang="en-US">
              <a:solidFill>
                <a:srgbClr val="000000"/>
              </a:solidFill>
            </a:endParaRPr>
          </a:p>
        </p:txBody>
      </p:sp>
      <p:sp>
        <p:nvSpPr>
          <p:cNvPr id="7" name="Rectangle 6"/>
          <p:cNvSpPr>
            <a:spLocks noGrp="1" noChangeArrowheads="1"/>
          </p:cNvSpPr>
          <p:nvPr>
            <p:ph type="sldNum" sz="quarter" idx="12"/>
          </p:nvPr>
        </p:nvSpPr>
        <p:spPr>
          <a:ln/>
        </p:spPr>
        <p:txBody>
          <a:bodyPr/>
          <a:lstStyle>
            <a:lvl1pPr>
              <a:defRPr/>
            </a:lvl1pPr>
          </a:lstStyle>
          <a:p>
            <a:pPr>
              <a:defRPr/>
            </a:pPr>
            <a:fld id="{B794B76D-F7D2-8F43-AAF5-FE2426304F90}" type="slidenum">
              <a:rPr lang="en-US">
                <a:solidFill>
                  <a:srgbClr val="000000"/>
                </a:solidFill>
              </a:rPr>
              <a:pPr>
                <a:defRPr/>
              </a:pPr>
              <a:t>‹#›</a:t>
            </a:fld>
            <a:endParaRPr lang="en-US">
              <a:solidFill>
                <a:srgbClr val="000000"/>
              </a:solidFill>
            </a:endParaRPr>
          </a:p>
        </p:txBody>
      </p:sp>
    </p:spTree>
    <p:extLst>
      <p:ext uri="{BB962C8B-B14F-4D97-AF65-F5344CB8AC3E}">
        <p14:creationId xmlns:p14="http://schemas.microsoft.com/office/powerpoint/2010/main" val="1268888990"/>
      </p:ext>
    </p:extLst>
  </p:cSld>
  <p:clrMapOvr>
    <a:masterClrMapping/>
  </p:clrMapOvr>
</p:sldLayout>
</file>

<file path=ppt/slideLayouts/slideLayout45.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pic>
        <p:nvPicPr>
          <p:cNvPr id="4" name="Picture 8" descr="Powerpoint graphic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04800" y="5530851"/>
            <a:ext cx="11582400" cy="1120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5" name="Picture 7" descr="3 Colour IB Hoz"/>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422400" y="1066801"/>
            <a:ext cx="6908800" cy="15732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050" name="Rectangle 2"/>
          <p:cNvSpPr>
            <a:spLocks noGrp="1" noChangeArrowheads="1"/>
          </p:cNvSpPr>
          <p:nvPr>
            <p:ph type="ctrTitle"/>
          </p:nvPr>
        </p:nvSpPr>
        <p:spPr>
          <a:xfrm>
            <a:off x="3657600" y="2743200"/>
            <a:ext cx="5994400" cy="2209800"/>
          </a:xfrm>
        </p:spPr>
        <p:txBody>
          <a:bodyPr/>
          <a:lstStyle>
            <a:lvl1pPr>
              <a:defRPr/>
            </a:lvl1pPr>
          </a:lstStyle>
          <a:p>
            <a:r>
              <a:rPr lang="en-US"/>
              <a:t>Click to edit Master title style</a:t>
            </a:r>
          </a:p>
        </p:txBody>
      </p:sp>
      <p:sp>
        <p:nvSpPr>
          <p:cNvPr id="2051" name="Rectangle 3"/>
          <p:cNvSpPr>
            <a:spLocks noGrp="1" noChangeArrowheads="1"/>
          </p:cNvSpPr>
          <p:nvPr>
            <p:ph type="subTitle" idx="1"/>
          </p:nvPr>
        </p:nvSpPr>
        <p:spPr>
          <a:xfrm>
            <a:off x="6096000" y="5791200"/>
            <a:ext cx="5384800" cy="457200"/>
          </a:xfrm>
        </p:spPr>
        <p:txBody>
          <a:bodyPr/>
          <a:lstStyle>
            <a:lvl1pPr marL="0" indent="0" algn="r">
              <a:buFont typeface="Wingdings" pitchFamily="2" charset="2"/>
              <a:buNone/>
              <a:defRPr sz="1400">
                <a:solidFill>
                  <a:srgbClr val="0041C4"/>
                </a:solidFill>
              </a:defRPr>
            </a:lvl1pPr>
          </a:lstStyle>
          <a:p>
            <a:r>
              <a:rPr lang="en-US"/>
              <a:t>Click to edit Master subtitle style</a:t>
            </a:r>
          </a:p>
        </p:txBody>
      </p:sp>
    </p:spTree>
    <p:extLst>
      <p:ext uri="{BB962C8B-B14F-4D97-AF65-F5344CB8AC3E}">
        <p14:creationId xmlns:p14="http://schemas.microsoft.com/office/powerpoint/2010/main" val="1097810225"/>
      </p:ext>
    </p:extLst>
  </p:cSld>
  <p:clrMapOvr>
    <a:masterClrMapping/>
  </p:clrMapOvr>
</p:sldLayout>
</file>

<file path=ppt/slideLayouts/slideLayout46.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Rectangle 6"/>
          <p:cNvSpPr>
            <a:spLocks noGrp="1" noChangeArrowheads="1"/>
          </p:cNvSpPr>
          <p:nvPr>
            <p:ph type="sldNum" sz="quarter" idx="10"/>
          </p:nvPr>
        </p:nvSpPr>
        <p:spPr>
          <a:ln/>
        </p:spPr>
        <p:txBody>
          <a:bodyPr/>
          <a:lstStyle>
            <a:lvl1pPr>
              <a:defRPr/>
            </a:lvl1pPr>
          </a:lstStyle>
          <a:p>
            <a:r>
              <a:rPr lang="en-US" altLang="en-US"/>
              <a:t>Page </a:t>
            </a:r>
            <a:fld id="{FA6C4BE6-D4CF-2D4A-B773-8F21BB7D9BFD}" type="slidenum">
              <a:rPr lang="en-US" altLang="en-US"/>
              <a:pPr/>
              <a:t>‹#›</a:t>
            </a:fld>
            <a:endParaRPr lang="en-US" altLang="en-US"/>
          </a:p>
        </p:txBody>
      </p:sp>
    </p:spTree>
    <p:extLst>
      <p:ext uri="{BB962C8B-B14F-4D97-AF65-F5344CB8AC3E}">
        <p14:creationId xmlns:p14="http://schemas.microsoft.com/office/powerpoint/2010/main" val="1712514409"/>
      </p:ext>
    </p:extLst>
  </p:cSld>
  <p:clrMapOvr>
    <a:masterClrMapping/>
  </p:clrMapOvr>
</p:sldLayout>
</file>

<file path=ppt/slideLayouts/slideLayout47.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963084" y="4406901"/>
            <a:ext cx="10363200" cy="1362075"/>
          </a:xfrm>
        </p:spPr>
        <p:txBody>
          <a:bodyPr/>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963084" y="2906715"/>
            <a:ext cx="103632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a:t>Click to edit Master text styles</a:t>
            </a:r>
          </a:p>
        </p:txBody>
      </p:sp>
      <p:sp>
        <p:nvSpPr>
          <p:cNvPr id="4" name="Rectangle 6"/>
          <p:cNvSpPr>
            <a:spLocks noGrp="1" noChangeArrowheads="1"/>
          </p:cNvSpPr>
          <p:nvPr>
            <p:ph type="sldNum" sz="quarter" idx="10"/>
          </p:nvPr>
        </p:nvSpPr>
        <p:spPr>
          <a:ln/>
        </p:spPr>
        <p:txBody>
          <a:bodyPr/>
          <a:lstStyle>
            <a:lvl1pPr>
              <a:defRPr/>
            </a:lvl1pPr>
          </a:lstStyle>
          <a:p>
            <a:r>
              <a:rPr lang="en-US" altLang="en-US"/>
              <a:t>Page </a:t>
            </a:r>
            <a:fld id="{614C1214-056A-494E-973F-DCD164F58DD5}" type="slidenum">
              <a:rPr lang="en-US" altLang="en-US"/>
              <a:pPr/>
              <a:t>‹#›</a:t>
            </a:fld>
            <a:endParaRPr lang="en-US" altLang="en-US"/>
          </a:p>
        </p:txBody>
      </p:sp>
    </p:spTree>
    <p:extLst>
      <p:ext uri="{BB962C8B-B14F-4D97-AF65-F5344CB8AC3E}">
        <p14:creationId xmlns:p14="http://schemas.microsoft.com/office/powerpoint/2010/main" val="1123480862"/>
      </p:ext>
    </p:extLst>
  </p:cSld>
  <p:clrMapOvr>
    <a:masterClrMapping/>
  </p:clrMapOvr>
</p:sldLayout>
</file>

<file path=ppt/slideLayouts/slideLayout48.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768353" y="1981200"/>
            <a:ext cx="5141383" cy="41148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12935" y="1981200"/>
            <a:ext cx="5143500" cy="41148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Rectangle 6"/>
          <p:cNvSpPr>
            <a:spLocks noGrp="1" noChangeArrowheads="1"/>
          </p:cNvSpPr>
          <p:nvPr>
            <p:ph type="sldNum" sz="quarter" idx="10"/>
          </p:nvPr>
        </p:nvSpPr>
        <p:spPr>
          <a:ln/>
        </p:spPr>
        <p:txBody>
          <a:bodyPr/>
          <a:lstStyle>
            <a:lvl1pPr>
              <a:defRPr/>
            </a:lvl1pPr>
          </a:lstStyle>
          <a:p>
            <a:r>
              <a:rPr lang="en-US" altLang="en-US"/>
              <a:t>Page </a:t>
            </a:r>
            <a:fld id="{02BCD455-4734-E341-9539-1484CDA76A7B}" type="slidenum">
              <a:rPr lang="en-US" altLang="en-US"/>
              <a:pPr/>
              <a:t>‹#›</a:t>
            </a:fld>
            <a:endParaRPr lang="en-US" altLang="en-US"/>
          </a:p>
        </p:txBody>
      </p:sp>
    </p:spTree>
    <p:extLst>
      <p:ext uri="{BB962C8B-B14F-4D97-AF65-F5344CB8AC3E}">
        <p14:creationId xmlns:p14="http://schemas.microsoft.com/office/powerpoint/2010/main" val="1307082649"/>
      </p:ext>
    </p:extLst>
  </p:cSld>
  <p:clrMapOvr>
    <a:masterClrMapping/>
  </p:clrMapOvr>
</p:sldLayout>
</file>

<file path=ppt/slideLayouts/slideLayout49.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609600" y="274638"/>
            <a:ext cx="10972800" cy="1143000"/>
          </a:xfrm>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609602" y="1535113"/>
            <a:ext cx="5386917"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09602" y="2174875"/>
            <a:ext cx="5386917"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193369" y="1535113"/>
            <a:ext cx="5389033"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93369" y="2174875"/>
            <a:ext cx="5389033"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Rectangle 6"/>
          <p:cNvSpPr>
            <a:spLocks noGrp="1" noChangeArrowheads="1"/>
          </p:cNvSpPr>
          <p:nvPr>
            <p:ph type="sldNum" sz="quarter" idx="10"/>
          </p:nvPr>
        </p:nvSpPr>
        <p:spPr>
          <a:ln/>
        </p:spPr>
        <p:txBody>
          <a:bodyPr/>
          <a:lstStyle>
            <a:lvl1pPr>
              <a:defRPr/>
            </a:lvl1pPr>
          </a:lstStyle>
          <a:p>
            <a:r>
              <a:rPr lang="en-US" altLang="en-US"/>
              <a:t>Page </a:t>
            </a:r>
            <a:fld id="{96491E5C-5288-094A-8C77-5AA480B22AC4}" type="slidenum">
              <a:rPr lang="en-US" altLang="en-US"/>
              <a:pPr/>
              <a:t>‹#›</a:t>
            </a:fld>
            <a:endParaRPr lang="en-US" altLang="en-US"/>
          </a:p>
        </p:txBody>
      </p:sp>
    </p:spTree>
    <p:extLst>
      <p:ext uri="{BB962C8B-B14F-4D97-AF65-F5344CB8AC3E}">
        <p14:creationId xmlns:p14="http://schemas.microsoft.com/office/powerpoint/2010/main" val="1223572881"/>
      </p:ext>
    </p:extLst>
  </p:cSld>
  <p:clrMapOvr>
    <a:masterClrMapping/>
  </p:clrMapOvr>
</p:sldLayout>
</file>

<file path=ppt/slideLayouts/slideLayout50.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Rectangle 6"/>
          <p:cNvSpPr>
            <a:spLocks noGrp="1" noChangeArrowheads="1"/>
          </p:cNvSpPr>
          <p:nvPr>
            <p:ph type="sldNum" sz="quarter" idx="10"/>
          </p:nvPr>
        </p:nvSpPr>
        <p:spPr>
          <a:ln/>
        </p:spPr>
        <p:txBody>
          <a:bodyPr/>
          <a:lstStyle>
            <a:lvl1pPr>
              <a:defRPr/>
            </a:lvl1pPr>
          </a:lstStyle>
          <a:p>
            <a:r>
              <a:rPr lang="en-US" altLang="en-US"/>
              <a:t>Page </a:t>
            </a:r>
            <a:fld id="{BFAA87BD-CB0D-6143-B18E-490A31CF9E31}" type="slidenum">
              <a:rPr lang="en-US" altLang="en-US"/>
              <a:pPr/>
              <a:t>‹#›</a:t>
            </a:fld>
            <a:endParaRPr lang="en-US" altLang="en-US"/>
          </a:p>
        </p:txBody>
      </p:sp>
    </p:spTree>
    <p:extLst>
      <p:ext uri="{BB962C8B-B14F-4D97-AF65-F5344CB8AC3E}">
        <p14:creationId xmlns:p14="http://schemas.microsoft.com/office/powerpoint/2010/main" val="856205079"/>
      </p:ext>
    </p:extLst>
  </p:cSld>
  <p:clrMapOvr>
    <a:masterClrMapping/>
  </p:clrMapOvr>
</p:sldLayout>
</file>

<file path=ppt/slideLayouts/slideLayout51.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Rectangle 6"/>
          <p:cNvSpPr>
            <a:spLocks noGrp="1" noChangeArrowheads="1"/>
          </p:cNvSpPr>
          <p:nvPr>
            <p:ph type="sldNum" sz="quarter" idx="10"/>
          </p:nvPr>
        </p:nvSpPr>
        <p:spPr>
          <a:ln/>
        </p:spPr>
        <p:txBody>
          <a:bodyPr/>
          <a:lstStyle>
            <a:lvl1pPr>
              <a:defRPr/>
            </a:lvl1pPr>
          </a:lstStyle>
          <a:p>
            <a:r>
              <a:rPr lang="en-US" altLang="en-US"/>
              <a:t>Page </a:t>
            </a:r>
            <a:fld id="{430C024B-8DA8-1845-BE20-AB629FC988A1}" type="slidenum">
              <a:rPr lang="en-US" altLang="en-US"/>
              <a:pPr/>
              <a:t>‹#›</a:t>
            </a:fld>
            <a:endParaRPr lang="en-US" altLang="en-US"/>
          </a:p>
        </p:txBody>
      </p:sp>
    </p:spTree>
    <p:extLst>
      <p:ext uri="{BB962C8B-B14F-4D97-AF65-F5344CB8AC3E}">
        <p14:creationId xmlns:p14="http://schemas.microsoft.com/office/powerpoint/2010/main" val="619774337"/>
      </p:ext>
    </p:extLst>
  </p:cSld>
  <p:clrMapOvr>
    <a:masterClrMapping/>
  </p:clrMapOvr>
</p:sldLayout>
</file>

<file path=ppt/slideLayouts/slideLayout52.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09602" y="273050"/>
            <a:ext cx="4011084"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4766734" y="273052"/>
            <a:ext cx="6815668"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609602" y="1435102"/>
            <a:ext cx="4011084"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Rectangle 6"/>
          <p:cNvSpPr>
            <a:spLocks noGrp="1" noChangeArrowheads="1"/>
          </p:cNvSpPr>
          <p:nvPr>
            <p:ph type="sldNum" sz="quarter" idx="10"/>
          </p:nvPr>
        </p:nvSpPr>
        <p:spPr>
          <a:ln/>
        </p:spPr>
        <p:txBody>
          <a:bodyPr/>
          <a:lstStyle>
            <a:lvl1pPr>
              <a:defRPr/>
            </a:lvl1pPr>
          </a:lstStyle>
          <a:p>
            <a:r>
              <a:rPr lang="en-US" altLang="en-US"/>
              <a:t>Page </a:t>
            </a:r>
            <a:fld id="{9708AE3E-78C8-6049-BF1E-21AA11AE2240}" type="slidenum">
              <a:rPr lang="en-US" altLang="en-US"/>
              <a:pPr/>
              <a:t>‹#›</a:t>
            </a:fld>
            <a:endParaRPr lang="en-US" altLang="en-US"/>
          </a:p>
        </p:txBody>
      </p:sp>
    </p:spTree>
    <p:extLst>
      <p:ext uri="{BB962C8B-B14F-4D97-AF65-F5344CB8AC3E}">
        <p14:creationId xmlns:p14="http://schemas.microsoft.com/office/powerpoint/2010/main" val="938186898"/>
      </p:ext>
    </p:extLst>
  </p:cSld>
  <p:clrMapOvr>
    <a:masterClrMapping/>
  </p:clrMapOvr>
</p:sldLayout>
</file>

<file path=ppt/slideLayouts/slideLayout53.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389717" y="4800601"/>
            <a:ext cx="73152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2389717" y="612775"/>
            <a:ext cx="73152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r>
              <a:rPr lang="en-US" noProof="0"/>
              <a:t>Click icon to add picture</a:t>
            </a:r>
          </a:p>
        </p:txBody>
      </p:sp>
      <p:sp>
        <p:nvSpPr>
          <p:cNvPr id="4" name="Text Placeholder 3"/>
          <p:cNvSpPr>
            <a:spLocks noGrp="1"/>
          </p:cNvSpPr>
          <p:nvPr>
            <p:ph type="body" sz="half" idx="2"/>
          </p:nvPr>
        </p:nvSpPr>
        <p:spPr>
          <a:xfrm>
            <a:off x="2389717" y="5367339"/>
            <a:ext cx="73152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Rectangle 6"/>
          <p:cNvSpPr>
            <a:spLocks noGrp="1" noChangeArrowheads="1"/>
          </p:cNvSpPr>
          <p:nvPr>
            <p:ph type="sldNum" sz="quarter" idx="10"/>
          </p:nvPr>
        </p:nvSpPr>
        <p:spPr>
          <a:ln/>
        </p:spPr>
        <p:txBody>
          <a:bodyPr/>
          <a:lstStyle>
            <a:lvl1pPr>
              <a:defRPr/>
            </a:lvl1pPr>
          </a:lstStyle>
          <a:p>
            <a:r>
              <a:rPr lang="en-US" altLang="en-US"/>
              <a:t>Page </a:t>
            </a:r>
            <a:fld id="{DA5687FF-0D2A-F44D-B3B5-FA3A0D3A5DDD}" type="slidenum">
              <a:rPr lang="en-US" altLang="en-US"/>
              <a:pPr/>
              <a:t>‹#›</a:t>
            </a:fld>
            <a:endParaRPr lang="en-US" altLang="en-US"/>
          </a:p>
        </p:txBody>
      </p:sp>
    </p:spTree>
    <p:extLst>
      <p:ext uri="{BB962C8B-B14F-4D97-AF65-F5344CB8AC3E}">
        <p14:creationId xmlns:p14="http://schemas.microsoft.com/office/powerpoint/2010/main" val="918732839"/>
      </p:ext>
    </p:extLst>
  </p:cSld>
  <p:clrMapOvr>
    <a:masterClrMapping/>
  </p:clrMapOvr>
</p:sldLayout>
</file>

<file path=ppt/slideLayouts/slideLayout54.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Rectangle 6"/>
          <p:cNvSpPr>
            <a:spLocks noGrp="1" noChangeArrowheads="1"/>
          </p:cNvSpPr>
          <p:nvPr>
            <p:ph type="sldNum" sz="quarter" idx="10"/>
          </p:nvPr>
        </p:nvSpPr>
        <p:spPr>
          <a:ln/>
        </p:spPr>
        <p:txBody>
          <a:bodyPr/>
          <a:lstStyle>
            <a:lvl1pPr>
              <a:defRPr/>
            </a:lvl1pPr>
          </a:lstStyle>
          <a:p>
            <a:r>
              <a:rPr lang="en-US" altLang="en-US"/>
              <a:t>Page </a:t>
            </a:r>
            <a:fld id="{E20CAE9C-4853-4E4E-AE6D-FF718A346FA6}" type="slidenum">
              <a:rPr lang="en-US" altLang="en-US"/>
              <a:pPr/>
              <a:t>‹#›</a:t>
            </a:fld>
            <a:endParaRPr lang="en-US" altLang="en-US"/>
          </a:p>
        </p:txBody>
      </p:sp>
    </p:spTree>
    <p:extLst>
      <p:ext uri="{BB962C8B-B14F-4D97-AF65-F5344CB8AC3E}">
        <p14:creationId xmlns:p14="http://schemas.microsoft.com/office/powerpoint/2010/main" val="1152235916"/>
      </p:ext>
    </p:extLst>
  </p:cSld>
  <p:clrMapOvr>
    <a:masterClrMapping/>
  </p:clrMapOvr>
</p:sldLayout>
</file>

<file path=ppt/slideLayouts/slideLayout55.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636001" y="914400"/>
            <a:ext cx="2620433" cy="5181600"/>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768354" y="914400"/>
            <a:ext cx="7664449" cy="518160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Rectangle 6"/>
          <p:cNvSpPr>
            <a:spLocks noGrp="1" noChangeArrowheads="1"/>
          </p:cNvSpPr>
          <p:nvPr>
            <p:ph type="sldNum" sz="quarter" idx="10"/>
          </p:nvPr>
        </p:nvSpPr>
        <p:spPr>
          <a:ln/>
        </p:spPr>
        <p:txBody>
          <a:bodyPr/>
          <a:lstStyle>
            <a:lvl1pPr>
              <a:defRPr/>
            </a:lvl1pPr>
          </a:lstStyle>
          <a:p>
            <a:r>
              <a:rPr lang="en-US" altLang="en-US"/>
              <a:t>Page </a:t>
            </a:r>
            <a:fld id="{7F64D8B8-830F-9449-A194-B2F613D3078F}" type="slidenum">
              <a:rPr lang="en-US" altLang="en-US"/>
              <a:pPr/>
              <a:t>‹#›</a:t>
            </a:fld>
            <a:endParaRPr lang="en-US" altLang="en-US"/>
          </a:p>
        </p:txBody>
      </p:sp>
    </p:spTree>
    <p:extLst>
      <p:ext uri="{BB962C8B-B14F-4D97-AF65-F5344CB8AC3E}">
        <p14:creationId xmlns:p14="http://schemas.microsoft.com/office/powerpoint/2010/main" val="1738935823"/>
      </p:ext>
    </p:extLst>
  </p:cSld>
  <p:clrMapOvr>
    <a:masterClrMapping/>
  </p:clrMapOvr>
</p:sldLayout>
</file>

<file path=ppt/slideLayouts/slideLayout56.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pic>
        <p:nvPicPr>
          <p:cNvPr id="4" name="Picture 8" descr="Powerpoint graphic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04800" y="5530851"/>
            <a:ext cx="11582400" cy="1120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5" name="Picture 7" descr="3 Colour IB Hoz"/>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422400" y="1066801"/>
            <a:ext cx="6908800" cy="15732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050" name="Rectangle 2"/>
          <p:cNvSpPr>
            <a:spLocks noGrp="1" noChangeArrowheads="1"/>
          </p:cNvSpPr>
          <p:nvPr>
            <p:ph type="ctrTitle"/>
          </p:nvPr>
        </p:nvSpPr>
        <p:spPr>
          <a:xfrm>
            <a:off x="3657600" y="2743200"/>
            <a:ext cx="5994400" cy="2209800"/>
          </a:xfrm>
        </p:spPr>
        <p:txBody>
          <a:bodyPr/>
          <a:lstStyle>
            <a:lvl1pPr>
              <a:defRPr/>
            </a:lvl1pPr>
          </a:lstStyle>
          <a:p>
            <a:r>
              <a:rPr lang="en-US"/>
              <a:t>Click to edit Master title style</a:t>
            </a:r>
          </a:p>
        </p:txBody>
      </p:sp>
      <p:sp>
        <p:nvSpPr>
          <p:cNvPr id="2051" name="Rectangle 3"/>
          <p:cNvSpPr>
            <a:spLocks noGrp="1" noChangeArrowheads="1"/>
          </p:cNvSpPr>
          <p:nvPr>
            <p:ph type="subTitle" idx="1"/>
          </p:nvPr>
        </p:nvSpPr>
        <p:spPr>
          <a:xfrm>
            <a:off x="6096000" y="5791200"/>
            <a:ext cx="5384800" cy="457200"/>
          </a:xfrm>
        </p:spPr>
        <p:txBody>
          <a:bodyPr/>
          <a:lstStyle>
            <a:lvl1pPr marL="0" indent="0" algn="r">
              <a:buFont typeface="Wingdings" pitchFamily="2" charset="2"/>
              <a:buNone/>
              <a:defRPr sz="1400">
                <a:solidFill>
                  <a:srgbClr val="0041C4"/>
                </a:solidFill>
              </a:defRPr>
            </a:lvl1pPr>
          </a:lstStyle>
          <a:p>
            <a:r>
              <a:rPr lang="en-US"/>
              <a:t>Click to edit Master subtitle style</a:t>
            </a:r>
          </a:p>
        </p:txBody>
      </p:sp>
    </p:spTree>
    <p:extLst>
      <p:ext uri="{BB962C8B-B14F-4D97-AF65-F5344CB8AC3E}">
        <p14:creationId xmlns:p14="http://schemas.microsoft.com/office/powerpoint/2010/main" val="1375549242"/>
      </p:ext>
    </p:extLst>
  </p:cSld>
  <p:clrMapOvr>
    <a:masterClrMapping/>
  </p:clrMapOvr>
</p:sldLayout>
</file>

<file path=ppt/slideLayouts/slideLayout57.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Rectangle 6"/>
          <p:cNvSpPr>
            <a:spLocks noGrp="1" noChangeArrowheads="1"/>
          </p:cNvSpPr>
          <p:nvPr>
            <p:ph type="sldNum" sz="quarter" idx="10"/>
          </p:nvPr>
        </p:nvSpPr>
        <p:spPr>
          <a:ln/>
        </p:spPr>
        <p:txBody>
          <a:bodyPr/>
          <a:lstStyle>
            <a:lvl1pPr>
              <a:defRPr/>
            </a:lvl1pPr>
          </a:lstStyle>
          <a:p>
            <a:r>
              <a:rPr lang="en-US" altLang="en-US"/>
              <a:t>Page </a:t>
            </a:r>
            <a:fld id="{FA6C4BE6-D4CF-2D4A-B773-8F21BB7D9BFD}" type="slidenum">
              <a:rPr lang="en-US" altLang="en-US"/>
              <a:pPr/>
              <a:t>‹#›</a:t>
            </a:fld>
            <a:endParaRPr lang="en-US" altLang="en-US"/>
          </a:p>
        </p:txBody>
      </p:sp>
    </p:spTree>
    <p:extLst>
      <p:ext uri="{BB962C8B-B14F-4D97-AF65-F5344CB8AC3E}">
        <p14:creationId xmlns:p14="http://schemas.microsoft.com/office/powerpoint/2010/main" val="1663631770"/>
      </p:ext>
    </p:extLst>
  </p:cSld>
  <p:clrMapOvr>
    <a:masterClrMapping/>
  </p:clrMapOvr>
</p:sldLayout>
</file>

<file path=ppt/slideLayouts/slideLayout58.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963084" y="4406901"/>
            <a:ext cx="10363200" cy="1362075"/>
          </a:xfrm>
        </p:spPr>
        <p:txBody>
          <a:bodyPr/>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963084" y="2906715"/>
            <a:ext cx="103632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a:t>Click to edit Master text styles</a:t>
            </a:r>
          </a:p>
        </p:txBody>
      </p:sp>
      <p:sp>
        <p:nvSpPr>
          <p:cNvPr id="4" name="Rectangle 6"/>
          <p:cNvSpPr>
            <a:spLocks noGrp="1" noChangeArrowheads="1"/>
          </p:cNvSpPr>
          <p:nvPr>
            <p:ph type="sldNum" sz="quarter" idx="10"/>
          </p:nvPr>
        </p:nvSpPr>
        <p:spPr>
          <a:ln/>
        </p:spPr>
        <p:txBody>
          <a:bodyPr/>
          <a:lstStyle>
            <a:lvl1pPr>
              <a:defRPr/>
            </a:lvl1pPr>
          </a:lstStyle>
          <a:p>
            <a:r>
              <a:rPr lang="en-US" altLang="en-US"/>
              <a:t>Page </a:t>
            </a:r>
            <a:fld id="{614C1214-056A-494E-973F-DCD164F58DD5}" type="slidenum">
              <a:rPr lang="en-US" altLang="en-US"/>
              <a:pPr/>
              <a:t>‹#›</a:t>
            </a:fld>
            <a:endParaRPr lang="en-US" altLang="en-US"/>
          </a:p>
        </p:txBody>
      </p:sp>
    </p:spTree>
    <p:extLst>
      <p:ext uri="{BB962C8B-B14F-4D97-AF65-F5344CB8AC3E}">
        <p14:creationId xmlns:p14="http://schemas.microsoft.com/office/powerpoint/2010/main" val="666795109"/>
      </p:ext>
    </p:extLst>
  </p:cSld>
  <p:clrMapOvr>
    <a:masterClrMapping/>
  </p:clrMapOvr>
</p:sldLayout>
</file>

<file path=ppt/slideLayouts/slideLayout59.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768353" y="1981200"/>
            <a:ext cx="5141383" cy="41148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12935" y="1981200"/>
            <a:ext cx="5143500" cy="41148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Rectangle 6"/>
          <p:cNvSpPr>
            <a:spLocks noGrp="1" noChangeArrowheads="1"/>
          </p:cNvSpPr>
          <p:nvPr>
            <p:ph type="sldNum" sz="quarter" idx="10"/>
          </p:nvPr>
        </p:nvSpPr>
        <p:spPr>
          <a:ln/>
        </p:spPr>
        <p:txBody>
          <a:bodyPr/>
          <a:lstStyle>
            <a:lvl1pPr>
              <a:defRPr/>
            </a:lvl1pPr>
          </a:lstStyle>
          <a:p>
            <a:r>
              <a:rPr lang="en-US" altLang="en-US"/>
              <a:t>Page </a:t>
            </a:r>
            <a:fld id="{02BCD455-4734-E341-9539-1484CDA76A7B}" type="slidenum">
              <a:rPr lang="en-US" altLang="en-US"/>
              <a:pPr/>
              <a:t>‹#›</a:t>
            </a:fld>
            <a:endParaRPr lang="en-US" altLang="en-US"/>
          </a:p>
        </p:txBody>
      </p:sp>
    </p:spTree>
    <p:extLst>
      <p:ext uri="{BB962C8B-B14F-4D97-AF65-F5344CB8AC3E}">
        <p14:creationId xmlns:p14="http://schemas.microsoft.com/office/powerpoint/2010/main" val="1680494950"/>
      </p:ext>
    </p:extLst>
  </p:cSld>
  <p:clrMapOvr>
    <a:masterClrMapping/>
  </p:clrMapOvr>
</p:sldLayout>
</file>

<file path=ppt/slideLayouts/slideLayout60.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609600" y="274638"/>
            <a:ext cx="10972800" cy="1143000"/>
          </a:xfrm>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609602" y="1535113"/>
            <a:ext cx="5386917"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09602" y="2174875"/>
            <a:ext cx="5386917"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193369" y="1535113"/>
            <a:ext cx="5389033"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93369" y="2174875"/>
            <a:ext cx="5389033"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Rectangle 6"/>
          <p:cNvSpPr>
            <a:spLocks noGrp="1" noChangeArrowheads="1"/>
          </p:cNvSpPr>
          <p:nvPr>
            <p:ph type="sldNum" sz="quarter" idx="10"/>
          </p:nvPr>
        </p:nvSpPr>
        <p:spPr>
          <a:ln/>
        </p:spPr>
        <p:txBody>
          <a:bodyPr/>
          <a:lstStyle>
            <a:lvl1pPr>
              <a:defRPr/>
            </a:lvl1pPr>
          </a:lstStyle>
          <a:p>
            <a:r>
              <a:rPr lang="en-US" altLang="en-US"/>
              <a:t>Page </a:t>
            </a:r>
            <a:fld id="{96491E5C-5288-094A-8C77-5AA480B22AC4}" type="slidenum">
              <a:rPr lang="en-US" altLang="en-US"/>
              <a:pPr/>
              <a:t>‹#›</a:t>
            </a:fld>
            <a:endParaRPr lang="en-US" altLang="en-US"/>
          </a:p>
        </p:txBody>
      </p:sp>
    </p:spTree>
    <p:extLst>
      <p:ext uri="{BB962C8B-B14F-4D97-AF65-F5344CB8AC3E}">
        <p14:creationId xmlns:p14="http://schemas.microsoft.com/office/powerpoint/2010/main" val="1522052114"/>
      </p:ext>
    </p:extLst>
  </p:cSld>
  <p:clrMapOvr>
    <a:masterClrMapping/>
  </p:clrMapOvr>
</p:sldLayout>
</file>

<file path=ppt/slideLayouts/slideLayout61.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Rectangle 6"/>
          <p:cNvSpPr>
            <a:spLocks noGrp="1" noChangeArrowheads="1"/>
          </p:cNvSpPr>
          <p:nvPr>
            <p:ph type="sldNum" sz="quarter" idx="10"/>
          </p:nvPr>
        </p:nvSpPr>
        <p:spPr>
          <a:ln/>
        </p:spPr>
        <p:txBody>
          <a:bodyPr/>
          <a:lstStyle>
            <a:lvl1pPr>
              <a:defRPr/>
            </a:lvl1pPr>
          </a:lstStyle>
          <a:p>
            <a:r>
              <a:rPr lang="en-US" altLang="en-US"/>
              <a:t>Page </a:t>
            </a:r>
            <a:fld id="{BFAA87BD-CB0D-6143-B18E-490A31CF9E31}" type="slidenum">
              <a:rPr lang="en-US" altLang="en-US"/>
              <a:pPr/>
              <a:t>‹#›</a:t>
            </a:fld>
            <a:endParaRPr lang="en-US" altLang="en-US"/>
          </a:p>
        </p:txBody>
      </p:sp>
    </p:spTree>
    <p:extLst>
      <p:ext uri="{BB962C8B-B14F-4D97-AF65-F5344CB8AC3E}">
        <p14:creationId xmlns:p14="http://schemas.microsoft.com/office/powerpoint/2010/main" val="1104215290"/>
      </p:ext>
    </p:extLst>
  </p:cSld>
  <p:clrMapOvr>
    <a:masterClrMapping/>
  </p:clrMapOvr>
</p:sldLayout>
</file>

<file path=ppt/slideLayouts/slideLayout62.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Rectangle 6"/>
          <p:cNvSpPr>
            <a:spLocks noGrp="1" noChangeArrowheads="1"/>
          </p:cNvSpPr>
          <p:nvPr>
            <p:ph type="sldNum" sz="quarter" idx="10"/>
          </p:nvPr>
        </p:nvSpPr>
        <p:spPr>
          <a:ln/>
        </p:spPr>
        <p:txBody>
          <a:bodyPr/>
          <a:lstStyle>
            <a:lvl1pPr>
              <a:defRPr/>
            </a:lvl1pPr>
          </a:lstStyle>
          <a:p>
            <a:r>
              <a:rPr lang="en-US" altLang="en-US"/>
              <a:t>Page </a:t>
            </a:r>
            <a:fld id="{430C024B-8DA8-1845-BE20-AB629FC988A1}" type="slidenum">
              <a:rPr lang="en-US" altLang="en-US"/>
              <a:pPr/>
              <a:t>‹#›</a:t>
            </a:fld>
            <a:endParaRPr lang="en-US" altLang="en-US"/>
          </a:p>
        </p:txBody>
      </p:sp>
    </p:spTree>
    <p:extLst>
      <p:ext uri="{BB962C8B-B14F-4D97-AF65-F5344CB8AC3E}">
        <p14:creationId xmlns:p14="http://schemas.microsoft.com/office/powerpoint/2010/main" val="1890783918"/>
      </p:ext>
    </p:extLst>
  </p:cSld>
  <p:clrMapOvr>
    <a:masterClrMapping/>
  </p:clrMapOvr>
</p:sldLayout>
</file>

<file path=ppt/slideLayouts/slideLayout63.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09602" y="273050"/>
            <a:ext cx="4011084"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4766734" y="273052"/>
            <a:ext cx="6815668"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609602" y="1435102"/>
            <a:ext cx="4011084"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Rectangle 6"/>
          <p:cNvSpPr>
            <a:spLocks noGrp="1" noChangeArrowheads="1"/>
          </p:cNvSpPr>
          <p:nvPr>
            <p:ph type="sldNum" sz="quarter" idx="10"/>
          </p:nvPr>
        </p:nvSpPr>
        <p:spPr>
          <a:ln/>
        </p:spPr>
        <p:txBody>
          <a:bodyPr/>
          <a:lstStyle>
            <a:lvl1pPr>
              <a:defRPr/>
            </a:lvl1pPr>
          </a:lstStyle>
          <a:p>
            <a:r>
              <a:rPr lang="en-US" altLang="en-US"/>
              <a:t>Page </a:t>
            </a:r>
            <a:fld id="{9708AE3E-78C8-6049-BF1E-21AA11AE2240}" type="slidenum">
              <a:rPr lang="en-US" altLang="en-US"/>
              <a:pPr/>
              <a:t>‹#›</a:t>
            </a:fld>
            <a:endParaRPr lang="en-US" altLang="en-US"/>
          </a:p>
        </p:txBody>
      </p:sp>
    </p:spTree>
    <p:extLst>
      <p:ext uri="{BB962C8B-B14F-4D97-AF65-F5344CB8AC3E}">
        <p14:creationId xmlns:p14="http://schemas.microsoft.com/office/powerpoint/2010/main" val="924255084"/>
      </p:ext>
    </p:extLst>
  </p:cSld>
  <p:clrMapOvr>
    <a:masterClrMapping/>
  </p:clrMapOvr>
</p:sldLayout>
</file>

<file path=ppt/slideLayouts/slideLayout64.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389717" y="4800601"/>
            <a:ext cx="73152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2389717" y="612775"/>
            <a:ext cx="73152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r>
              <a:rPr lang="en-US" noProof="0"/>
              <a:t>Click icon to add picture</a:t>
            </a:r>
          </a:p>
        </p:txBody>
      </p:sp>
      <p:sp>
        <p:nvSpPr>
          <p:cNvPr id="4" name="Text Placeholder 3"/>
          <p:cNvSpPr>
            <a:spLocks noGrp="1"/>
          </p:cNvSpPr>
          <p:nvPr>
            <p:ph type="body" sz="half" idx="2"/>
          </p:nvPr>
        </p:nvSpPr>
        <p:spPr>
          <a:xfrm>
            <a:off x="2389717" y="5367339"/>
            <a:ext cx="73152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Rectangle 6"/>
          <p:cNvSpPr>
            <a:spLocks noGrp="1" noChangeArrowheads="1"/>
          </p:cNvSpPr>
          <p:nvPr>
            <p:ph type="sldNum" sz="quarter" idx="10"/>
          </p:nvPr>
        </p:nvSpPr>
        <p:spPr>
          <a:ln/>
        </p:spPr>
        <p:txBody>
          <a:bodyPr/>
          <a:lstStyle>
            <a:lvl1pPr>
              <a:defRPr/>
            </a:lvl1pPr>
          </a:lstStyle>
          <a:p>
            <a:r>
              <a:rPr lang="en-US" altLang="en-US"/>
              <a:t>Page </a:t>
            </a:r>
            <a:fld id="{DA5687FF-0D2A-F44D-B3B5-FA3A0D3A5DDD}" type="slidenum">
              <a:rPr lang="en-US" altLang="en-US"/>
              <a:pPr/>
              <a:t>‹#›</a:t>
            </a:fld>
            <a:endParaRPr lang="en-US" altLang="en-US"/>
          </a:p>
        </p:txBody>
      </p:sp>
    </p:spTree>
    <p:extLst>
      <p:ext uri="{BB962C8B-B14F-4D97-AF65-F5344CB8AC3E}">
        <p14:creationId xmlns:p14="http://schemas.microsoft.com/office/powerpoint/2010/main" val="922207473"/>
      </p:ext>
    </p:extLst>
  </p:cSld>
  <p:clrMapOvr>
    <a:masterClrMapping/>
  </p:clrMapOvr>
</p:sldLayout>
</file>

<file path=ppt/slideLayouts/slideLayout65.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Rectangle 6"/>
          <p:cNvSpPr>
            <a:spLocks noGrp="1" noChangeArrowheads="1"/>
          </p:cNvSpPr>
          <p:nvPr>
            <p:ph type="sldNum" sz="quarter" idx="10"/>
          </p:nvPr>
        </p:nvSpPr>
        <p:spPr>
          <a:ln/>
        </p:spPr>
        <p:txBody>
          <a:bodyPr/>
          <a:lstStyle>
            <a:lvl1pPr>
              <a:defRPr/>
            </a:lvl1pPr>
          </a:lstStyle>
          <a:p>
            <a:r>
              <a:rPr lang="en-US" altLang="en-US"/>
              <a:t>Page </a:t>
            </a:r>
            <a:fld id="{E20CAE9C-4853-4E4E-AE6D-FF718A346FA6}" type="slidenum">
              <a:rPr lang="en-US" altLang="en-US"/>
              <a:pPr/>
              <a:t>‹#›</a:t>
            </a:fld>
            <a:endParaRPr lang="en-US" altLang="en-US"/>
          </a:p>
        </p:txBody>
      </p:sp>
    </p:spTree>
    <p:extLst>
      <p:ext uri="{BB962C8B-B14F-4D97-AF65-F5344CB8AC3E}">
        <p14:creationId xmlns:p14="http://schemas.microsoft.com/office/powerpoint/2010/main" val="445643020"/>
      </p:ext>
    </p:extLst>
  </p:cSld>
  <p:clrMapOvr>
    <a:masterClrMapping/>
  </p:clrMapOvr>
</p:sldLayout>
</file>

<file path=ppt/slideLayouts/slideLayout66.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636001" y="914400"/>
            <a:ext cx="2620433" cy="5181600"/>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768354" y="914400"/>
            <a:ext cx="7664449" cy="518160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Rectangle 6"/>
          <p:cNvSpPr>
            <a:spLocks noGrp="1" noChangeArrowheads="1"/>
          </p:cNvSpPr>
          <p:nvPr>
            <p:ph type="sldNum" sz="quarter" idx="10"/>
          </p:nvPr>
        </p:nvSpPr>
        <p:spPr>
          <a:ln/>
        </p:spPr>
        <p:txBody>
          <a:bodyPr/>
          <a:lstStyle>
            <a:lvl1pPr>
              <a:defRPr/>
            </a:lvl1pPr>
          </a:lstStyle>
          <a:p>
            <a:r>
              <a:rPr lang="en-US" altLang="en-US"/>
              <a:t>Page </a:t>
            </a:r>
            <a:fld id="{7F64D8B8-830F-9449-A194-B2F613D3078F}" type="slidenum">
              <a:rPr lang="en-US" altLang="en-US"/>
              <a:pPr/>
              <a:t>‹#›</a:t>
            </a:fld>
            <a:endParaRPr lang="en-US" altLang="en-US"/>
          </a:p>
        </p:txBody>
      </p:sp>
    </p:spTree>
    <p:extLst>
      <p:ext uri="{BB962C8B-B14F-4D97-AF65-F5344CB8AC3E}">
        <p14:creationId xmlns:p14="http://schemas.microsoft.com/office/powerpoint/2010/main" val="326934621"/>
      </p:ext>
    </p:extLst>
  </p:cSld>
  <p:clrMapOvr>
    <a:masterClrMapping/>
  </p:clrMapOvr>
</p:sldLayout>
</file>

<file path=ppt/slideLayouts/slideLayout67.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p:cNvSpPr>
            <a:spLocks noGrp="1"/>
          </p:cNvSpPr>
          <p:nvPr>
            <p:ph type="dt" sz="half" idx="10"/>
          </p:nvPr>
        </p:nvSpPr>
        <p:spPr/>
        <p:txBody>
          <a:bodyPr/>
          <a:lstStyle/>
          <a:p>
            <a:fld id="{9334D819-9F07-4261-B09B-9E467E5D9002}" type="datetimeFigureOut">
              <a:rPr lang="en-US" smtClean="0">
                <a:solidFill>
                  <a:prstClr val="black">
                    <a:tint val="75000"/>
                  </a:prstClr>
                </a:solidFill>
              </a:rPr>
              <a:pPr/>
              <a:t>6/30/20</a:t>
            </a:fld>
            <a:endParaRPr lang="en-US" dirty="0">
              <a:solidFill>
                <a:prstClr val="black">
                  <a:tint val="75000"/>
                </a:prstClr>
              </a:solidFill>
            </a:endParaRPr>
          </a:p>
        </p:txBody>
      </p:sp>
      <p:sp>
        <p:nvSpPr>
          <p:cNvPr id="5" name="Footer Placeholder 4"/>
          <p:cNvSpPr>
            <a:spLocks noGrp="1"/>
          </p:cNvSpPr>
          <p:nvPr>
            <p:ph type="ftr" sz="quarter" idx="11"/>
          </p:nvPr>
        </p:nvSpPr>
        <p:spPr/>
        <p:txBody>
          <a:bodyPr/>
          <a:lstStyle/>
          <a:p>
            <a:endParaRPr lang="en-US" dirty="0">
              <a:solidFill>
                <a:prstClr val="black">
                  <a:tint val="75000"/>
                </a:prstClr>
              </a:solidFill>
            </a:endParaRPr>
          </a:p>
        </p:txBody>
      </p:sp>
      <p:sp>
        <p:nvSpPr>
          <p:cNvPr id="6" name="Slide Number Placeholder 5"/>
          <p:cNvSpPr>
            <a:spLocks noGrp="1"/>
          </p:cNvSpPr>
          <p:nvPr>
            <p:ph type="sldNum" sz="quarter" idx="12"/>
          </p:nvPr>
        </p:nvSpPr>
        <p:spPr/>
        <p:txBody>
          <a:bodyPr/>
          <a:lstStyle/>
          <a:p>
            <a:fld id="{71766878-3199-4EAB-94E7-2D6D11070E14}" type="slidenum">
              <a:rPr lang="en-US" smtClean="0">
                <a:solidFill>
                  <a:prstClr val="black">
                    <a:tint val="75000"/>
                  </a:prstClr>
                </a:solidFill>
              </a:rPr>
              <a:pPr/>
              <a:t>‹#›</a:t>
            </a:fld>
            <a:endParaRPr lang="en-US" dirty="0">
              <a:solidFill>
                <a:prstClr val="black">
                  <a:tint val="75000"/>
                </a:prstClr>
              </a:solidFill>
            </a:endParaRPr>
          </a:p>
        </p:txBody>
      </p:sp>
    </p:spTree>
    <p:extLst>
      <p:ext uri="{BB962C8B-B14F-4D97-AF65-F5344CB8AC3E}">
        <p14:creationId xmlns:p14="http://schemas.microsoft.com/office/powerpoint/2010/main" val="74938468"/>
      </p:ext>
    </p:extLst>
  </p:cSld>
  <p:clrMapOvr>
    <a:masterClrMapping/>
  </p:clrMapOvr>
</p:sldLayout>
</file>

<file path=ppt/slideLayouts/slideLayout68.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9334D819-9F07-4261-B09B-9E467E5D9002}" type="datetimeFigureOut">
              <a:rPr lang="en-US" smtClean="0">
                <a:solidFill>
                  <a:prstClr val="black">
                    <a:tint val="75000"/>
                  </a:prstClr>
                </a:solidFill>
              </a:rPr>
              <a:pPr/>
              <a:t>6/30/20</a:t>
            </a:fld>
            <a:endParaRPr lang="en-US" dirty="0">
              <a:solidFill>
                <a:prstClr val="black">
                  <a:tint val="75000"/>
                </a:prstClr>
              </a:solidFill>
            </a:endParaRPr>
          </a:p>
        </p:txBody>
      </p:sp>
      <p:sp>
        <p:nvSpPr>
          <p:cNvPr id="5" name="Footer Placeholder 4"/>
          <p:cNvSpPr>
            <a:spLocks noGrp="1"/>
          </p:cNvSpPr>
          <p:nvPr>
            <p:ph type="ftr" sz="quarter" idx="11"/>
          </p:nvPr>
        </p:nvSpPr>
        <p:spPr/>
        <p:txBody>
          <a:bodyPr/>
          <a:lstStyle/>
          <a:p>
            <a:endParaRPr lang="en-US" dirty="0">
              <a:solidFill>
                <a:prstClr val="black">
                  <a:tint val="75000"/>
                </a:prstClr>
              </a:solidFill>
            </a:endParaRPr>
          </a:p>
        </p:txBody>
      </p:sp>
      <p:sp>
        <p:nvSpPr>
          <p:cNvPr id="6" name="Slide Number Placeholder 5"/>
          <p:cNvSpPr>
            <a:spLocks noGrp="1"/>
          </p:cNvSpPr>
          <p:nvPr>
            <p:ph type="sldNum" sz="quarter" idx="12"/>
          </p:nvPr>
        </p:nvSpPr>
        <p:spPr/>
        <p:txBody>
          <a:bodyPr/>
          <a:lstStyle/>
          <a:p>
            <a:fld id="{71766878-3199-4EAB-94E7-2D6D11070E14}" type="slidenum">
              <a:rPr lang="en-US" smtClean="0">
                <a:solidFill>
                  <a:prstClr val="black">
                    <a:tint val="75000"/>
                  </a:prstClr>
                </a:solidFill>
              </a:rPr>
              <a:pPr/>
              <a:t>‹#›</a:t>
            </a:fld>
            <a:endParaRPr lang="en-US" dirty="0">
              <a:solidFill>
                <a:prstClr val="black">
                  <a:tint val="75000"/>
                </a:prstClr>
              </a:solidFill>
            </a:endParaRPr>
          </a:p>
        </p:txBody>
      </p:sp>
    </p:spTree>
    <p:extLst>
      <p:ext uri="{BB962C8B-B14F-4D97-AF65-F5344CB8AC3E}">
        <p14:creationId xmlns:p14="http://schemas.microsoft.com/office/powerpoint/2010/main" val="703424252"/>
      </p:ext>
    </p:extLst>
  </p:cSld>
  <p:clrMapOvr>
    <a:masterClrMapping/>
  </p:clrMapOvr>
</p:sldLayout>
</file>

<file path=ppt/slideLayouts/slideLayout69.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9334D819-9F07-4261-B09B-9E467E5D9002}" type="datetimeFigureOut">
              <a:rPr lang="en-US" smtClean="0">
                <a:solidFill>
                  <a:prstClr val="black">
                    <a:tint val="75000"/>
                  </a:prstClr>
                </a:solidFill>
              </a:rPr>
              <a:pPr/>
              <a:t>6/30/20</a:t>
            </a:fld>
            <a:endParaRPr lang="en-US" dirty="0">
              <a:solidFill>
                <a:prstClr val="black">
                  <a:tint val="75000"/>
                </a:prstClr>
              </a:solidFill>
            </a:endParaRPr>
          </a:p>
        </p:txBody>
      </p:sp>
      <p:sp>
        <p:nvSpPr>
          <p:cNvPr id="5" name="Footer Placeholder 4"/>
          <p:cNvSpPr>
            <a:spLocks noGrp="1"/>
          </p:cNvSpPr>
          <p:nvPr>
            <p:ph type="ftr" sz="quarter" idx="11"/>
          </p:nvPr>
        </p:nvSpPr>
        <p:spPr/>
        <p:txBody>
          <a:bodyPr/>
          <a:lstStyle/>
          <a:p>
            <a:endParaRPr lang="en-US" dirty="0">
              <a:solidFill>
                <a:prstClr val="black">
                  <a:tint val="75000"/>
                </a:prstClr>
              </a:solidFill>
            </a:endParaRPr>
          </a:p>
        </p:txBody>
      </p:sp>
      <p:sp>
        <p:nvSpPr>
          <p:cNvPr id="6" name="Slide Number Placeholder 5"/>
          <p:cNvSpPr>
            <a:spLocks noGrp="1"/>
          </p:cNvSpPr>
          <p:nvPr>
            <p:ph type="sldNum" sz="quarter" idx="12"/>
          </p:nvPr>
        </p:nvSpPr>
        <p:spPr/>
        <p:txBody>
          <a:bodyPr/>
          <a:lstStyle/>
          <a:p>
            <a:fld id="{71766878-3199-4EAB-94E7-2D6D11070E14}" type="slidenum">
              <a:rPr lang="en-US" smtClean="0">
                <a:solidFill>
                  <a:prstClr val="black">
                    <a:tint val="75000"/>
                  </a:prstClr>
                </a:solidFill>
              </a:rPr>
              <a:pPr/>
              <a:t>‹#›</a:t>
            </a:fld>
            <a:endParaRPr lang="en-US" dirty="0">
              <a:solidFill>
                <a:prstClr val="black">
                  <a:tint val="75000"/>
                </a:prstClr>
              </a:solidFill>
            </a:endParaRPr>
          </a:p>
        </p:txBody>
      </p:sp>
    </p:spTree>
    <p:extLst>
      <p:ext uri="{BB962C8B-B14F-4D97-AF65-F5344CB8AC3E}">
        <p14:creationId xmlns:p14="http://schemas.microsoft.com/office/powerpoint/2010/main" val="503243858"/>
      </p:ext>
    </p:extLst>
  </p:cSld>
  <p:clrMapOvr>
    <a:masterClrMapping/>
  </p:clrMapOvr>
</p:sldLayout>
</file>

<file path=ppt/slideLayouts/slideLayout70.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9334D819-9F07-4261-B09B-9E467E5D9002}" type="datetimeFigureOut">
              <a:rPr lang="en-US" smtClean="0">
                <a:solidFill>
                  <a:prstClr val="black">
                    <a:tint val="75000"/>
                  </a:prstClr>
                </a:solidFill>
              </a:rPr>
              <a:pPr/>
              <a:t>6/30/20</a:t>
            </a:fld>
            <a:endParaRPr lang="en-US" dirty="0">
              <a:solidFill>
                <a:prstClr val="black">
                  <a:tint val="75000"/>
                </a:prstClr>
              </a:solidFill>
            </a:endParaRPr>
          </a:p>
        </p:txBody>
      </p:sp>
      <p:sp>
        <p:nvSpPr>
          <p:cNvPr id="6" name="Footer Placeholder 5"/>
          <p:cNvSpPr>
            <a:spLocks noGrp="1"/>
          </p:cNvSpPr>
          <p:nvPr>
            <p:ph type="ftr" sz="quarter" idx="11"/>
          </p:nvPr>
        </p:nvSpPr>
        <p:spPr/>
        <p:txBody>
          <a:bodyPr/>
          <a:lstStyle/>
          <a:p>
            <a:endParaRPr lang="en-US" dirty="0">
              <a:solidFill>
                <a:prstClr val="black">
                  <a:tint val="75000"/>
                </a:prstClr>
              </a:solidFill>
            </a:endParaRPr>
          </a:p>
        </p:txBody>
      </p:sp>
      <p:sp>
        <p:nvSpPr>
          <p:cNvPr id="7" name="Slide Number Placeholder 6"/>
          <p:cNvSpPr>
            <a:spLocks noGrp="1"/>
          </p:cNvSpPr>
          <p:nvPr>
            <p:ph type="sldNum" sz="quarter" idx="12"/>
          </p:nvPr>
        </p:nvSpPr>
        <p:spPr/>
        <p:txBody>
          <a:bodyPr/>
          <a:lstStyle/>
          <a:p>
            <a:fld id="{71766878-3199-4EAB-94E7-2D6D11070E14}" type="slidenum">
              <a:rPr lang="en-US" smtClean="0">
                <a:solidFill>
                  <a:prstClr val="black">
                    <a:tint val="75000"/>
                  </a:prstClr>
                </a:solidFill>
              </a:rPr>
              <a:pPr/>
              <a:t>‹#›</a:t>
            </a:fld>
            <a:endParaRPr lang="en-US" dirty="0">
              <a:solidFill>
                <a:prstClr val="black">
                  <a:tint val="75000"/>
                </a:prstClr>
              </a:solidFill>
            </a:endParaRPr>
          </a:p>
        </p:txBody>
      </p:sp>
    </p:spTree>
    <p:extLst>
      <p:ext uri="{BB962C8B-B14F-4D97-AF65-F5344CB8AC3E}">
        <p14:creationId xmlns:p14="http://schemas.microsoft.com/office/powerpoint/2010/main" val="2100139441"/>
      </p:ext>
    </p:extLst>
  </p:cSld>
  <p:clrMapOvr>
    <a:masterClrMapping/>
  </p:clrMapOvr>
  <p:extLst>
    <p:ext uri="{DCECCB84-F9BA-43D5-87BE-67443E8EF086}">
      <p15:sldGuideLst xmlns:p15="http://schemas.microsoft.com/office/powerpoint/2012/main"/>
    </p:ext>
  </p:extLst>
</p:sldLayout>
</file>

<file path=ppt/slideLayouts/slideLayout71.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9334D819-9F07-4261-B09B-9E467E5D9002}" type="datetimeFigureOut">
              <a:rPr lang="en-US" smtClean="0">
                <a:solidFill>
                  <a:prstClr val="black">
                    <a:tint val="75000"/>
                  </a:prstClr>
                </a:solidFill>
              </a:rPr>
              <a:pPr/>
              <a:t>6/30/20</a:t>
            </a:fld>
            <a:endParaRPr lang="en-US" dirty="0">
              <a:solidFill>
                <a:prstClr val="black">
                  <a:tint val="75000"/>
                </a:prstClr>
              </a:solidFill>
            </a:endParaRPr>
          </a:p>
        </p:txBody>
      </p:sp>
      <p:sp>
        <p:nvSpPr>
          <p:cNvPr id="8" name="Footer Placeholder 7"/>
          <p:cNvSpPr>
            <a:spLocks noGrp="1"/>
          </p:cNvSpPr>
          <p:nvPr>
            <p:ph type="ftr" sz="quarter" idx="11"/>
          </p:nvPr>
        </p:nvSpPr>
        <p:spPr/>
        <p:txBody>
          <a:bodyPr/>
          <a:lstStyle/>
          <a:p>
            <a:endParaRPr lang="en-US" dirty="0">
              <a:solidFill>
                <a:prstClr val="black">
                  <a:tint val="75000"/>
                </a:prstClr>
              </a:solidFill>
            </a:endParaRPr>
          </a:p>
        </p:txBody>
      </p:sp>
      <p:sp>
        <p:nvSpPr>
          <p:cNvPr id="9" name="Slide Number Placeholder 8"/>
          <p:cNvSpPr>
            <a:spLocks noGrp="1"/>
          </p:cNvSpPr>
          <p:nvPr>
            <p:ph type="sldNum" sz="quarter" idx="12"/>
          </p:nvPr>
        </p:nvSpPr>
        <p:spPr/>
        <p:txBody>
          <a:bodyPr/>
          <a:lstStyle/>
          <a:p>
            <a:fld id="{71766878-3199-4EAB-94E7-2D6D11070E14}" type="slidenum">
              <a:rPr lang="en-US" smtClean="0">
                <a:solidFill>
                  <a:prstClr val="black">
                    <a:tint val="75000"/>
                  </a:prstClr>
                </a:solidFill>
              </a:rPr>
              <a:pPr/>
              <a:t>‹#›</a:t>
            </a:fld>
            <a:endParaRPr lang="en-US" dirty="0">
              <a:solidFill>
                <a:prstClr val="black">
                  <a:tint val="75000"/>
                </a:prstClr>
              </a:solidFill>
            </a:endParaRPr>
          </a:p>
        </p:txBody>
      </p:sp>
    </p:spTree>
    <p:extLst>
      <p:ext uri="{BB962C8B-B14F-4D97-AF65-F5344CB8AC3E}">
        <p14:creationId xmlns:p14="http://schemas.microsoft.com/office/powerpoint/2010/main" val="1849768497"/>
      </p:ext>
    </p:extLst>
  </p:cSld>
  <p:clrMapOvr>
    <a:masterClrMapping/>
  </p:clrMapOvr>
  <p:extLst>
    <p:ext uri="{DCECCB84-F9BA-43D5-87BE-67443E8EF086}">
      <p15:sldGuideLst xmlns:p15="http://schemas.microsoft.com/office/powerpoint/2012/main"/>
    </p:ext>
  </p:extLst>
</p:sldLayout>
</file>

<file path=ppt/slideLayouts/slideLayout72.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9334D819-9F07-4261-B09B-9E467E5D9002}" type="datetimeFigureOut">
              <a:rPr lang="en-US" smtClean="0">
                <a:solidFill>
                  <a:prstClr val="black">
                    <a:tint val="75000"/>
                  </a:prstClr>
                </a:solidFill>
              </a:rPr>
              <a:pPr/>
              <a:t>6/30/20</a:t>
            </a:fld>
            <a:endParaRPr lang="en-US" dirty="0">
              <a:solidFill>
                <a:prstClr val="black">
                  <a:tint val="75000"/>
                </a:prstClr>
              </a:solidFill>
            </a:endParaRPr>
          </a:p>
        </p:txBody>
      </p:sp>
      <p:sp>
        <p:nvSpPr>
          <p:cNvPr id="4" name="Footer Placeholder 3"/>
          <p:cNvSpPr>
            <a:spLocks noGrp="1"/>
          </p:cNvSpPr>
          <p:nvPr>
            <p:ph type="ftr" sz="quarter" idx="11"/>
          </p:nvPr>
        </p:nvSpPr>
        <p:spPr/>
        <p:txBody>
          <a:bodyPr/>
          <a:lstStyle/>
          <a:p>
            <a:endParaRPr lang="en-US" dirty="0">
              <a:solidFill>
                <a:prstClr val="black">
                  <a:tint val="75000"/>
                </a:prstClr>
              </a:solidFill>
            </a:endParaRPr>
          </a:p>
        </p:txBody>
      </p:sp>
      <p:sp>
        <p:nvSpPr>
          <p:cNvPr id="5" name="Slide Number Placeholder 4"/>
          <p:cNvSpPr>
            <a:spLocks noGrp="1"/>
          </p:cNvSpPr>
          <p:nvPr>
            <p:ph type="sldNum" sz="quarter" idx="12"/>
          </p:nvPr>
        </p:nvSpPr>
        <p:spPr/>
        <p:txBody>
          <a:bodyPr/>
          <a:lstStyle/>
          <a:p>
            <a:fld id="{71766878-3199-4EAB-94E7-2D6D11070E14}" type="slidenum">
              <a:rPr lang="en-US" smtClean="0">
                <a:solidFill>
                  <a:prstClr val="black">
                    <a:tint val="75000"/>
                  </a:prstClr>
                </a:solidFill>
              </a:rPr>
              <a:pPr/>
              <a:t>‹#›</a:t>
            </a:fld>
            <a:endParaRPr lang="en-US" dirty="0">
              <a:solidFill>
                <a:prstClr val="black">
                  <a:tint val="75000"/>
                </a:prstClr>
              </a:solidFill>
            </a:endParaRPr>
          </a:p>
        </p:txBody>
      </p:sp>
    </p:spTree>
    <p:extLst>
      <p:ext uri="{BB962C8B-B14F-4D97-AF65-F5344CB8AC3E}">
        <p14:creationId xmlns:p14="http://schemas.microsoft.com/office/powerpoint/2010/main" val="1443729721"/>
      </p:ext>
    </p:extLst>
  </p:cSld>
  <p:clrMapOvr>
    <a:masterClrMapping/>
  </p:clrMapOvr>
</p:sldLayout>
</file>

<file path=ppt/slideLayouts/slideLayout73.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9334D819-9F07-4261-B09B-9E467E5D9002}" type="datetimeFigureOut">
              <a:rPr lang="en-US" smtClean="0">
                <a:solidFill>
                  <a:prstClr val="black">
                    <a:tint val="75000"/>
                  </a:prstClr>
                </a:solidFill>
              </a:rPr>
              <a:pPr/>
              <a:t>6/30/20</a:t>
            </a:fld>
            <a:endParaRPr lang="en-US" dirty="0">
              <a:solidFill>
                <a:prstClr val="black">
                  <a:tint val="75000"/>
                </a:prstClr>
              </a:solidFill>
            </a:endParaRPr>
          </a:p>
        </p:txBody>
      </p:sp>
      <p:sp>
        <p:nvSpPr>
          <p:cNvPr id="3" name="Footer Placeholder 2"/>
          <p:cNvSpPr>
            <a:spLocks noGrp="1"/>
          </p:cNvSpPr>
          <p:nvPr>
            <p:ph type="ftr" sz="quarter" idx="11"/>
          </p:nvPr>
        </p:nvSpPr>
        <p:spPr/>
        <p:txBody>
          <a:bodyPr/>
          <a:lstStyle/>
          <a:p>
            <a:endParaRPr lang="en-US" dirty="0">
              <a:solidFill>
                <a:prstClr val="black">
                  <a:tint val="75000"/>
                </a:prstClr>
              </a:solidFill>
            </a:endParaRPr>
          </a:p>
        </p:txBody>
      </p:sp>
      <p:sp>
        <p:nvSpPr>
          <p:cNvPr id="4" name="Slide Number Placeholder 3"/>
          <p:cNvSpPr>
            <a:spLocks noGrp="1"/>
          </p:cNvSpPr>
          <p:nvPr>
            <p:ph type="sldNum" sz="quarter" idx="12"/>
          </p:nvPr>
        </p:nvSpPr>
        <p:spPr/>
        <p:txBody>
          <a:bodyPr/>
          <a:lstStyle/>
          <a:p>
            <a:fld id="{71766878-3199-4EAB-94E7-2D6D11070E14}" type="slidenum">
              <a:rPr lang="en-US" smtClean="0">
                <a:solidFill>
                  <a:prstClr val="black">
                    <a:tint val="75000"/>
                  </a:prstClr>
                </a:solidFill>
              </a:rPr>
              <a:pPr/>
              <a:t>‹#›</a:t>
            </a:fld>
            <a:endParaRPr lang="en-US" dirty="0">
              <a:solidFill>
                <a:prstClr val="black">
                  <a:tint val="75000"/>
                </a:prstClr>
              </a:solidFill>
            </a:endParaRPr>
          </a:p>
        </p:txBody>
      </p:sp>
    </p:spTree>
    <p:extLst>
      <p:ext uri="{BB962C8B-B14F-4D97-AF65-F5344CB8AC3E}">
        <p14:creationId xmlns:p14="http://schemas.microsoft.com/office/powerpoint/2010/main" val="379869471"/>
      </p:ext>
    </p:extLst>
  </p:cSld>
  <p:clrMapOvr>
    <a:masterClrMapping/>
  </p:clrMapOvr>
</p:sldLayout>
</file>

<file path=ppt/slideLayouts/slideLayout74.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9334D819-9F07-4261-B09B-9E467E5D9002}" type="datetimeFigureOut">
              <a:rPr lang="en-US" smtClean="0">
                <a:solidFill>
                  <a:prstClr val="black">
                    <a:tint val="75000"/>
                  </a:prstClr>
                </a:solidFill>
              </a:rPr>
              <a:pPr/>
              <a:t>6/30/20</a:t>
            </a:fld>
            <a:endParaRPr lang="en-US" dirty="0">
              <a:solidFill>
                <a:prstClr val="black">
                  <a:tint val="75000"/>
                </a:prstClr>
              </a:solidFill>
            </a:endParaRPr>
          </a:p>
        </p:txBody>
      </p:sp>
      <p:sp>
        <p:nvSpPr>
          <p:cNvPr id="6" name="Footer Placeholder 5"/>
          <p:cNvSpPr>
            <a:spLocks noGrp="1"/>
          </p:cNvSpPr>
          <p:nvPr>
            <p:ph type="ftr" sz="quarter" idx="11"/>
          </p:nvPr>
        </p:nvSpPr>
        <p:spPr/>
        <p:txBody>
          <a:bodyPr/>
          <a:lstStyle/>
          <a:p>
            <a:endParaRPr lang="en-US" dirty="0">
              <a:solidFill>
                <a:prstClr val="black">
                  <a:tint val="75000"/>
                </a:prstClr>
              </a:solidFill>
            </a:endParaRPr>
          </a:p>
        </p:txBody>
      </p:sp>
      <p:sp>
        <p:nvSpPr>
          <p:cNvPr id="7" name="Slide Number Placeholder 6"/>
          <p:cNvSpPr>
            <a:spLocks noGrp="1"/>
          </p:cNvSpPr>
          <p:nvPr>
            <p:ph type="sldNum" sz="quarter" idx="12"/>
          </p:nvPr>
        </p:nvSpPr>
        <p:spPr/>
        <p:txBody>
          <a:bodyPr/>
          <a:lstStyle/>
          <a:p>
            <a:fld id="{71766878-3199-4EAB-94E7-2D6D11070E14}" type="slidenum">
              <a:rPr lang="en-US" smtClean="0">
                <a:solidFill>
                  <a:prstClr val="black">
                    <a:tint val="75000"/>
                  </a:prstClr>
                </a:solidFill>
              </a:rPr>
              <a:pPr/>
              <a:t>‹#›</a:t>
            </a:fld>
            <a:endParaRPr lang="en-US" dirty="0">
              <a:solidFill>
                <a:prstClr val="black">
                  <a:tint val="75000"/>
                </a:prstClr>
              </a:solidFill>
            </a:endParaRPr>
          </a:p>
        </p:txBody>
      </p:sp>
    </p:spTree>
    <p:extLst>
      <p:ext uri="{BB962C8B-B14F-4D97-AF65-F5344CB8AC3E}">
        <p14:creationId xmlns:p14="http://schemas.microsoft.com/office/powerpoint/2010/main" val="2144164996"/>
      </p:ext>
    </p:extLst>
  </p:cSld>
  <p:clrMapOvr>
    <a:masterClrMapping/>
  </p:clrMapOvr>
  <p:extLst>
    <p:ext uri="{DCECCB84-F9BA-43D5-87BE-67443E8EF086}">
      <p15:sldGuideLst xmlns:p15="http://schemas.microsoft.com/office/powerpoint/2012/main"/>
    </p:ext>
  </p:extLst>
</p:sldLayout>
</file>

<file path=ppt/slideLayouts/slideLayout75.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9334D819-9F07-4261-B09B-9E467E5D9002}" type="datetimeFigureOut">
              <a:rPr lang="en-US" smtClean="0">
                <a:solidFill>
                  <a:prstClr val="black">
                    <a:tint val="75000"/>
                  </a:prstClr>
                </a:solidFill>
              </a:rPr>
              <a:pPr/>
              <a:t>6/30/20</a:t>
            </a:fld>
            <a:endParaRPr lang="en-US" dirty="0">
              <a:solidFill>
                <a:prstClr val="black">
                  <a:tint val="75000"/>
                </a:prstClr>
              </a:solidFill>
            </a:endParaRPr>
          </a:p>
        </p:txBody>
      </p:sp>
      <p:sp>
        <p:nvSpPr>
          <p:cNvPr id="6" name="Footer Placeholder 5"/>
          <p:cNvSpPr>
            <a:spLocks noGrp="1"/>
          </p:cNvSpPr>
          <p:nvPr>
            <p:ph type="ftr" sz="quarter" idx="11"/>
          </p:nvPr>
        </p:nvSpPr>
        <p:spPr/>
        <p:txBody>
          <a:bodyPr/>
          <a:lstStyle/>
          <a:p>
            <a:endParaRPr lang="en-US" dirty="0">
              <a:solidFill>
                <a:prstClr val="black">
                  <a:tint val="75000"/>
                </a:prstClr>
              </a:solidFill>
            </a:endParaRPr>
          </a:p>
        </p:txBody>
      </p:sp>
      <p:sp>
        <p:nvSpPr>
          <p:cNvPr id="7" name="Slide Number Placeholder 6"/>
          <p:cNvSpPr>
            <a:spLocks noGrp="1"/>
          </p:cNvSpPr>
          <p:nvPr>
            <p:ph type="sldNum" sz="quarter" idx="12"/>
          </p:nvPr>
        </p:nvSpPr>
        <p:spPr/>
        <p:txBody>
          <a:bodyPr/>
          <a:lstStyle/>
          <a:p>
            <a:fld id="{71766878-3199-4EAB-94E7-2D6D11070E14}" type="slidenum">
              <a:rPr lang="en-US" smtClean="0">
                <a:solidFill>
                  <a:prstClr val="black">
                    <a:tint val="75000"/>
                  </a:prstClr>
                </a:solidFill>
              </a:rPr>
              <a:pPr/>
              <a:t>‹#›</a:t>
            </a:fld>
            <a:endParaRPr lang="en-US" dirty="0">
              <a:solidFill>
                <a:prstClr val="black">
                  <a:tint val="75000"/>
                </a:prstClr>
              </a:solidFill>
            </a:endParaRPr>
          </a:p>
        </p:txBody>
      </p:sp>
    </p:spTree>
    <p:extLst>
      <p:ext uri="{BB962C8B-B14F-4D97-AF65-F5344CB8AC3E}">
        <p14:creationId xmlns:p14="http://schemas.microsoft.com/office/powerpoint/2010/main" val="2121372164"/>
      </p:ext>
    </p:extLst>
  </p:cSld>
  <p:clrMapOvr>
    <a:masterClrMapping/>
  </p:clrMapOvr>
</p:sldLayout>
</file>

<file path=ppt/slideLayouts/slideLayout7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9334D819-9F07-4261-B09B-9E467E5D9002}" type="datetimeFigureOut">
              <a:rPr lang="en-US" smtClean="0">
                <a:solidFill>
                  <a:prstClr val="black">
                    <a:tint val="75000"/>
                  </a:prstClr>
                </a:solidFill>
              </a:rPr>
              <a:pPr/>
              <a:t>6/30/20</a:t>
            </a:fld>
            <a:endParaRPr lang="en-US" dirty="0">
              <a:solidFill>
                <a:prstClr val="black">
                  <a:tint val="75000"/>
                </a:prstClr>
              </a:solidFill>
            </a:endParaRPr>
          </a:p>
        </p:txBody>
      </p:sp>
      <p:sp>
        <p:nvSpPr>
          <p:cNvPr id="5" name="Footer Placeholder 4"/>
          <p:cNvSpPr>
            <a:spLocks noGrp="1"/>
          </p:cNvSpPr>
          <p:nvPr>
            <p:ph type="ftr" sz="quarter" idx="11"/>
          </p:nvPr>
        </p:nvSpPr>
        <p:spPr/>
        <p:txBody>
          <a:bodyPr/>
          <a:lstStyle/>
          <a:p>
            <a:endParaRPr lang="en-US" dirty="0">
              <a:solidFill>
                <a:prstClr val="black">
                  <a:tint val="75000"/>
                </a:prstClr>
              </a:solidFill>
            </a:endParaRPr>
          </a:p>
        </p:txBody>
      </p:sp>
      <p:sp>
        <p:nvSpPr>
          <p:cNvPr id="6" name="Slide Number Placeholder 5"/>
          <p:cNvSpPr>
            <a:spLocks noGrp="1"/>
          </p:cNvSpPr>
          <p:nvPr>
            <p:ph type="sldNum" sz="quarter" idx="12"/>
          </p:nvPr>
        </p:nvSpPr>
        <p:spPr/>
        <p:txBody>
          <a:bodyPr/>
          <a:lstStyle/>
          <a:p>
            <a:fld id="{71766878-3199-4EAB-94E7-2D6D11070E14}" type="slidenum">
              <a:rPr lang="en-US" smtClean="0">
                <a:solidFill>
                  <a:prstClr val="black">
                    <a:tint val="75000"/>
                  </a:prstClr>
                </a:solidFill>
              </a:rPr>
              <a:pPr/>
              <a:t>‹#›</a:t>
            </a:fld>
            <a:endParaRPr lang="en-US" dirty="0">
              <a:solidFill>
                <a:prstClr val="black">
                  <a:tint val="75000"/>
                </a:prstClr>
              </a:solidFill>
            </a:endParaRPr>
          </a:p>
        </p:txBody>
      </p:sp>
    </p:spTree>
    <p:extLst>
      <p:ext uri="{BB962C8B-B14F-4D97-AF65-F5344CB8AC3E}">
        <p14:creationId xmlns:p14="http://schemas.microsoft.com/office/powerpoint/2010/main" val="603533342"/>
      </p:ext>
    </p:extLst>
  </p:cSld>
  <p:clrMapOvr>
    <a:masterClrMapping/>
  </p:clrMapOvr>
</p:sldLayout>
</file>

<file path=ppt/slideLayouts/slideLayout77.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9334D819-9F07-4261-B09B-9E467E5D9002}" type="datetimeFigureOut">
              <a:rPr lang="en-US" smtClean="0">
                <a:solidFill>
                  <a:prstClr val="black">
                    <a:tint val="75000"/>
                  </a:prstClr>
                </a:solidFill>
              </a:rPr>
              <a:pPr/>
              <a:t>6/30/20</a:t>
            </a:fld>
            <a:endParaRPr lang="en-US" dirty="0">
              <a:solidFill>
                <a:prstClr val="black">
                  <a:tint val="75000"/>
                </a:prstClr>
              </a:solidFill>
            </a:endParaRPr>
          </a:p>
        </p:txBody>
      </p:sp>
      <p:sp>
        <p:nvSpPr>
          <p:cNvPr id="5" name="Footer Placeholder 4"/>
          <p:cNvSpPr>
            <a:spLocks noGrp="1"/>
          </p:cNvSpPr>
          <p:nvPr>
            <p:ph type="ftr" sz="quarter" idx="11"/>
          </p:nvPr>
        </p:nvSpPr>
        <p:spPr/>
        <p:txBody>
          <a:bodyPr/>
          <a:lstStyle/>
          <a:p>
            <a:endParaRPr lang="en-US" dirty="0">
              <a:solidFill>
                <a:prstClr val="black">
                  <a:tint val="75000"/>
                </a:prstClr>
              </a:solidFill>
            </a:endParaRPr>
          </a:p>
        </p:txBody>
      </p:sp>
      <p:sp>
        <p:nvSpPr>
          <p:cNvPr id="6" name="Slide Number Placeholder 5"/>
          <p:cNvSpPr>
            <a:spLocks noGrp="1"/>
          </p:cNvSpPr>
          <p:nvPr>
            <p:ph type="sldNum" sz="quarter" idx="12"/>
          </p:nvPr>
        </p:nvSpPr>
        <p:spPr/>
        <p:txBody>
          <a:bodyPr/>
          <a:lstStyle/>
          <a:p>
            <a:fld id="{71766878-3199-4EAB-94E7-2D6D11070E14}" type="slidenum">
              <a:rPr lang="en-US" smtClean="0">
                <a:solidFill>
                  <a:prstClr val="black">
                    <a:tint val="75000"/>
                  </a:prstClr>
                </a:solidFill>
              </a:rPr>
              <a:pPr/>
              <a:t>‹#›</a:t>
            </a:fld>
            <a:endParaRPr lang="en-US" dirty="0">
              <a:solidFill>
                <a:prstClr val="black">
                  <a:tint val="75000"/>
                </a:prstClr>
              </a:solidFill>
            </a:endParaRPr>
          </a:p>
        </p:txBody>
      </p:sp>
    </p:spTree>
    <p:extLst>
      <p:ext uri="{BB962C8B-B14F-4D97-AF65-F5344CB8AC3E}">
        <p14:creationId xmlns:p14="http://schemas.microsoft.com/office/powerpoint/2010/main" val="1884058478"/>
      </p:ext>
    </p:extLst>
  </p:cSld>
  <p:clrMapOvr>
    <a:masterClrMapping/>
  </p:clrMapOvr>
</p:sldLayout>
</file>

<file path=ppt/slideLayouts/slideLayout78.xml><?xml version="1.0" encoding="utf-8"?>
<p:sldLayout xmlns:a="http://schemas.openxmlformats.org/drawingml/2006/main" xmlns:r="http://schemas.openxmlformats.org/officeDocument/2006/relationships" xmlns:p="http://schemas.openxmlformats.org/presentationml/2006/main" type="tx">
  <p:cSld name="Title and Body">
    <p:spTree>
      <p:nvGrpSpPr>
        <p:cNvPr id="1" name="Shape 10"/>
        <p:cNvGrpSpPr/>
        <p:nvPr/>
      </p:nvGrpSpPr>
      <p:grpSpPr>
        <a:xfrm>
          <a:off x="0" y="0"/>
          <a:ext cx="0" cy="0"/>
          <a:chOff x="0" y="0"/>
          <a:chExt cx="0" cy="0"/>
        </a:xfrm>
      </p:grpSpPr>
      <p:sp>
        <p:nvSpPr>
          <p:cNvPr id="11" name="Shape 11"/>
          <p:cNvSpPr txBox="1">
            <a:spLocks noGrp="1"/>
          </p:cNvSpPr>
          <p:nvPr>
            <p:ph type="title"/>
          </p:nvPr>
        </p:nvSpPr>
        <p:spPr>
          <a:xfrm>
            <a:off x="609600" y="274637"/>
            <a:ext cx="10972800" cy="1143000"/>
          </a:xfrm>
          <a:prstGeom prst="rect">
            <a:avLst/>
          </a:prstGeom>
        </p:spPr>
        <p:txBody>
          <a:bodyPr lIns="91425" tIns="91425" rIns="91425" bIns="91425" anchor="b" anchorCtr="0"/>
          <a:lstStyle>
            <a:lvl1pPr>
              <a:spcBef>
                <a:spcPts val="0"/>
              </a:spcBef>
              <a:defRPr/>
            </a:lvl1pPr>
            <a:lvl2pPr>
              <a:spcBef>
                <a:spcPts val="0"/>
              </a:spcBef>
              <a:defRPr/>
            </a:lvl2pPr>
            <a:lvl3pPr>
              <a:spcBef>
                <a:spcPts val="0"/>
              </a:spcBef>
              <a:defRPr/>
            </a:lvl3pPr>
            <a:lvl4pPr>
              <a:spcBef>
                <a:spcPts val="0"/>
              </a:spcBef>
              <a:defRPr/>
            </a:lvl4pPr>
            <a:lvl5pPr>
              <a:spcBef>
                <a:spcPts val="0"/>
              </a:spcBef>
              <a:defRPr/>
            </a:lvl5pPr>
            <a:lvl6pPr>
              <a:spcBef>
                <a:spcPts val="0"/>
              </a:spcBef>
              <a:defRPr/>
            </a:lvl6pPr>
            <a:lvl7pPr>
              <a:spcBef>
                <a:spcPts val="0"/>
              </a:spcBef>
              <a:defRPr/>
            </a:lvl7pPr>
            <a:lvl8pPr>
              <a:spcBef>
                <a:spcPts val="0"/>
              </a:spcBef>
              <a:defRPr/>
            </a:lvl8pPr>
            <a:lvl9pPr>
              <a:spcBef>
                <a:spcPts val="0"/>
              </a:spcBef>
              <a:defRPr/>
            </a:lvl9pPr>
          </a:lstStyle>
          <a:p>
            <a:endParaRPr/>
          </a:p>
        </p:txBody>
      </p:sp>
      <p:sp>
        <p:nvSpPr>
          <p:cNvPr id="12" name="Shape 12"/>
          <p:cNvSpPr txBox="1">
            <a:spLocks noGrp="1"/>
          </p:cNvSpPr>
          <p:nvPr>
            <p:ph type="body" idx="1"/>
          </p:nvPr>
        </p:nvSpPr>
        <p:spPr>
          <a:xfrm>
            <a:off x="609600" y="1600200"/>
            <a:ext cx="10972800" cy="4967573"/>
          </a:xfrm>
          <a:prstGeom prst="rect">
            <a:avLst/>
          </a:prstGeom>
        </p:spPr>
        <p:txBody>
          <a:bodyPr lIns="91425" tIns="91425" rIns="91425" bIns="91425" anchor="t" anchorCtr="0"/>
          <a:lstStyle>
            <a:lvl1pPr>
              <a:spcBef>
                <a:spcPts val="0"/>
              </a:spcBef>
              <a:defRPr/>
            </a:lvl1pPr>
            <a:lvl2pPr>
              <a:spcBef>
                <a:spcPts val="0"/>
              </a:spcBef>
              <a:defRPr/>
            </a:lvl2pPr>
            <a:lvl3pPr>
              <a:spcBef>
                <a:spcPts val="0"/>
              </a:spcBef>
              <a:defRPr/>
            </a:lvl3pPr>
            <a:lvl4pPr>
              <a:spcBef>
                <a:spcPts val="0"/>
              </a:spcBef>
              <a:defRPr/>
            </a:lvl4pPr>
            <a:lvl5pPr>
              <a:spcBef>
                <a:spcPts val="0"/>
              </a:spcBef>
              <a:defRPr/>
            </a:lvl5pPr>
            <a:lvl6pPr>
              <a:spcBef>
                <a:spcPts val="0"/>
              </a:spcBef>
              <a:defRPr/>
            </a:lvl6pPr>
            <a:lvl7pPr>
              <a:spcBef>
                <a:spcPts val="0"/>
              </a:spcBef>
              <a:defRPr/>
            </a:lvl7pPr>
            <a:lvl8pPr>
              <a:spcBef>
                <a:spcPts val="0"/>
              </a:spcBef>
              <a:defRPr/>
            </a:lvl8pPr>
            <a:lvl9pPr>
              <a:spcBef>
                <a:spcPts val="0"/>
              </a:spcBef>
              <a:defRPr/>
            </a:lvl9pPr>
          </a:lstStyle>
          <a:p>
            <a:endParaRPr/>
          </a:p>
        </p:txBody>
      </p:sp>
    </p:spTree>
    <p:extLst>
      <p:ext uri="{BB962C8B-B14F-4D97-AF65-F5344CB8AC3E}">
        <p14:creationId xmlns:p14="http://schemas.microsoft.com/office/powerpoint/2010/main" val="199393907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9.xml"/><Relationship Id="rId13" Type="http://schemas.openxmlformats.org/officeDocument/2006/relationships/slideLayout" Target="../slideLayouts/slideLayout24.xml"/><Relationship Id="rId18" Type="http://schemas.openxmlformats.org/officeDocument/2006/relationships/theme" Target="../theme/theme2.xml"/><Relationship Id="rId3" Type="http://schemas.openxmlformats.org/officeDocument/2006/relationships/slideLayout" Target="../slideLayouts/slideLayout14.xml"/><Relationship Id="rId7" Type="http://schemas.openxmlformats.org/officeDocument/2006/relationships/slideLayout" Target="../slideLayouts/slideLayout18.xml"/><Relationship Id="rId12" Type="http://schemas.openxmlformats.org/officeDocument/2006/relationships/slideLayout" Target="../slideLayouts/slideLayout23.xml"/><Relationship Id="rId17" Type="http://schemas.openxmlformats.org/officeDocument/2006/relationships/slideLayout" Target="../slideLayouts/slideLayout28.xml"/><Relationship Id="rId2" Type="http://schemas.openxmlformats.org/officeDocument/2006/relationships/slideLayout" Target="../slideLayouts/slideLayout13.xml"/><Relationship Id="rId16" Type="http://schemas.openxmlformats.org/officeDocument/2006/relationships/slideLayout" Target="../slideLayouts/slideLayout27.xml"/><Relationship Id="rId1" Type="http://schemas.openxmlformats.org/officeDocument/2006/relationships/slideLayout" Target="../slideLayouts/slideLayout12.xml"/><Relationship Id="rId6" Type="http://schemas.openxmlformats.org/officeDocument/2006/relationships/slideLayout" Target="../slideLayouts/slideLayout17.xml"/><Relationship Id="rId11" Type="http://schemas.openxmlformats.org/officeDocument/2006/relationships/slideLayout" Target="../slideLayouts/slideLayout22.xml"/><Relationship Id="rId5" Type="http://schemas.openxmlformats.org/officeDocument/2006/relationships/slideLayout" Target="../slideLayouts/slideLayout16.xml"/><Relationship Id="rId15" Type="http://schemas.openxmlformats.org/officeDocument/2006/relationships/slideLayout" Target="../slideLayouts/slideLayout26.xml"/><Relationship Id="rId10" Type="http://schemas.openxmlformats.org/officeDocument/2006/relationships/slideLayout" Target="../slideLayouts/slideLayout21.xml"/><Relationship Id="rId4" Type="http://schemas.openxmlformats.org/officeDocument/2006/relationships/slideLayout" Target="../slideLayouts/slideLayout15.xml"/><Relationship Id="rId9" Type="http://schemas.openxmlformats.org/officeDocument/2006/relationships/slideLayout" Target="../slideLayouts/slideLayout20.xml"/><Relationship Id="rId14" Type="http://schemas.openxmlformats.org/officeDocument/2006/relationships/slideLayout" Target="../slideLayouts/slideLayout25.xml"/></Relationships>
</file>

<file path=ppt/slideMasters/_rels/slideMaster3.xml.rels><?xml version="1.0" encoding="UTF-8" standalone="yes"?>
<Relationships xmlns="http://schemas.openxmlformats.org/package/2006/relationships"><Relationship Id="rId8" Type="http://schemas.openxmlformats.org/officeDocument/2006/relationships/slideLayout" Target="../slideLayouts/slideLayout36.xml"/><Relationship Id="rId13" Type="http://schemas.openxmlformats.org/officeDocument/2006/relationships/slideLayout" Target="../slideLayouts/slideLayout41.xml"/><Relationship Id="rId3" Type="http://schemas.openxmlformats.org/officeDocument/2006/relationships/slideLayout" Target="../slideLayouts/slideLayout31.xml"/><Relationship Id="rId7" Type="http://schemas.openxmlformats.org/officeDocument/2006/relationships/slideLayout" Target="../slideLayouts/slideLayout35.xml"/><Relationship Id="rId12" Type="http://schemas.openxmlformats.org/officeDocument/2006/relationships/slideLayout" Target="../slideLayouts/slideLayout40.xml"/><Relationship Id="rId17" Type="http://schemas.openxmlformats.org/officeDocument/2006/relationships/theme" Target="../theme/theme3.xml"/><Relationship Id="rId2" Type="http://schemas.openxmlformats.org/officeDocument/2006/relationships/slideLayout" Target="../slideLayouts/slideLayout30.xml"/><Relationship Id="rId16" Type="http://schemas.openxmlformats.org/officeDocument/2006/relationships/slideLayout" Target="../slideLayouts/slideLayout44.xml"/><Relationship Id="rId1" Type="http://schemas.openxmlformats.org/officeDocument/2006/relationships/slideLayout" Target="../slideLayouts/slideLayout29.xml"/><Relationship Id="rId6" Type="http://schemas.openxmlformats.org/officeDocument/2006/relationships/slideLayout" Target="../slideLayouts/slideLayout34.xml"/><Relationship Id="rId11" Type="http://schemas.openxmlformats.org/officeDocument/2006/relationships/slideLayout" Target="../slideLayouts/slideLayout39.xml"/><Relationship Id="rId5" Type="http://schemas.openxmlformats.org/officeDocument/2006/relationships/slideLayout" Target="../slideLayouts/slideLayout33.xml"/><Relationship Id="rId15" Type="http://schemas.openxmlformats.org/officeDocument/2006/relationships/slideLayout" Target="../slideLayouts/slideLayout43.xml"/><Relationship Id="rId10" Type="http://schemas.openxmlformats.org/officeDocument/2006/relationships/slideLayout" Target="../slideLayouts/slideLayout38.xml"/><Relationship Id="rId4" Type="http://schemas.openxmlformats.org/officeDocument/2006/relationships/slideLayout" Target="../slideLayouts/slideLayout32.xml"/><Relationship Id="rId9" Type="http://schemas.openxmlformats.org/officeDocument/2006/relationships/slideLayout" Target="../slideLayouts/slideLayout37.xml"/><Relationship Id="rId14" Type="http://schemas.openxmlformats.org/officeDocument/2006/relationships/slideLayout" Target="../slideLayouts/slideLayout42.xml"/></Relationships>
</file>

<file path=ppt/slideMasters/_rels/slideMaster4.xml.rels><?xml version="1.0" encoding="UTF-8" standalone="yes"?>
<Relationships xmlns="http://schemas.openxmlformats.org/package/2006/relationships"><Relationship Id="rId8" Type="http://schemas.openxmlformats.org/officeDocument/2006/relationships/slideLayout" Target="../slideLayouts/slideLayout52.xml"/><Relationship Id="rId13" Type="http://schemas.openxmlformats.org/officeDocument/2006/relationships/image" Target="../media/image1.jpeg"/><Relationship Id="rId3" Type="http://schemas.openxmlformats.org/officeDocument/2006/relationships/slideLayout" Target="../slideLayouts/slideLayout47.xml"/><Relationship Id="rId7" Type="http://schemas.openxmlformats.org/officeDocument/2006/relationships/slideLayout" Target="../slideLayouts/slideLayout51.xml"/><Relationship Id="rId12" Type="http://schemas.openxmlformats.org/officeDocument/2006/relationships/theme" Target="../theme/theme4.xml"/><Relationship Id="rId2" Type="http://schemas.openxmlformats.org/officeDocument/2006/relationships/slideLayout" Target="../slideLayouts/slideLayout46.xml"/><Relationship Id="rId1" Type="http://schemas.openxmlformats.org/officeDocument/2006/relationships/slideLayout" Target="../slideLayouts/slideLayout45.xml"/><Relationship Id="rId6" Type="http://schemas.openxmlformats.org/officeDocument/2006/relationships/slideLayout" Target="../slideLayouts/slideLayout50.xml"/><Relationship Id="rId11" Type="http://schemas.openxmlformats.org/officeDocument/2006/relationships/slideLayout" Target="../slideLayouts/slideLayout55.xml"/><Relationship Id="rId5" Type="http://schemas.openxmlformats.org/officeDocument/2006/relationships/slideLayout" Target="../slideLayouts/slideLayout49.xml"/><Relationship Id="rId10" Type="http://schemas.openxmlformats.org/officeDocument/2006/relationships/slideLayout" Target="../slideLayouts/slideLayout54.xml"/><Relationship Id="rId4" Type="http://schemas.openxmlformats.org/officeDocument/2006/relationships/slideLayout" Target="../slideLayouts/slideLayout48.xml"/><Relationship Id="rId9" Type="http://schemas.openxmlformats.org/officeDocument/2006/relationships/slideLayout" Target="../slideLayouts/slideLayout53.xml"/><Relationship Id="rId14" Type="http://schemas.openxmlformats.org/officeDocument/2006/relationships/image" Target="../media/image2.jpeg"/></Relationships>
</file>

<file path=ppt/slideMasters/_rels/slideMaster5.xml.rels><?xml version="1.0" encoding="UTF-8" standalone="yes"?>
<Relationships xmlns="http://schemas.openxmlformats.org/package/2006/relationships"><Relationship Id="rId8" Type="http://schemas.openxmlformats.org/officeDocument/2006/relationships/slideLayout" Target="../slideLayouts/slideLayout63.xml"/><Relationship Id="rId13" Type="http://schemas.openxmlformats.org/officeDocument/2006/relationships/image" Target="../media/image1.jpeg"/><Relationship Id="rId3" Type="http://schemas.openxmlformats.org/officeDocument/2006/relationships/slideLayout" Target="../slideLayouts/slideLayout58.xml"/><Relationship Id="rId7" Type="http://schemas.openxmlformats.org/officeDocument/2006/relationships/slideLayout" Target="../slideLayouts/slideLayout62.xml"/><Relationship Id="rId12" Type="http://schemas.openxmlformats.org/officeDocument/2006/relationships/theme" Target="../theme/theme5.xml"/><Relationship Id="rId2" Type="http://schemas.openxmlformats.org/officeDocument/2006/relationships/slideLayout" Target="../slideLayouts/slideLayout57.xml"/><Relationship Id="rId1" Type="http://schemas.openxmlformats.org/officeDocument/2006/relationships/slideLayout" Target="../slideLayouts/slideLayout56.xml"/><Relationship Id="rId6" Type="http://schemas.openxmlformats.org/officeDocument/2006/relationships/slideLayout" Target="../slideLayouts/slideLayout61.xml"/><Relationship Id="rId11" Type="http://schemas.openxmlformats.org/officeDocument/2006/relationships/slideLayout" Target="../slideLayouts/slideLayout66.xml"/><Relationship Id="rId5" Type="http://schemas.openxmlformats.org/officeDocument/2006/relationships/slideLayout" Target="../slideLayouts/slideLayout60.xml"/><Relationship Id="rId10" Type="http://schemas.openxmlformats.org/officeDocument/2006/relationships/slideLayout" Target="../slideLayouts/slideLayout65.xml"/><Relationship Id="rId4" Type="http://schemas.openxmlformats.org/officeDocument/2006/relationships/slideLayout" Target="../slideLayouts/slideLayout59.xml"/><Relationship Id="rId9" Type="http://schemas.openxmlformats.org/officeDocument/2006/relationships/slideLayout" Target="../slideLayouts/slideLayout64.xml"/><Relationship Id="rId14" Type="http://schemas.openxmlformats.org/officeDocument/2006/relationships/image" Target="../media/image2.jpeg"/></Relationships>
</file>

<file path=ppt/slideMasters/_rels/slideMaster6.xml.rels><?xml version="1.0" encoding="UTF-8" standalone="yes"?>
<Relationships xmlns="http://schemas.openxmlformats.org/package/2006/relationships"><Relationship Id="rId8" Type="http://schemas.openxmlformats.org/officeDocument/2006/relationships/slideLayout" Target="../slideLayouts/slideLayout74.xml"/><Relationship Id="rId13" Type="http://schemas.openxmlformats.org/officeDocument/2006/relationships/theme" Target="../theme/theme6.xml"/><Relationship Id="rId3" Type="http://schemas.openxmlformats.org/officeDocument/2006/relationships/slideLayout" Target="../slideLayouts/slideLayout69.xml"/><Relationship Id="rId7" Type="http://schemas.openxmlformats.org/officeDocument/2006/relationships/slideLayout" Target="../slideLayouts/slideLayout73.xml"/><Relationship Id="rId12" Type="http://schemas.openxmlformats.org/officeDocument/2006/relationships/slideLayout" Target="../slideLayouts/slideLayout78.xml"/><Relationship Id="rId2" Type="http://schemas.openxmlformats.org/officeDocument/2006/relationships/slideLayout" Target="../slideLayouts/slideLayout68.xml"/><Relationship Id="rId1" Type="http://schemas.openxmlformats.org/officeDocument/2006/relationships/slideLayout" Target="../slideLayouts/slideLayout67.xml"/><Relationship Id="rId6" Type="http://schemas.openxmlformats.org/officeDocument/2006/relationships/slideLayout" Target="../slideLayouts/slideLayout72.xml"/><Relationship Id="rId11" Type="http://schemas.openxmlformats.org/officeDocument/2006/relationships/slideLayout" Target="../slideLayouts/slideLayout77.xml"/><Relationship Id="rId5" Type="http://schemas.openxmlformats.org/officeDocument/2006/relationships/slideLayout" Target="../slideLayouts/slideLayout71.xml"/><Relationship Id="rId10" Type="http://schemas.openxmlformats.org/officeDocument/2006/relationships/slideLayout" Target="../slideLayouts/slideLayout76.xml"/><Relationship Id="rId4" Type="http://schemas.openxmlformats.org/officeDocument/2006/relationships/slideLayout" Target="../slideLayouts/slideLayout70.xml"/><Relationship Id="rId9" Type="http://schemas.openxmlformats.org/officeDocument/2006/relationships/slideLayout" Target="../slideLayouts/slideLayout75.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22CDF082-0CFF-3948-879B-35CD2B582D06}" type="datetimeFigureOut">
              <a:rPr lang="en-US" smtClean="0">
                <a:solidFill>
                  <a:prstClr val="black">
                    <a:tint val="75000"/>
                  </a:prstClr>
                </a:solidFill>
              </a:rPr>
              <a:pPr/>
              <a:t>6/30/20</a:t>
            </a:fld>
            <a:endParaRPr lang="en-US">
              <a:solidFill>
                <a:prstClr val="black">
                  <a:tint val="75000"/>
                </a:prstClr>
              </a:solidFill>
            </a:endParaRPr>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solidFill>
                <a:prstClr val="black">
                  <a:tint val="75000"/>
                </a:prstClr>
              </a:solidFill>
            </a:endParaRPr>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4E6386BC-8333-0041-99BB-1570457313A0}" type="slidenum">
              <a:rPr lang="en-US" smtClean="0">
                <a:solidFill>
                  <a:prstClr val="black">
                    <a:tint val="75000"/>
                  </a:prstClr>
                </a:solidFill>
              </a:rPr>
              <a:pPr/>
              <a:t>‹#›</a:t>
            </a:fld>
            <a:endParaRPr lang="en-US">
              <a:solidFill>
                <a:prstClr val="black">
                  <a:tint val="75000"/>
                </a:prstClr>
              </a:solidFill>
            </a:endParaRPr>
          </a:p>
        </p:txBody>
      </p:sp>
    </p:spTree>
    <p:extLst>
      <p:ext uri="{BB962C8B-B14F-4D97-AF65-F5344CB8AC3E}">
        <p14:creationId xmlns:p14="http://schemas.microsoft.com/office/powerpoint/2010/main" val="222684340"/>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26" name="Rectangle 2"/>
          <p:cNvSpPr>
            <a:spLocks noGrp="1" noChangeArrowheads="1"/>
          </p:cNvSpPr>
          <p:nvPr>
            <p:ph type="title"/>
          </p:nvPr>
        </p:nvSpPr>
        <p:spPr bwMode="auto">
          <a:xfrm>
            <a:off x="914400" y="609600"/>
            <a:ext cx="10363200"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FAA26D3D-D897-4be2-8F04-BA451C77F1D7}">
              <ma14:placeholderFlag xmlns:ma14="http://schemas.microsoft.com/office/mac/drawingml/2011/main" xmlns="" val="1"/>
            </a:ext>
          </a:extLst>
        </p:spPr>
        <p:txBody>
          <a:bodyPr vert="horz" wrap="square" lIns="91440" tIns="45720" rIns="91440" bIns="45720" numCol="1" anchor="ctr" anchorCtr="0" compatLnSpc="1">
            <a:prstTxWarp prst="textNoShape">
              <a:avLst/>
            </a:prstTxWarp>
          </a:bodyPr>
          <a:lstStyle/>
          <a:p>
            <a:pPr lvl="0"/>
            <a:r>
              <a:rPr lang="en-US" altLang="en-US"/>
              <a:t>Click to edit Master title style</a:t>
            </a:r>
          </a:p>
        </p:txBody>
      </p:sp>
      <p:sp>
        <p:nvSpPr>
          <p:cNvPr id="1027" name="Rectangle 3"/>
          <p:cNvSpPr>
            <a:spLocks noGrp="1" noChangeArrowheads="1"/>
          </p:cNvSpPr>
          <p:nvPr>
            <p:ph type="body" idx="1"/>
          </p:nvPr>
        </p:nvSpPr>
        <p:spPr bwMode="auto">
          <a:xfrm>
            <a:off x="914400" y="1981200"/>
            <a:ext cx="10363200" cy="411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FAA26D3D-D897-4be2-8F04-BA451C77F1D7}">
              <ma14:placeholderFlag xmlns:ma14="http://schemas.microsoft.com/office/mac/drawingml/2011/main" xmlns="" val="1"/>
            </a:ext>
          </a:extLst>
        </p:spPr>
        <p:txBody>
          <a:bodyPr vert="horz" wrap="square" lIns="91440" tIns="45720" rIns="91440" bIns="45720" numCol="1" anchor="t" anchorCtr="0" compatLnSpc="1">
            <a:prstTxWarp prst="textNoShape">
              <a:avLst/>
            </a:prstTxWarp>
          </a:bodyPr>
          <a:lstStyle/>
          <a:p>
            <a:pPr lvl="0"/>
            <a:r>
              <a:rPr lang="en-US" altLang="en-US"/>
              <a:t>Click to edit Master text styles</a:t>
            </a:r>
          </a:p>
          <a:p>
            <a:pPr lvl="1"/>
            <a:r>
              <a:rPr lang="en-US" altLang="en-US"/>
              <a:t>Second level</a:t>
            </a:r>
          </a:p>
          <a:p>
            <a:pPr lvl="2"/>
            <a:r>
              <a:rPr lang="en-US" altLang="en-US"/>
              <a:t>Third level</a:t>
            </a:r>
          </a:p>
          <a:p>
            <a:pPr lvl="3"/>
            <a:r>
              <a:rPr lang="en-US" altLang="en-US"/>
              <a:t>Fourth level</a:t>
            </a:r>
          </a:p>
          <a:p>
            <a:pPr lvl="4"/>
            <a:r>
              <a:rPr lang="en-US" altLang="en-US"/>
              <a:t>Fifth level</a:t>
            </a:r>
          </a:p>
        </p:txBody>
      </p:sp>
      <p:sp>
        <p:nvSpPr>
          <p:cNvPr id="22532" name="Rectangle 4"/>
          <p:cNvSpPr>
            <a:spLocks noGrp="1" noChangeArrowheads="1"/>
          </p:cNvSpPr>
          <p:nvPr>
            <p:ph type="dt" sz="half" idx="2"/>
          </p:nvPr>
        </p:nvSpPr>
        <p:spPr bwMode="auto">
          <a:xfrm>
            <a:off x="914400" y="6248400"/>
            <a:ext cx="2540000" cy="457200"/>
          </a:xfrm>
          <a:prstGeom prst="rect">
            <a:avLst/>
          </a:prstGeom>
          <a:noFill/>
          <a:ln>
            <a:noFill/>
          </a:ln>
          <a:effectLst/>
          <a:extLst>
            <a:ext uri="{909E8E84-426E-40dd-AFC4-6F175D3DCCD1}"/>
            <a:ext uri="{91240B29-F687-4f45-9708-019B960494DF}"/>
            <a:ext uri="{AF507438-7753-43e0-B8FC-AC1667EBCBE1}"/>
          </a:extLst>
        </p:spPr>
        <p:txBody>
          <a:bodyPr vert="horz" wrap="square" lIns="91440" tIns="45720" rIns="91440" bIns="45720" numCol="1" anchor="t" anchorCtr="0" compatLnSpc="1">
            <a:prstTxWarp prst="textNoShape">
              <a:avLst/>
            </a:prstTxWarp>
          </a:bodyPr>
          <a:lstStyle>
            <a:lvl1pPr>
              <a:defRPr sz="1400">
                <a:latin typeface="Arial" charset="0"/>
                <a:ea typeface="+mn-ea"/>
                <a:cs typeface="+mn-cs"/>
              </a:defRPr>
            </a:lvl1pPr>
          </a:lstStyle>
          <a:p>
            <a:pPr eaLnBrk="0" fontAlgn="base" hangingPunct="0">
              <a:spcBef>
                <a:spcPct val="0"/>
              </a:spcBef>
              <a:spcAft>
                <a:spcPct val="0"/>
              </a:spcAft>
              <a:defRPr/>
            </a:pPr>
            <a:endParaRPr lang="en-US">
              <a:solidFill>
                <a:srgbClr val="000000"/>
              </a:solidFill>
            </a:endParaRPr>
          </a:p>
        </p:txBody>
      </p:sp>
      <p:sp>
        <p:nvSpPr>
          <p:cNvPr id="22533" name="Rectangle 5"/>
          <p:cNvSpPr>
            <a:spLocks noGrp="1" noChangeArrowheads="1"/>
          </p:cNvSpPr>
          <p:nvPr>
            <p:ph type="ftr" sz="quarter" idx="3"/>
          </p:nvPr>
        </p:nvSpPr>
        <p:spPr bwMode="auto">
          <a:xfrm>
            <a:off x="4165600" y="6248400"/>
            <a:ext cx="3860800" cy="457200"/>
          </a:xfrm>
          <a:prstGeom prst="rect">
            <a:avLst/>
          </a:prstGeom>
          <a:noFill/>
          <a:ln>
            <a:noFill/>
          </a:ln>
          <a:effectLst/>
          <a:extLst>
            <a:ext uri="{909E8E84-426E-40dd-AFC4-6F175D3DCCD1}"/>
            <a:ext uri="{91240B29-F687-4f45-9708-019B960494DF}"/>
            <a:ext uri="{AF507438-7753-43e0-B8FC-AC1667EBCBE1}"/>
          </a:extLst>
        </p:spPr>
        <p:txBody>
          <a:bodyPr vert="horz" wrap="square" lIns="91440" tIns="45720" rIns="91440" bIns="45720" numCol="1" anchor="t" anchorCtr="0" compatLnSpc="1">
            <a:prstTxWarp prst="textNoShape">
              <a:avLst/>
            </a:prstTxWarp>
          </a:bodyPr>
          <a:lstStyle>
            <a:lvl1pPr algn="ctr">
              <a:defRPr sz="1400">
                <a:latin typeface="Arial" charset="0"/>
                <a:ea typeface="+mn-ea"/>
                <a:cs typeface="+mn-cs"/>
              </a:defRPr>
            </a:lvl1pPr>
          </a:lstStyle>
          <a:p>
            <a:pPr eaLnBrk="0" fontAlgn="base" hangingPunct="0">
              <a:spcBef>
                <a:spcPct val="0"/>
              </a:spcBef>
              <a:spcAft>
                <a:spcPct val="0"/>
              </a:spcAft>
              <a:defRPr/>
            </a:pPr>
            <a:endParaRPr lang="en-US">
              <a:solidFill>
                <a:srgbClr val="000000"/>
              </a:solidFill>
            </a:endParaRPr>
          </a:p>
        </p:txBody>
      </p:sp>
      <p:sp>
        <p:nvSpPr>
          <p:cNvPr id="22534" name="Rectangle 6"/>
          <p:cNvSpPr>
            <a:spLocks noGrp="1" noChangeArrowheads="1"/>
          </p:cNvSpPr>
          <p:nvPr>
            <p:ph type="sldNum" sz="quarter" idx="4"/>
          </p:nvPr>
        </p:nvSpPr>
        <p:spPr bwMode="auto">
          <a:xfrm>
            <a:off x="8737600" y="6248400"/>
            <a:ext cx="2540000" cy="457200"/>
          </a:xfrm>
          <a:prstGeom prst="rect">
            <a:avLst/>
          </a:prstGeom>
          <a:noFill/>
          <a:ln>
            <a:noFill/>
          </a:ln>
          <a:effectLst/>
          <a:extLst>
            <a:ext uri="{909E8E84-426E-40dd-AFC4-6F175D3DCCD1}"/>
            <a:ext uri="{91240B29-F687-4f45-9708-019B960494DF}"/>
            <a:ext uri="{AF507438-7753-43e0-B8FC-AC1667EBCBE1}"/>
          </a:extLst>
        </p:spPr>
        <p:txBody>
          <a:bodyPr vert="horz" wrap="square" lIns="91440" tIns="45720" rIns="91440" bIns="45720" numCol="1" anchor="t" anchorCtr="0" compatLnSpc="1">
            <a:prstTxWarp prst="textNoShape">
              <a:avLst/>
            </a:prstTxWarp>
          </a:bodyPr>
          <a:lstStyle>
            <a:lvl1pPr algn="r">
              <a:defRPr sz="1400">
                <a:latin typeface="Arial" charset="0"/>
                <a:ea typeface="Osaka" charset="-128"/>
              </a:defRPr>
            </a:lvl1pPr>
          </a:lstStyle>
          <a:p>
            <a:pPr eaLnBrk="0" fontAlgn="base" hangingPunct="0">
              <a:spcBef>
                <a:spcPct val="0"/>
              </a:spcBef>
              <a:spcAft>
                <a:spcPct val="0"/>
              </a:spcAft>
              <a:defRPr/>
            </a:pPr>
            <a:fld id="{185BBF79-2763-BF4A-BFD3-32471AE9AEA8}" type="slidenum">
              <a:rPr lang="en-US" altLang="en-US">
                <a:solidFill>
                  <a:srgbClr val="000000"/>
                </a:solidFill>
              </a:rPr>
              <a:pPr eaLnBrk="0" fontAlgn="base" hangingPunct="0">
                <a:spcBef>
                  <a:spcPct val="0"/>
                </a:spcBef>
                <a:spcAft>
                  <a:spcPct val="0"/>
                </a:spcAft>
                <a:defRPr/>
              </a:pPr>
              <a:t>‹#›</a:t>
            </a:fld>
            <a:endParaRPr lang="en-US" altLang="en-US">
              <a:solidFill>
                <a:srgbClr val="000000"/>
              </a:solidFill>
            </a:endParaRPr>
          </a:p>
        </p:txBody>
      </p:sp>
    </p:spTree>
    <p:extLst>
      <p:ext uri="{BB962C8B-B14F-4D97-AF65-F5344CB8AC3E}">
        <p14:creationId xmlns:p14="http://schemas.microsoft.com/office/powerpoint/2010/main" val="1356930721"/>
      </p:ext>
    </p:extLst>
  </p:cSld>
  <p:clrMap bg1="lt1" tx1="dk1" bg2="lt2" tx2="dk2" accent1="accent1" accent2="accent2" accent3="accent3" accent4="accent4" accent5="accent5" accent6="accent6" hlink="hlink" folHlink="folHlink"/>
  <p:sldLayoutIdLst>
    <p:sldLayoutId id="2147483673" r:id="rId1"/>
    <p:sldLayoutId id="2147483674" r:id="rId2"/>
    <p:sldLayoutId id="2147483675" r:id="rId3"/>
    <p:sldLayoutId id="2147483676" r:id="rId4"/>
    <p:sldLayoutId id="2147483677" r:id="rId5"/>
    <p:sldLayoutId id="2147483678" r:id="rId6"/>
    <p:sldLayoutId id="2147483679" r:id="rId7"/>
    <p:sldLayoutId id="2147483680" r:id="rId8"/>
    <p:sldLayoutId id="2147483681" r:id="rId9"/>
    <p:sldLayoutId id="2147483682" r:id="rId10"/>
    <p:sldLayoutId id="2147483683" r:id="rId11"/>
    <p:sldLayoutId id="2147483684" r:id="rId12"/>
    <p:sldLayoutId id="2147483685" r:id="rId13"/>
    <p:sldLayoutId id="2147483686" r:id="rId14"/>
    <p:sldLayoutId id="2147483687" r:id="rId15"/>
    <p:sldLayoutId id="2147483688" r:id="rId16"/>
    <p:sldLayoutId id="2147483706" r:id="rId17"/>
  </p:sldLayoutIdLst>
  <p:txStyles>
    <p:titleStyle>
      <a:lvl1pPr algn="ctr" rtl="0" eaLnBrk="0" fontAlgn="base" hangingPunct="0">
        <a:spcBef>
          <a:spcPct val="0"/>
        </a:spcBef>
        <a:spcAft>
          <a:spcPct val="0"/>
        </a:spcAft>
        <a:defRPr sz="4400">
          <a:solidFill>
            <a:schemeClr val="tx2"/>
          </a:solidFill>
          <a:latin typeface="+mj-lt"/>
          <a:ea typeface="+mj-ea"/>
          <a:cs typeface="+mj-cs"/>
        </a:defRPr>
      </a:lvl1pPr>
      <a:lvl2pPr algn="ctr" rtl="0" eaLnBrk="0" fontAlgn="base" hangingPunct="0">
        <a:spcBef>
          <a:spcPct val="0"/>
        </a:spcBef>
        <a:spcAft>
          <a:spcPct val="0"/>
        </a:spcAft>
        <a:defRPr sz="4400">
          <a:solidFill>
            <a:schemeClr val="tx2"/>
          </a:solidFill>
          <a:latin typeface="Arial" charset="0"/>
          <a:ea typeface="Osaka" charset="0"/>
          <a:cs typeface="Osaka" charset="0"/>
        </a:defRPr>
      </a:lvl2pPr>
      <a:lvl3pPr algn="ctr" rtl="0" eaLnBrk="0" fontAlgn="base" hangingPunct="0">
        <a:spcBef>
          <a:spcPct val="0"/>
        </a:spcBef>
        <a:spcAft>
          <a:spcPct val="0"/>
        </a:spcAft>
        <a:defRPr sz="4400">
          <a:solidFill>
            <a:schemeClr val="tx2"/>
          </a:solidFill>
          <a:latin typeface="Arial" charset="0"/>
          <a:ea typeface="Osaka" charset="0"/>
          <a:cs typeface="Osaka" charset="0"/>
        </a:defRPr>
      </a:lvl3pPr>
      <a:lvl4pPr algn="ctr" rtl="0" eaLnBrk="0" fontAlgn="base" hangingPunct="0">
        <a:spcBef>
          <a:spcPct val="0"/>
        </a:spcBef>
        <a:spcAft>
          <a:spcPct val="0"/>
        </a:spcAft>
        <a:defRPr sz="4400">
          <a:solidFill>
            <a:schemeClr val="tx2"/>
          </a:solidFill>
          <a:latin typeface="Arial" charset="0"/>
          <a:ea typeface="Osaka" charset="0"/>
          <a:cs typeface="Osaka" charset="0"/>
        </a:defRPr>
      </a:lvl4pPr>
      <a:lvl5pPr algn="ctr" rtl="0" eaLnBrk="0" fontAlgn="base" hangingPunct="0">
        <a:spcBef>
          <a:spcPct val="0"/>
        </a:spcBef>
        <a:spcAft>
          <a:spcPct val="0"/>
        </a:spcAft>
        <a:defRPr sz="4400">
          <a:solidFill>
            <a:schemeClr val="tx2"/>
          </a:solidFill>
          <a:latin typeface="Arial" charset="0"/>
          <a:ea typeface="Osaka" charset="0"/>
          <a:cs typeface="Osaka" charset="0"/>
        </a:defRPr>
      </a:lvl5pPr>
      <a:lvl6pPr marL="457200" algn="ctr" rtl="0" fontAlgn="base">
        <a:spcBef>
          <a:spcPct val="0"/>
        </a:spcBef>
        <a:spcAft>
          <a:spcPct val="0"/>
        </a:spcAft>
        <a:defRPr sz="4400">
          <a:solidFill>
            <a:schemeClr val="tx2"/>
          </a:solidFill>
          <a:latin typeface="Arial" charset="0"/>
          <a:ea typeface="Osaka" charset="0"/>
          <a:cs typeface="Osaka" charset="0"/>
        </a:defRPr>
      </a:lvl6pPr>
      <a:lvl7pPr marL="914400" algn="ctr" rtl="0" fontAlgn="base">
        <a:spcBef>
          <a:spcPct val="0"/>
        </a:spcBef>
        <a:spcAft>
          <a:spcPct val="0"/>
        </a:spcAft>
        <a:defRPr sz="4400">
          <a:solidFill>
            <a:schemeClr val="tx2"/>
          </a:solidFill>
          <a:latin typeface="Arial" charset="0"/>
          <a:ea typeface="Osaka" charset="0"/>
          <a:cs typeface="Osaka" charset="0"/>
        </a:defRPr>
      </a:lvl7pPr>
      <a:lvl8pPr marL="1371600" algn="ctr" rtl="0" fontAlgn="base">
        <a:spcBef>
          <a:spcPct val="0"/>
        </a:spcBef>
        <a:spcAft>
          <a:spcPct val="0"/>
        </a:spcAft>
        <a:defRPr sz="4400">
          <a:solidFill>
            <a:schemeClr val="tx2"/>
          </a:solidFill>
          <a:latin typeface="Arial" charset="0"/>
          <a:ea typeface="Osaka" charset="0"/>
          <a:cs typeface="Osaka" charset="0"/>
        </a:defRPr>
      </a:lvl8pPr>
      <a:lvl9pPr marL="1828800" algn="ctr" rtl="0" fontAlgn="base">
        <a:spcBef>
          <a:spcPct val="0"/>
        </a:spcBef>
        <a:spcAft>
          <a:spcPct val="0"/>
        </a:spcAft>
        <a:defRPr sz="4400">
          <a:solidFill>
            <a:schemeClr val="tx2"/>
          </a:solidFill>
          <a:latin typeface="Arial" charset="0"/>
          <a:ea typeface="Osaka" charset="0"/>
          <a:cs typeface="Osaka" charset="0"/>
        </a:defRPr>
      </a:lvl9pPr>
    </p:titleStyle>
    <p:body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ea typeface="+mn-ea"/>
          <a:cs typeface="+mn-cs"/>
        </a:defRPr>
      </a:lvl2pPr>
      <a:lvl3pPr marL="1143000" indent="-228600" algn="l" rtl="0" eaLnBrk="0" fontAlgn="base" hangingPunct="0">
        <a:spcBef>
          <a:spcPct val="20000"/>
        </a:spcBef>
        <a:spcAft>
          <a:spcPct val="0"/>
        </a:spcAft>
        <a:buChar char="•"/>
        <a:defRPr sz="24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a:solidFill>
            <a:schemeClr val="tx1"/>
          </a:solidFill>
          <a:latin typeface="+mn-lt"/>
          <a:ea typeface="+mn-ea"/>
          <a:cs typeface="+mn-cs"/>
        </a:defRPr>
      </a:lvl4pPr>
      <a:lvl5pPr marL="2057400" indent="-228600" algn="l" rtl="0" eaLnBrk="0" fontAlgn="base" hangingPunct="0">
        <a:spcBef>
          <a:spcPct val="20000"/>
        </a:spcBef>
        <a:spcAft>
          <a:spcPct val="0"/>
        </a:spcAft>
        <a:buChar char="»"/>
        <a:defRPr sz="2000">
          <a:solidFill>
            <a:schemeClr val="tx1"/>
          </a:solidFill>
          <a:latin typeface="+mn-lt"/>
          <a:ea typeface="+mn-ea"/>
          <a:cs typeface="+mn-cs"/>
        </a:defRPr>
      </a:lvl5pPr>
      <a:lvl6pPr marL="2514600" indent="-228600" algn="l" rtl="0" fontAlgn="base">
        <a:spcBef>
          <a:spcPct val="20000"/>
        </a:spcBef>
        <a:spcAft>
          <a:spcPct val="0"/>
        </a:spcAft>
        <a:buChar char="»"/>
        <a:defRPr sz="2000">
          <a:solidFill>
            <a:schemeClr val="tx1"/>
          </a:solidFill>
          <a:latin typeface="+mn-lt"/>
          <a:ea typeface="+mn-ea"/>
          <a:cs typeface="+mn-cs"/>
        </a:defRPr>
      </a:lvl6pPr>
      <a:lvl7pPr marL="2971800" indent="-228600" algn="l" rtl="0" fontAlgn="base">
        <a:spcBef>
          <a:spcPct val="20000"/>
        </a:spcBef>
        <a:spcAft>
          <a:spcPct val="0"/>
        </a:spcAft>
        <a:buChar char="»"/>
        <a:defRPr sz="2000">
          <a:solidFill>
            <a:schemeClr val="tx1"/>
          </a:solidFill>
          <a:latin typeface="+mn-lt"/>
          <a:ea typeface="+mn-ea"/>
          <a:cs typeface="+mn-cs"/>
        </a:defRPr>
      </a:lvl7pPr>
      <a:lvl8pPr marL="3429000" indent="-228600" algn="l" rtl="0" fontAlgn="base">
        <a:spcBef>
          <a:spcPct val="20000"/>
        </a:spcBef>
        <a:spcAft>
          <a:spcPct val="0"/>
        </a:spcAft>
        <a:buChar char="»"/>
        <a:defRPr sz="2000">
          <a:solidFill>
            <a:schemeClr val="tx1"/>
          </a:solidFill>
          <a:latin typeface="+mn-lt"/>
          <a:ea typeface="+mn-ea"/>
          <a:cs typeface="+mn-cs"/>
        </a:defRPr>
      </a:lvl8pPr>
      <a:lvl9pPr marL="3886200" indent="-228600" algn="l" rtl="0" fontAlgn="base">
        <a:spcBef>
          <a:spcPct val="20000"/>
        </a:spcBef>
        <a:spcAft>
          <a:spcPct val="0"/>
        </a:spcAft>
        <a:buChar char="»"/>
        <a:defRPr sz="20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AU"/>
              <a:t>Click to edit Master title style</a:t>
            </a:r>
            <a:endParaRPr lang="en-US"/>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AU"/>
              <a:t>Click to edit Master text styles</a:t>
            </a:r>
          </a:p>
          <a:p>
            <a:pPr lvl="1"/>
            <a:r>
              <a:rPr lang="en-AU"/>
              <a:t>Second level</a:t>
            </a:r>
          </a:p>
          <a:p>
            <a:pPr lvl="2"/>
            <a:r>
              <a:rPr lang="en-AU"/>
              <a:t>Third level</a:t>
            </a:r>
          </a:p>
          <a:p>
            <a:pPr lvl="3"/>
            <a:r>
              <a:rPr lang="en-AU"/>
              <a:t>Fourth level</a:t>
            </a:r>
          </a:p>
          <a:p>
            <a:pPr lvl="4"/>
            <a:r>
              <a:rPr lang="en-AU"/>
              <a:t>Fifth level</a:t>
            </a:r>
            <a:endParaRPr lang="en-US"/>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2C1BB76E-88A9-1142-82B9-33E4469E9A60}" type="datetimeFigureOut">
              <a:rPr lang="en-US" smtClean="0">
                <a:solidFill>
                  <a:prstClr val="black">
                    <a:tint val="75000"/>
                  </a:prstClr>
                </a:solidFill>
              </a:rPr>
              <a:pPr/>
              <a:t>6/30/20</a:t>
            </a:fld>
            <a:endParaRPr lang="en-US">
              <a:solidFill>
                <a:prstClr val="black">
                  <a:tint val="75000"/>
                </a:prstClr>
              </a:solidFill>
            </a:endParaRPr>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solidFill>
                <a:prstClr val="black">
                  <a:tint val="75000"/>
                </a:prstClr>
              </a:solidFill>
            </a:endParaRPr>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5A9A3D96-D033-C847-870B-488D6DDCB44C}" type="slidenum">
              <a:rPr lang="en-US" smtClean="0">
                <a:solidFill>
                  <a:prstClr val="black">
                    <a:tint val="75000"/>
                  </a:prstClr>
                </a:solidFill>
              </a:rPr>
              <a:pPr/>
              <a:t>‹#›</a:t>
            </a:fld>
            <a:endParaRPr lang="en-US">
              <a:solidFill>
                <a:prstClr val="black">
                  <a:tint val="75000"/>
                </a:prstClr>
              </a:solidFill>
            </a:endParaRPr>
          </a:p>
        </p:txBody>
      </p:sp>
    </p:spTree>
    <p:extLst>
      <p:ext uri="{BB962C8B-B14F-4D97-AF65-F5344CB8AC3E}">
        <p14:creationId xmlns:p14="http://schemas.microsoft.com/office/powerpoint/2010/main" val="2024981942"/>
      </p:ext>
    </p:extLst>
  </p:cSld>
  <p:clrMap bg1="lt1" tx1="dk1" bg2="lt2" tx2="dk2" accent1="accent1" accent2="accent2" accent3="accent3" accent4="accent4" accent5="accent5" accent6="accent6" hlink="hlink" folHlink="folHlink"/>
  <p:sldLayoutIdLst>
    <p:sldLayoutId id="2147483690" r:id="rId1"/>
    <p:sldLayoutId id="2147483691" r:id="rId2"/>
    <p:sldLayoutId id="2147483692" r:id="rId3"/>
    <p:sldLayoutId id="2147483693" r:id="rId4"/>
    <p:sldLayoutId id="2147483694" r:id="rId5"/>
    <p:sldLayoutId id="2147483695" r:id="rId6"/>
    <p:sldLayoutId id="2147483696" r:id="rId7"/>
    <p:sldLayoutId id="2147483697" r:id="rId8"/>
    <p:sldLayoutId id="2147483698" r:id="rId9"/>
    <p:sldLayoutId id="2147483699" r:id="rId10"/>
    <p:sldLayoutId id="2147483700" r:id="rId11"/>
    <p:sldLayoutId id="2147483701" r:id="rId12"/>
    <p:sldLayoutId id="2147483702" r:id="rId13"/>
    <p:sldLayoutId id="2147483703" r:id="rId14"/>
    <p:sldLayoutId id="2147483704" r:id="rId15"/>
    <p:sldLayoutId id="2147483705" r:id="rId16"/>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4.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26" name="Rectangle 2"/>
          <p:cNvSpPr>
            <a:spLocks noGrp="1" noChangeArrowheads="1"/>
          </p:cNvSpPr>
          <p:nvPr>
            <p:ph type="title"/>
          </p:nvPr>
        </p:nvSpPr>
        <p:spPr bwMode="auto">
          <a:xfrm>
            <a:off x="768351" y="914401"/>
            <a:ext cx="10466916" cy="6715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FAA26D3D-D897-4be2-8F04-BA451C77F1D7}">
              <ma14:placeholderFlag xmlns:ma14="http://schemas.microsoft.com/office/mac/drawingml/2011/main" xmlns="" val="1"/>
            </a:ext>
          </a:extLst>
        </p:spPr>
        <p:txBody>
          <a:bodyPr vert="horz" wrap="square" lIns="91440" tIns="45720" rIns="91440" bIns="45720" numCol="1" anchor="t" anchorCtr="0" compatLnSpc="1">
            <a:prstTxWarp prst="textNoShape">
              <a:avLst/>
            </a:prstTxWarp>
          </a:bodyPr>
          <a:lstStyle/>
          <a:p>
            <a:pPr lvl="0"/>
            <a:r>
              <a:rPr lang="en-US" altLang="en-US"/>
              <a:t>Click to edit Master title style</a:t>
            </a:r>
          </a:p>
        </p:txBody>
      </p:sp>
      <p:sp>
        <p:nvSpPr>
          <p:cNvPr id="1027" name="Rectangle 3"/>
          <p:cNvSpPr>
            <a:spLocks noGrp="1" noChangeArrowheads="1"/>
          </p:cNvSpPr>
          <p:nvPr>
            <p:ph type="body" idx="1"/>
          </p:nvPr>
        </p:nvSpPr>
        <p:spPr bwMode="auto">
          <a:xfrm>
            <a:off x="768351" y="1981200"/>
            <a:ext cx="10490200" cy="411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FAA26D3D-D897-4be2-8F04-BA451C77F1D7}">
              <ma14:placeholderFlag xmlns:ma14="http://schemas.microsoft.com/office/mac/drawingml/2011/main" xmlns="" val="1"/>
            </a:ext>
          </a:extLst>
        </p:spPr>
        <p:txBody>
          <a:bodyPr vert="horz" wrap="square" lIns="91440" tIns="45720" rIns="91440" bIns="45720" numCol="1" anchor="t" anchorCtr="0" compatLnSpc="1">
            <a:prstTxWarp prst="textNoShape">
              <a:avLst/>
            </a:prstTxWarp>
          </a:bodyPr>
          <a:lstStyle/>
          <a:p>
            <a:pPr lvl="0"/>
            <a:r>
              <a:rPr lang="en-US" altLang="en-US"/>
              <a:t>Click to edit Master text styles</a:t>
            </a:r>
          </a:p>
          <a:p>
            <a:pPr lvl="1"/>
            <a:r>
              <a:rPr lang="en-US" altLang="en-US"/>
              <a:t>Second level</a:t>
            </a:r>
          </a:p>
          <a:p>
            <a:pPr lvl="2"/>
            <a:r>
              <a:rPr lang="en-US" altLang="en-US"/>
              <a:t>Third level</a:t>
            </a:r>
          </a:p>
          <a:p>
            <a:pPr lvl="3"/>
            <a:r>
              <a:rPr lang="en-US" altLang="en-US"/>
              <a:t>Fourth level</a:t>
            </a:r>
          </a:p>
          <a:p>
            <a:pPr lvl="4"/>
            <a:r>
              <a:rPr lang="en-US" altLang="en-US"/>
              <a:t>Fifth level</a:t>
            </a:r>
          </a:p>
        </p:txBody>
      </p:sp>
      <p:sp>
        <p:nvSpPr>
          <p:cNvPr id="1030" name="Rectangle 6"/>
          <p:cNvSpPr>
            <a:spLocks noGrp="1" noChangeArrowheads="1"/>
          </p:cNvSpPr>
          <p:nvPr>
            <p:ph type="sldNum" sz="quarter" idx="4"/>
          </p:nvPr>
        </p:nvSpPr>
        <p:spPr bwMode="auto">
          <a:xfrm>
            <a:off x="768351" y="6362700"/>
            <a:ext cx="2540000" cy="2286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defRPr sz="1000">
                <a:solidFill>
                  <a:srgbClr val="377AFF"/>
                </a:solidFill>
              </a:defRPr>
            </a:lvl1pPr>
          </a:lstStyle>
          <a:p>
            <a:pPr fontAlgn="base">
              <a:spcBef>
                <a:spcPct val="0"/>
              </a:spcBef>
              <a:spcAft>
                <a:spcPct val="0"/>
              </a:spcAft>
            </a:pPr>
            <a:r>
              <a:rPr lang="en-US" altLang="en-US">
                <a:ea typeface="ＭＳ Ｐゴシック" charset="-128"/>
              </a:rPr>
              <a:t>Page </a:t>
            </a:r>
            <a:fld id="{E652420C-67B0-BF4B-80E2-624DBD885918}" type="slidenum">
              <a:rPr lang="en-US" altLang="en-US" smtClean="0">
                <a:ea typeface="ＭＳ Ｐゴシック" charset="-128"/>
              </a:rPr>
              <a:pPr fontAlgn="base">
                <a:spcBef>
                  <a:spcPct val="0"/>
                </a:spcBef>
                <a:spcAft>
                  <a:spcPct val="0"/>
                </a:spcAft>
              </a:pPr>
              <a:t>‹#›</a:t>
            </a:fld>
            <a:endParaRPr lang="en-US" altLang="en-US">
              <a:ea typeface="ＭＳ Ｐゴシック" charset="-128"/>
            </a:endParaRPr>
          </a:p>
        </p:txBody>
      </p:sp>
      <p:pic>
        <p:nvPicPr>
          <p:cNvPr id="1029" name="Picture 7" descr="Powerpoint graphic 1"/>
          <p:cNvPicPr>
            <a:picLocks noChangeAspect="1" noChangeArrowheads="1"/>
          </p:cNvPicPr>
          <p:nvPr/>
        </p:nvPicPr>
        <p:blipFill>
          <a:blip r:embed="rId13">
            <a:extLst>
              <a:ext uri="{28A0092B-C50C-407E-A947-70E740481C1C}">
                <a14:useLocalDpi xmlns:a14="http://schemas.microsoft.com/office/drawing/2010/main" val="0"/>
              </a:ext>
            </a:extLst>
          </a:blip>
          <a:srcRect/>
          <a:stretch>
            <a:fillRect/>
          </a:stretch>
        </p:blipFill>
        <p:spPr bwMode="auto">
          <a:xfrm>
            <a:off x="203200" y="152401"/>
            <a:ext cx="10058400" cy="7096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 name="Picture 8" descr="3 Colour IB Hoz"/>
          <p:cNvPicPr>
            <a:picLocks noChangeAspect="1" noChangeArrowheads="1"/>
          </p:cNvPicPr>
          <p:nvPr/>
        </p:nvPicPr>
        <p:blipFill>
          <a:blip r:embed="rId14">
            <a:extLst>
              <a:ext uri="{28A0092B-C50C-407E-A947-70E740481C1C}">
                <a14:useLocalDpi xmlns:a14="http://schemas.microsoft.com/office/drawing/2010/main" val="0"/>
              </a:ext>
            </a:extLst>
          </a:blip>
          <a:srcRect/>
          <a:stretch>
            <a:fillRect/>
          </a:stretch>
        </p:blipFill>
        <p:spPr bwMode="auto">
          <a:xfrm>
            <a:off x="9556751" y="304800"/>
            <a:ext cx="1727200" cy="3937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031" name="Text Box 9"/>
          <p:cNvSpPr txBox="1">
            <a:spLocks noChangeArrowheads="1"/>
          </p:cNvSpPr>
          <p:nvPr/>
        </p:nvSpPr>
        <p:spPr bwMode="auto">
          <a:xfrm>
            <a:off x="8837697" y="6376988"/>
            <a:ext cx="2420855" cy="215444"/>
          </a:xfrm>
          <a:prstGeom prst="rect">
            <a:avLst/>
          </a:prstGeom>
          <a:noFill/>
          <a:ln>
            <a:noFill/>
          </a:ln>
        </p:spPr>
        <p:txBody>
          <a:bodyPr wrap="none">
            <a:spAutoFit/>
          </a:bodyPr>
          <a:lstStyle>
            <a:lvl1pPr eaLnBrk="0" hangingPunct="0">
              <a:defRPr sz="2400">
                <a:solidFill>
                  <a:schemeClr val="tx1"/>
                </a:solidFill>
                <a:latin typeface="Arial" charset="0"/>
                <a:ea typeface="ＭＳ Ｐゴシック" charset="-128"/>
              </a:defRPr>
            </a:lvl1pPr>
            <a:lvl2pPr marL="742950" indent="-285750" eaLnBrk="0" hangingPunct="0">
              <a:defRPr sz="2400">
                <a:solidFill>
                  <a:schemeClr val="tx1"/>
                </a:solidFill>
                <a:latin typeface="Arial" charset="0"/>
                <a:ea typeface="ＭＳ Ｐゴシック" charset="-128"/>
              </a:defRPr>
            </a:lvl2pPr>
            <a:lvl3pPr marL="1143000" indent="-228600" eaLnBrk="0" hangingPunct="0">
              <a:defRPr sz="2400">
                <a:solidFill>
                  <a:schemeClr val="tx1"/>
                </a:solidFill>
                <a:latin typeface="Arial" charset="0"/>
                <a:ea typeface="ＭＳ Ｐゴシック" charset="-128"/>
              </a:defRPr>
            </a:lvl3pPr>
            <a:lvl4pPr marL="1600200" indent="-228600" eaLnBrk="0" hangingPunct="0">
              <a:defRPr sz="2400">
                <a:solidFill>
                  <a:schemeClr val="tx1"/>
                </a:solidFill>
                <a:latin typeface="Arial" charset="0"/>
                <a:ea typeface="ＭＳ Ｐゴシック" charset="-128"/>
              </a:defRPr>
            </a:lvl4pPr>
            <a:lvl5pPr marL="2057400" indent="-228600" eaLnBrk="0" hangingPunct="0">
              <a:defRPr sz="2400">
                <a:solidFill>
                  <a:schemeClr val="tx1"/>
                </a:solidFill>
                <a:latin typeface="Arial" charset="0"/>
                <a:ea typeface="ＭＳ Ｐゴシック" charset="-128"/>
              </a:defRPr>
            </a:lvl5pPr>
            <a:lvl6pPr marL="2514600" indent="-228600" eaLnBrk="0" fontAlgn="base" hangingPunct="0">
              <a:spcBef>
                <a:spcPct val="0"/>
              </a:spcBef>
              <a:spcAft>
                <a:spcPct val="0"/>
              </a:spcAft>
              <a:defRPr sz="2400">
                <a:solidFill>
                  <a:schemeClr val="tx1"/>
                </a:solidFill>
                <a:latin typeface="Arial" charset="0"/>
                <a:ea typeface="ＭＳ Ｐゴシック" charset="-128"/>
              </a:defRPr>
            </a:lvl6pPr>
            <a:lvl7pPr marL="2971800" indent="-228600" eaLnBrk="0" fontAlgn="base" hangingPunct="0">
              <a:spcBef>
                <a:spcPct val="0"/>
              </a:spcBef>
              <a:spcAft>
                <a:spcPct val="0"/>
              </a:spcAft>
              <a:defRPr sz="2400">
                <a:solidFill>
                  <a:schemeClr val="tx1"/>
                </a:solidFill>
                <a:latin typeface="Arial" charset="0"/>
                <a:ea typeface="ＭＳ Ｐゴシック" charset="-128"/>
              </a:defRPr>
            </a:lvl7pPr>
            <a:lvl8pPr marL="3429000" indent="-228600" eaLnBrk="0" fontAlgn="base" hangingPunct="0">
              <a:spcBef>
                <a:spcPct val="0"/>
              </a:spcBef>
              <a:spcAft>
                <a:spcPct val="0"/>
              </a:spcAft>
              <a:defRPr sz="2400">
                <a:solidFill>
                  <a:schemeClr val="tx1"/>
                </a:solidFill>
                <a:latin typeface="Arial" charset="0"/>
                <a:ea typeface="ＭＳ Ｐゴシック" charset="-128"/>
              </a:defRPr>
            </a:lvl8pPr>
            <a:lvl9pPr marL="3886200" indent="-228600" eaLnBrk="0" fontAlgn="base" hangingPunct="0">
              <a:spcBef>
                <a:spcPct val="0"/>
              </a:spcBef>
              <a:spcAft>
                <a:spcPct val="0"/>
              </a:spcAft>
              <a:defRPr sz="2400">
                <a:solidFill>
                  <a:schemeClr val="tx1"/>
                </a:solidFill>
                <a:latin typeface="Arial" charset="0"/>
                <a:ea typeface="ＭＳ Ｐゴシック" charset="-128"/>
              </a:defRPr>
            </a:lvl9pPr>
          </a:lstStyle>
          <a:p>
            <a:pPr algn="r" eaLnBrk="1" fontAlgn="base" hangingPunct="1">
              <a:spcBef>
                <a:spcPct val="0"/>
              </a:spcBef>
              <a:spcAft>
                <a:spcPct val="0"/>
              </a:spcAft>
            </a:pPr>
            <a:r>
              <a:rPr lang="en-US" altLang="en-US" sz="800">
                <a:solidFill>
                  <a:srgbClr val="377AFF"/>
                </a:solidFill>
              </a:rPr>
              <a:t>© International Baccalaureate Organization 2007</a:t>
            </a:r>
          </a:p>
        </p:txBody>
      </p:sp>
      <p:sp>
        <p:nvSpPr>
          <p:cNvPr id="1032" name="Line 12"/>
          <p:cNvSpPr>
            <a:spLocks noChangeShapeType="1"/>
          </p:cNvSpPr>
          <p:nvPr/>
        </p:nvSpPr>
        <p:spPr bwMode="auto">
          <a:xfrm>
            <a:off x="814917" y="1589088"/>
            <a:ext cx="10414000" cy="0"/>
          </a:xfrm>
          <a:prstGeom prst="line">
            <a:avLst/>
          </a:prstGeom>
          <a:noFill/>
          <a:ln w="9525">
            <a:solidFill>
              <a:srgbClr val="70FFFF"/>
            </a:solidFill>
            <a:round/>
            <a:headEnd/>
            <a:tailEnd/>
          </a:ln>
          <a:extLst>
            <a:ext uri="{909E8E84-426E-40DD-AFC4-6F175D3DCCD1}">
              <a14:hiddenFill xmlns:a14="http://schemas.microsoft.com/office/drawing/2010/main">
                <a:noFill/>
              </a14:hiddenFill>
            </a:ext>
          </a:extLst>
        </p:spPr>
        <p:txBody>
          <a:bodyPr lIns="90000" tIns="46800" rIns="90000" bIns="46800" anchor="ctr"/>
          <a:lstStyle/>
          <a:p>
            <a:pPr fontAlgn="base">
              <a:spcBef>
                <a:spcPct val="0"/>
              </a:spcBef>
              <a:spcAft>
                <a:spcPct val="0"/>
              </a:spcAft>
            </a:pPr>
            <a:endParaRPr lang="en-US" sz="2400">
              <a:solidFill>
                <a:srgbClr val="000000"/>
              </a:solidFill>
              <a:ea typeface="ＭＳ Ｐゴシック" charset="-128"/>
            </a:endParaRPr>
          </a:p>
        </p:txBody>
      </p:sp>
    </p:spTree>
    <p:extLst>
      <p:ext uri="{BB962C8B-B14F-4D97-AF65-F5344CB8AC3E}">
        <p14:creationId xmlns:p14="http://schemas.microsoft.com/office/powerpoint/2010/main" val="1982995086"/>
      </p:ext>
    </p:extLst>
  </p:cSld>
  <p:clrMap bg1="lt1" tx1="dk1" bg2="lt2" tx2="dk2" accent1="accent1" accent2="accent2" accent3="accent3" accent4="accent4" accent5="accent5" accent6="accent6" hlink="hlink" folHlink="folHlink"/>
  <p:sldLayoutIdLst>
    <p:sldLayoutId id="2147483708" r:id="rId1"/>
    <p:sldLayoutId id="2147483709" r:id="rId2"/>
    <p:sldLayoutId id="2147483710" r:id="rId3"/>
    <p:sldLayoutId id="2147483711" r:id="rId4"/>
    <p:sldLayoutId id="2147483712" r:id="rId5"/>
    <p:sldLayoutId id="2147483713" r:id="rId6"/>
    <p:sldLayoutId id="2147483714" r:id="rId7"/>
    <p:sldLayoutId id="2147483715" r:id="rId8"/>
    <p:sldLayoutId id="2147483716" r:id="rId9"/>
    <p:sldLayoutId id="2147483717" r:id="rId10"/>
    <p:sldLayoutId id="2147483718" r:id="rId11"/>
  </p:sldLayoutIdLst>
  <p:hf hdr="0" ftr="0" dt="0"/>
  <p:txStyles>
    <p:titleStyle>
      <a:lvl1pPr algn="l" rtl="0" eaLnBrk="0" fontAlgn="base" hangingPunct="0">
        <a:spcBef>
          <a:spcPct val="0"/>
        </a:spcBef>
        <a:spcAft>
          <a:spcPct val="0"/>
        </a:spcAft>
        <a:defRPr sz="3000" b="1">
          <a:solidFill>
            <a:srgbClr val="0041C4"/>
          </a:solidFill>
          <a:latin typeface="+mj-lt"/>
          <a:ea typeface="ＭＳ Ｐゴシック" charset="0"/>
          <a:cs typeface="+mj-cs"/>
        </a:defRPr>
      </a:lvl1pPr>
      <a:lvl2pPr algn="l" rtl="0" eaLnBrk="0" fontAlgn="base" hangingPunct="0">
        <a:spcBef>
          <a:spcPct val="0"/>
        </a:spcBef>
        <a:spcAft>
          <a:spcPct val="0"/>
        </a:spcAft>
        <a:defRPr sz="3000" b="1">
          <a:solidFill>
            <a:srgbClr val="0041C4"/>
          </a:solidFill>
          <a:latin typeface="Arial" charset="0"/>
          <a:ea typeface="ＭＳ Ｐゴシック" charset="0"/>
          <a:cs typeface="Arial" charset="0"/>
        </a:defRPr>
      </a:lvl2pPr>
      <a:lvl3pPr algn="l" rtl="0" eaLnBrk="0" fontAlgn="base" hangingPunct="0">
        <a:spcBef>
          <a:spcPct val="0"/>
        </a:spcBef>
        <a:spcAft>
          <a:spcPct val="0"/>
        </a:spcAft>
        <a:defRPr sz="3000" b="1">
          <a:solidFill>
            <a:srgbClr val="0041C4"/>
          </a:solidFill>
          <a:latin typeface="Arial" charset="0"/>
          <a:ea typeface="ＭＳ Ｐゴシック" charset="0"/>
          <a:cs typeface="Arial" charset="0"/>
        </a:defRPr>
      </a:lvl3pPr>
      <a:lvl4pPr algn="l" rtl="0" eaLnBrk="0" fontAlgn="base" hangingPunct="0">
        <a:spcBef>
          <a:spcPct val="0"/>
        </a:spcBef>
        <a:spcAft>
          <a:spcPct val="0"/>
        </a:spcAft>
        <a:defRPr sz="3000" b="1">
          <a:solidFill>
            <a:srgbClr val="0041C4"/>
          </a:solidFill>
          <a:latin typeface="Arial" charset="0"/>
          <a:ea typeface="ＭＳ Ｐゴシック" charset="0"/>
          <a:cs typeface="Arial" charset="0"/>
        </a:defRPr>
      </a:lvl4pPr>
      <a:lvl5pPr algn="l" rtl="0" eaLnBrk="0" fontAlgn="base" hangingPunct="0">
        <a:spcBef>
          <a:spcPct val="0"/>
        </a:spcBef>
        <a:spcAft>
          <a:spcPct val="0"/>
        </a:spcAft>
        <a:defRPr sz="3000" b="1">
          <a:solidFill>
            <a:srgbClr val="0041C4"/>
          </a:solidFill>
          <a:latin typeface="Arial" charset="0"/>
          <a:ea typeface="ＭＳ Ｐゴシック" charset="0"/>
          <a:cs typeface="Arial" charset="0"/>
        </a:defRPr>
      </a:lvl5pPr>
      <a:lvl6pPr marL="457200" algn="l" rtl="0" eaLnBrk="1" fontAlgn="base" hangingPunct="1">
        <a:spcBef>
          <a:spcPct val="0"/>
        </a:spcBef>
        <a:spcAft>
          <a:spcPct val="0"/>
        </a:spcAft>
        <a:defRPr sz="3000" b="1">
          <a:solidFill>
            <a:srgbClr val="0041C4"/>
          </a:solidFill>
          <a:latin typeface="Arial" charset="0"/>
          <a:cs typeface="Arial" charset="0"/>
        </a:defRPr>
      </a:lvl6pPr>
      <a:lvl7pPr marL="914400" algn="l" rtl="0" eaLnBrk="1" fontAlgn="base" hangingPunct="1">
        <a:spcBef>
          <a:spcPct val="0"/>
        </a:spcBef>
        <a:spcAft>
          <a:spcPct val="0"/>
        </a:spcAft>
        <a:defRPr sz="3000" b="1">
          <a:solidFill>
            <a:srgbClr val="0041C4"/>
          </a:solidFill>
          <a:latin typeface="Arial" charset="0"/>
          <a:cs typeface="Arial" charset="0"/>
        </a:defRPr>
      </a:lvl7pPr>
      <a:lvl8pPr marL="1371600" algn="l" rtl="0" eaLnBrk="1" fontAlgn="base" hangingPunct="1">
        <a:spcBef>
          <a:spcPct val="0"/>
        </a:spcBef>
        <a:spcAft>
          <a:spcPct val="0"/>
        </a:spcAft>
        <a:defRPr sz="3000" b="1">
          <a:solidFill>
            <a:srgbClr val="0041C4"/>
          </a:solidFill>
          <a:latin typeface="Arial" charset="0"/>
          <a:cs typeface="Arial" charset="0"/>
        </a:defRPr>
      </a:lvl8pPr>
      <a:lvl9pPr marL="1828800" algn="l" rtl="0" eaLnBrk="1" fontAlgn="base" hangingPunct="1">
        <a:spcBef>
          <a:spcPct val="0"/>
        </a:spcBef>
        <a:spcAft>
          <a:spcPct val="0"/>
        </a:spcAft>
        <a:defRPr sz="3000" b="1">
          <a:solidFill>
            <a:srgbClr val="0041C4"/>
          </a:solidFill>
          <a:latin typeface="Arial" charset="0"/>
          <a:cs typeface="Arial" charset="0"/>
        </a:defRPr>
      </a:lvl9pPr>
    </p:titleStyle>
    <p:bodyStyle>
      <a:lvl1pPr marL="342900" indent="-342900" algn="l" rtl="0" eaLnBrk="0" fontAlgn="base" hangingPunct="0">
        <a:spcBef>
          <a:spcPct val="20000"/>
        </a:spcBef>
        <a:spcAft>
          <a:spcPct val="0"/>
        </a:spcAft>
        <a:buClr>
          <a:srgbClr val="0041C4"/>
        </a:buClr>
        <a:buFont typeface="Wingdings" charset="2"/>
        <a:buChar char="§"/>
        <a:defRPr sz="2400">
          <a:solidFill>
            <a:schemeClr val="tx1"/>
          </a:solidFill>
          <a:latin typeface="+mn-lt"/>
          <a:ea typeface="ＭＳ Ｐゴシック" charset="0"/>
          <a:cs typeface="+mn-cs"/>
        </a:defRPr>
      </a:lvl1pPr>
      <a:lvl2pPr marL="742950" indent="-285750" algn="l" rtl="0" eaLnBrk="0" fontAlgn="base" hangingPunct="0">
        <a:spcBef>
          <a:spcPct val="20000"/>
        </a:spcBef>
        <a:spcAft>
          <a:spcPct val="0"/>
        </a:spcAft>
        <a:buClr>
          <a:schemeClr val="accent2"/>
        </a:buClr>
        <a:buChar char="•"/>
        <a:defRPr sz="2000">
          <a:solidFill>
            <a:schemeClr val="tx1"/>
          </a:solidFill>
          <a:latin typeface="+mn-lt"/>
          <a:ea typeface="Arial" pitchFamily="-111" charset="0"/>
          <a:cs typeface="+mn-cs"/>
        </a:defRPr>
      </a:lvl2pPr>
      <a:lvl3pPr marL="1143000" indent="-228600" algn="l" rtl="0" eaLnBrk="0" fontAlgn="base" hangingPunct="0">
        <a:spcBef>
          <a:spcPct val="20000"/>
        </a:spcBef>
        <a:spcAft>
          <a:spcPct val="0"/>
        </a:spcAft>
        <a:buChar char="•"/>
        <a:defRPr>
          <a:solidFill>
            <a:schemeClr val="tx1"/>
          </a:solidFill>
          <a:latin typeface="+mn-lt"/>
          <a:ea typeface="Arial" pitchFamily="-111" charset="0"/>
          <a:cs typeface="+mn-cs"/>
        </a:defRPr>
      </a:lvl3pPr>
      <a:lvl4pPr marL="1600200" indent="-228600" algn="l" rtl="0" eaLnBrk="0" fontAlgn="base" hangingPunct="0">
        <a:spcBef>
          <a:spcPct val="20000"/>
        </a:spcBef>
        <a:spcAft>
          <a:spcPct val="0"/>
        </a:spcAft>
        <a:buChar char="–"/>
        <a:defRPr sz="1600">
          <a:solidFill>
            <a:schemeClr val="tx1"/>
          </a:solidFill>
          <a:latin typeface="+mn-lt"/>
          <a:ea typeface="Arial" pitchFamily="-111" charset="0"/>
          <a:cs typeface="+mn-cs"/>
        </a:defRPr>
      </a:lvl4pPr>
      <a:lvl5pPr marL="2057400" indent="-228600" algn="l" rtl="0" eaLnBrk="0" fontAlgn="base" hangingPunct="0">
        <a:spcBef>
          <a:spcPct val="20000"/>
        </a:spcBef>
        <a:spcAft>
          <a:spcPct val="0"/>
        </a:spcAft>
        <a:buChar char="»"/>
        <a:defRPr sz="1400">
          <a:solidFill>
            <a:schemeClr val="tx1"/>
          </a:solidFill>
          <a:latin typeface="+mn-lt"/>
          <a:ea typeface="Arial" pitchFamily="-111" charset="0"/>
          <a:cs typeface="+mn-cs"/>
        </a:defRPr>
      </a:lvl5pPr>
      <a:lvl6pPr marL="2514600" indent="-228600" algn="l" rtl="0" eaLnBrk="1" fontAlgn="base" hangingPunct="1">
        <a:spcBef>
          <a:spcPct val="20000"/>
        </a:spcBef>
        <a:spcAft>
          <a:spcPct val="0"/>
        </a:spcAft>
        <a:buChar char="»"/>
        <a:defRPr sz="1400">
          <a:solidFill>
            <a:schemeClr val="tx1"/>
          </a:solidFill>
          <a:latin typeface="+mn-lt"/>
          <a:cs typeface="+mn-cs"/>
        </a:defRPr>
      </a:lvl6pPr>
      <a:lvl7pPr marL="2971800" indent="-228600" algn="l" rtl="0" eaLnBrk="1" fontAlgn="base" hangingPunct="1">
        <a:spcBef>
          <a:spcPct val="20000"/>
        </a:spcBef>
        <a:spcAft>
          <a:spcPct val="0"/>
        </a:spcAft>
        <a:buChar char="»"/>
        <a:defRPr sz="1400">
          <a:solidFill>
            <a:schemeClr val="tx1"/>
          </a:solidFill>
          <a:latin typeface="+mn-lt"/>
          <a:cs typeface="+mn-cs"/>
        </a:defRPr>
      </a:lvl7pPr>
      <a:lvl8pPr marL="3429000" indent="-228600" algn="l" rtl="0" eaLnBrk="1" fontAlgn="base" hangingPunct="1">
        <a:spcBef>
          <a:spcPct val="20000"/>
        </a:spcBef>
        <a:spcAft>
          <a:spcPct val="0"/>
        </a:spcAft>
        <a:buChar char="»"/>
        <a:defRPr sz="1400">
          <a:solidFill>
            <a:schemeClr val="tx1"/>
          </a:solidFill>
          <a:latin typeface="+mn-lt"/>
          <a:cs typeface="+mn-cs"/>
        </a:defRPr>
      </a:lvl8pPr>
      <a:lvl9pPr marL="3886200" indent="-228600" algn="l" rtl="0" eaLnBrk="1" fontAlgn="base" hangingPunct="1">
        <a:spcBef>
          <a:spcPct val="20000"/>
        </a:spcBef>
        <a:spcAft>
          <a:spcPct val="0"/>
        </a:spcAft>
        <a:buChar char="»"/>
        <a:defRPr sz="1400">
          <a:solidFill>
            <a:schemeClr val="tx1"/>
          </a:solidFill>
          <a:latin typeface="+mn-lt"/>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5.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26" name="Rectangle 2"/>
          <p:cNvSpPr>
            <a:spLocks noGrp="1" noChangeArrowheads="1"/>
          </p:cNvSpPr>
          <p:nvPr>
            <p:ph type="title"/>
          </p:nvPr>
        </p:nvSpPr>
        <p:spPr bwMode="auto">
          <a:xfrm>
            <a:off x="768351" y="914401"/>
            <a:ext cx="10466916" cy="6715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FAA26D3D-D897-4be2-8F04-BA451C77F1D7}">
              <ma14:placeholderFlag xmlns:ma14="http://schemas.microsoft.com/office/mac/drawingml/2011/main" xmlns="" val="1"/>
            </a:ext>
          </a:extLst>
        </p:spPr>
        <p:txBody>
          <a:bodyPr vert="horz" wrap="square" lIns="91440" tIns="45720" rIns="91440" bIns="45720" numCol="1" anchor="t" anchorCtr="0" compatLnSpc="1">
            <a:prstTxWarp prst="textNoShape">
              <a:avLst/>
            </a:prstTxWarp>
          </a:bodyPr>
          <a:lstStyle/>
          <a:p>
            <a:pPr lvl="0"/>
            <a:r>
              <a:rPr lang="en-US" altLang="en-US"/>
              <a:t>Click to edit Master title style</a:t>
            </a:r>
          </a:p>
        </p:txBody>
      </p:sp>
      <p:sp>
        <p:nvSpPr>
          <p:cNvPr id="1027" name="Rectangle 3"/>
          <p:cNvSpPr>
            <a:spLocks noGrp="1" noChangeArrowheads="1"/>
          </p:cNvSpPr>
          <p:nvPr>
            <p:ph type="body" idx="1"/>
          </p:nvPr>
        </p:nvSpPr>
        <p:spPr bwMode="auto">
          <a:xfrm>
            <a:off x="768351" y="1981200"/>
            <a:ext cx="10490200" cy="411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FAA26D3D-D897-4be2-8F04-BA451C77F1D7}">
              <ma14:placeholderFlag xmlns:ma14="http://schemas.microsoft.com/office/mac/drawingml/2011/main" xmlns="" val="1"/>
            </a:ext>
          </a:extLst>
        </p:spPr>
        <p:txBody>
          <a:bodyPr vert="horz" wrap="square" lIns="91440" tIns="45720" rIns="91440" bIns="45720" numCol="1" anchor="t" anchorCtr="0" compatLnSpc="1">
            <a:prstTxWarp prst="textNoShape">
              <a:avLst/>
            </a:prstTxWarp>
          </a:bodyPr>
          <a:lstStyle/>
          <a:p>
            <a:pPr lvl="0"/>
            <a:r>
              <a:rPr lang="en-US" altLang="en-US"/>
              <a:t>Click to edit Master text styles</a:t>
            </a:r>
          </a:p>
          <a:p>
            <a:pPr lvl="1"/>
            <a:r>
              <a:rPr lang="en-US" altLang="en-US"/>
              <a:t>Second level</a:t>
            </a:r>
          </a:p>
          <a:p>
            <a:pPr lvl="2"/>
            <a:r>
              <a:rPr lang="en-US" altLang="en-US"/>
              <a:t>Third level</a:t>
            </a:r>
          </a:p>
          <a:p>
            <a:pPr lvl="3"/>
            <a:r>
              <a:rPr lang="en-US" altLang="en-US"/>
              <a:t>Fourth level</a:t>
            </a:r>
          </a:p>
          <a:p>
            <a:pPr lvl="4"/>
            <a:r>
              <a:rPr lang="en-US" altLang="en-US"/>
              <a:t>Fifth level</a:t>
            </a:r>
          </a:p>
        </p:txBody>
      </p:sp>
      <p:sp>
        <p:nvSpPr>
          <p:cNvPr id="1030" name="Rectangle 6"/>
          <p:cNvSpPr>
            <a:spLocks noGrp="1" noChangeArrowheads="1"/>
          </p:cNvSpPr>
          <p:nvPr>
            <p:ph type="sldNum" sz="quarter" idx="4"/>
          </p:nvPr>
        </p:nvSpPr>
        <p:spPr bwMode="auto">
          <a:xfrm>
            <a:off x="768351" y="6362700"/>
            <a:ext cx="2540000" cy="2286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defRPr sz="1000">
                <a:solidFill>
                  <a:srgbClr val="377AFF"/>
                </a:solidFill>
              </a:defRPr>
            </a:lvl1pPr>
          </a:lstStyle>
          <a:p>
            <a:pPr fontAlgn="base">
              <a:spcBef>
                <a:spcPct val="0"/>
              </a:spcBef>
              <a:spcAft>
                <a:spcPct val="0"/>
              </a:spcAft>
            </a:pPr>
            <a:r>
              <a:rPr lang="en-US" altLang="en-US">
                <a:ea typeface="ＭＳ Ｐゴシック" charset="-128"/>
              </a:rPr>
              <a:t>Page </a:t>
            </a:r>
            <a:fld id="{E652420C-67B0-BF4B-80E2-624DBD885918}" type="slidenum">
              <a:rPr lang="en-US" altLang="en-US" smtClean="0">
                <a:ea typeface="ＭＳ Ｐゴシック" charset="-128"/>
              </a:rPr>
              <a:pPr fontAlgn="base">
                <a:spcBef>
                  <a:spcPct val="0"/>
                </a:spcBef>
                <a:spcAft>
                  <a:spcPct val="0"/>
                </a:spcAft>
              </a:pPr>
              <a:t>‹#›</a:t>
            </a:fld>
            <a:endParaRPr lang="en-US" altLang="en-US">
              <a:ea typeface="ＭＳ Ｐゴシック" charset="-128"/>
            </a:endParaRPr>
          </a:p>
        </p:txBody>
      </p:sp>
      <p:pic>
        <p:nvPicPr>
          <p:cNvPr id="1029" name="Picture 7" descr="Powerpoint graphic 1"/>
          <p:cNvPicPr>
            <a:picLocks noChangeAspect="1" noChangeArrowheads="1"/>
          </p:cNvPicPr>
          <p:nvPr/>
        </p:nvPicPr>
        <p:blipFill>
          <a:blip r:embed="rId13">
            <a:extLst>
              <a:ext uri="{28A0092B-C50C-407E-A947-70E740481C1C}">
                <a14:useLocalDpi xmlns:a14="http://schemas.microsoft.com/office/drawing/2010/main" val="0"/>
              </a:ext>
            </a:extLst>
          </a:blip>
          <a:srcRect/>
          <a:stretch>
            <a:fillRect/>
          </a:stretch>
        </p:blipFill>
        <p:spPr bwMode="auto">
          <a:xfrm>
            <a:off x="203200" y="152401"/>
            <a:ext cx="10058400" cy="7096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 name="Picture 8" descr="3 Colour IB Hoz"/>
          <p:cNvPicPr>
            <a:picLocks noChangeAspect="1" noChangeArrowheads="1"/>
          </p:cNvPicPr>
          <p:nvPr/>
        </p:nvPicPr>
        <p:blipFill>
          <a:blip r:embed="rId14">
            <a:extLst>
              <a:ext uri="{28A0092B-C50C-407E-A947-70E740481C1C}">
                <a14:useLocalDpi xmlns:a14="http://schemas.microsoft.com/office/drawing/2010/main" val="0"/>
              </a:ext>
            </a:extLst>
          </a:blip>
          <a:srcRect/>
          <a:stretch>
            <a:fillRect/>
          </a:stretch>
        </p:blipFill>
        <p:spPr bwMode="auto">
          <a:xfrm>
            <a:off x="9556751" y="304800"/>
            <a:ext cx="1727200" cy="3937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031" name="Text Box 9"/>
          <p:cNvSpPr txBox="1">
            <a:spLocks noChangeArrowheads="1"/>
          </p:cNvSpPr>
          <p:nvPr/>
        </p:nvSpPr>
        <p:spPr bwMode="auto">
          <a:xfrm>
            <a:off x="8837697" y="6376988"/>
            <a:ext cx="2420855" cy="215444"/>
          </a:xfrm>
          <a:prstGeom prst="rect">
            <a:avLst/>
          </a:prstGeom>
          <a:noFill/>
          <a:ln>
            <a:noFill/>
          </a:ln>
        </p:spPr>
        <p:txBody>
          <a:bodyPr wrap="none">
            <a:spAutoFit/>
          </a:bodyPr>
          <a:lstStyle>
            <a:lvl1pPr eaLnBrk="0" hangingPunct="0">
              <a:defRPr sz="2400">
                <a:solidFill>
                  <a:schemeClr val="tx1"/>
                </a:solidFill>
                <a:latin typeface="Arial" charset="0"/>
                <a:ea typeface="ＭＳ Ｐゴシック" charset="-128"/>
              </a:defRPr>
            </a:lvl1pPr>
            <a:lvl2pPr marL="742950" indent="-285750" eaLnBrk="0" hangingPunct="0">
              <a:defRPr sz="2400">
                <a:solidFill>
                  <a:schemeClr val="tx1"/>
                </a:solidFill>
                <a:latin typeface="Arial" charset="0"/>
                <a:ea typeface="ＭＳ Ｐゴシック" charset="-128"/>
              </a:defRPr>
            </a:lvl2pPr>
            <a:lvl3pPr marL="1143000" indent="-228600" eaLnBrk="0" hangingPunct="0">
              <a:defRPr sz="2400">
                <a:solidFill>
                  <a:schemeClr val="tx1"/>
                </a:solidFill>
                <a:latin typeface="Arial" charset="0"/>
                <a:ea typeface="ＭＳ Ｐゴシック" charset="-128"/>
              </a:defRPr>
            </a:lvl3pPr>
            <a:lvl4pPr marL="1600200" indent="-228600" eaLnBrk="0" hangingPunct="0">
              <a:defRPr sz="2400">
                <a:solidFill>
                  <a:schemeClr val="tx1"/>
                </a:solidFill>
                <a:latin typeface="Arial" charset="0"/>
                <a:ea typeface="ＭＳ Ｐゴシック" charset="-128"/>
              </a:defRPr>
            </a:lvl4pPr>
            <a:lvl5pPr marL="2057400" indent="-228600" eaLnBrk="0" hangingPunct="0">
              <a:defRPr sz="2400">
                <a:solidFill>
                  <a:schemeClr val="tx1"/>
                </a:solidFill>
                <a:latin typeface="Arial" charset="0"/>
                <a:ea typeface="ＭＳ Ｐゴシック" charset="-128"/>
              </a:defRPr>
            </a:lvl5pPr>
            <a:lvl6pPr marL="2514600" indent="-228600" eaLnBrk="0" fontAlgn="base" hangingPunct="0">
              <a:spcBef>
                <a:spcPct val="0"/>
              </a:spcBef>
              <a:spcAft>
                <a:spcPct val="0"/>
              </a:spcAft>
              <a:defRPr sz="2400">
                <a:solidFill>
                  <a:schemeClr val="tx1"/>
                </a:solidFill>
                <a:latin typeface="Arial" charset="0"/>
                <a:ea typeface="ＭＳ Ｐゴシック" charset="-128"/>
              </a:defRPr>
            </a:lvl6pPr>
            <a:lvl7pPr marL="2971800" indent="-228600" eaLnBrk="0" fontAlgn="base" hangingPunct="0">
              <a:spcBef>
                <a:spcPct val="0"/>
              </a:spcBef>
              <a:spcAft>
                <a:spcPct val="0"/>
              </a:spcAft>
              <a:defRPr sz="2400">
                <a:solidFill>
                  <a:schemeClr val="tx1"/>
                </a:solidFill>
                <a:latin typeface="Arial" charset="0"/>
                <a:ea typeface="ＭＳ Ｐゴシック" charset="-128"/>
              </a:defRPr>
            </a:lvl7pPr>
            <a:lvl8pPr marL="3429000" indent="-228600" eaLnBrk="0" fontAlgn="base" hangingPunct="0">
              <a:spcBef>
                <a:spcPct val="0"/>
              </a:spcBef>
              <a:spcAft>
                <a:spcPct val="0"/>
              </a:spcAft>
              <a:defRPr sz="2400">
                <a:solidFill>
                  <a:schemeClr val="tx1"/>
                </a:solidFill>
                <a:latin typeface="Arial" charset="0"/>
                <a:ea typeface="ＭＳ Ｐゴシック" charset="-128"/>
              </a:defRPr>
            </a:lvl8pPr>
            <a:lvl9pPr marL="3886200" indent="-228600" eaLnBrk="0" fontAlgn="base" hangingPunct="0">
              <a:spcBef>
                <a:spcPct val="0"/>
              </a:spcBef>
              <a:spcAft>
                <a:spcPct val="0"/>
              </a:spcAft>
              <a:defRPr sz="2400">
                <a:solidFill>
                  <a:schemeClr val="tx1"/>
                </a:solidFill>
                <a:latin typeface="Arial" charset="0"/>
                <a:ea typeface="ＭＳ Ｐゴシック" charset="-128"/>
              </a:defRPr>
            </a:lvl9pPr>
          </a:lstStyle>
          <a:p>
            <a:pPr algn="r" eaLnBrk="1" fontAlgn="base" hangingPunct="1">
              <a:spcBef>
                <a:spcPct val="0"/>
              </a:spcBef>
              <a:spcAft>
                <a:spcPct val="0"/>
              </a:spcAft>
            </a:pPr>
            <a:r>
              <a:rPr lang="en-US" altLang="en-US" sz="800">
                <a:solidFill>
                  <a:srgbClr val="377AFF"/>
                </a:solidFill>
              </a:rPr>
              <a:t>© International Baccalaureate Organization 2007</a:t>
            </a:r>
          </a:p>
        </p:txBody>
      </p:sp>
      <p:sp>
        <p:nvSpPr>
          <p:cNvPr id="1032" name="Line 12"/>
          <p:cNvSpPr>
            <a:spLocks noChangeShapeType="1"/>
          </p:cNvSpPr>
          <p:nvPr/>
        </p:nvSpPr>
        <p:spPr bwMode="auto">
          <a:xfrm>
            <a:off x="814917" y="1589088"/>
            <a:ext cx="10414000" cy="0"/>
          </a:xfrm>
          <a:prstGeom prst="line">
            <a:avLst/>
          </a:prstGeom>
          <a:noFill/>
          <a:ln w="9525">
            <a:solidFill>
              <a:srgbClr val="70FFFF"/>
            </a:solidFill>
            <a:round/>
            <a:headEnd/>
            <a:tailEnd/>
          </a:ln>
          <a:extLst>
            <a:ext uri="{909E8E84-426E-40DD-AFC4-6F175D3DCCD1}">
              <a14:hiddenFill xmlns:a14="http://schemas.microsoft.com/office/drawing/2010/main">
                <a:noFill/>
              </a14:hiddenFill>
            </a:ext>
          </a:extLst>
        </p:spPr>
        <p:txBody>
          <a:bodyPr lIns="90000" tIns="46800" rIns="90000" bIns="46800" anchor="ctr"/>
          <a:lstStyle/>
          <a:p>
            <a:pPr fontAlgn="base">
              <a:spcBef>
                <a:spcPct val="0"/>
              </a:spcBef>
              <a:spcAft>
                <a:spcPct val="0"/>
              </a:spcAft>
            </a:pPr>
            <a:endParaRPr lang="en-US" sz="2400">
              <a:solidFill>
                <a:srgbClr val="000000"/>
              </a:solidFill>
              <a:ea typeface="ＭＳ Ｐゴシック" charset="-128"/>
            </a:endParaRPr>
          </a:p>
        </p:txBody>
      </p:sp>
    </p:spTree>
    <p:extLst>
      <p:ext uri="{BB962C8B-B14F-4D97-AF65-F5344CB8AC3E}">
        <p14:creationId xmlns:p14="http://schemas.microsoft.com/office/powerpoint/2010/main" val="1015583959"/>
      </p:ext>
    </p:extLst>
  </p:cSld>
  <p:clrMap bg1="lt1" tx1="dk1" bg2="lt2" tx2="dk2" accent1="accent1" accent2="accent2" accent3="accent3" accent4="accent4" accent5="accent5" accent6="accent6" hlink="hlink" folHlink="folHlink"/>
  <p:sldLayoutIdLst>
    <p:sldLayoutId id="2147483720" r:id="rId1"/>
    <p:sldLayoutId id="2147483721" r:id="rId2"/>
    <p:sldLayoutId id="2147483722" r:id="rId3"/>
    <p:sldLayoutId id="2147483723" r:id="rId4"/>
    <p:sldLayoutId id="2147483724" r:id="rId5"/>
    <p:sldLayoutId id="2147483725" r:id="rId6"/>
    <p:sldLayoutId id="2147483726" r:id="rId7"/>
    <p:sldLayoutId id="2147483727" r:id="rId8"/>
    <p:sldLayoutId id="2147483728" r:id="rId9"/>
    <p:sldLayoutId id="2147483729" r:id="rId10"/>
    <p:sldLayoutId id="2147483730" r:id="rId11"/>
  </p:sldLayoutIdLst>
  <p:hf hdr="0" ftr="0" dt="0"/>
  <p:txStyles>
    <p:titleStyle>
      <a:lvl1pPr algn="l" rtl="0" eaLnBrk="0" fontAlgn="base" hangingPunct="0">
        <a:spcBef>
          <a:spcPct val="0"/>
        </a:spcBef>
        <a:spcAft>
          <a:spcPct val="0"/>
        </a:spcAft>
        <a:defRPr sz="3000" b="1">
          <a:solidFill>
            <a:srgbClr val="0041C4"/>
          </a:solidFill>
          <a:latin typeface="+mj-lt"/>
          <a:ea typeface="ＭＳ Ｐゴシック" charset="0"/>
          <a:cs typeface="+mj-cs"/>
        </a:defRPr>
      </a:lvl1pPr>
      <a:lvl2pPr algn="l" rtl="0" eaLnBrk="0" fontAlgn="base" hangingPunct="0">
        <a:spcBef>
          <a:spcPct val="0"/>
        </a:spcBef>
        <a:spcAft>
          <a:spcPct val="0"/>
        </a:spcAft>
        <a:defRPr sz="3000" b="1">
          <a:solidFill>
            <a:srgbClr val="0041C4"/>
          </a:solidFill>
          <a:latin typeface="Arial" charset="0"/>
          <a:ea typeface="ＭＳ Ｐゴシック" charset="0"/>
          <a:cs typeface="Arial" charset="0"/>
        </a:defRPr>
      </a:lvl2pPr>
      <a:lvl3pPr algn="l" rtl="0" eaLnBrk="0" fontAlgn="base" hangingPunct="0">
        <a:spcBef>
          <a:spcPct val="0"/>
        </a:spcBef>
        <a:spcAft>
          <a:spcPct val="0"/>
        </a:spcAft>
        <a:defRPr sz="3000" b="1">
          <a:solidFill>
            <a:srgbClr val="0041C4"/>
          </a:solidFill>
          <a:latin typeface="Arial" charset="0"/>
          <a:ea typeface="ＭＳ Ｐゴシック" charset="0"/>
          <a:cs typeface="Arial" charset="0"/>
        </a:defRPr>
      </a:lvl3pPr>
      <a:lvl4pPr algn="l" rtl="0" eaLnBrk="0" fontAlgn="base" hangingPunct="0">
        <a:spcBef>
          <a:spcPct val="0"/>
        </a:spcBef>
        <a:spcAft>
          <a:spcPct val="0"/>
        </a:spcAft>
        <a:defRPr sz="3000" b="1">
          <a:solidFill>
            <a:srgbClr val="0041C4"/>
          </a:solidFill>
          <a:latin typeface="Arial" charset="0"/>
          <a:ea typeface="ＭＳ Ｐゴシック" charset="0"/>
          <a:cs typeface="Arial" charset="0"/>
        </a:defRPr>
      </a:lvl4pPr>
      <a:lvl5pPr algn="l" rtl="0" eaLnBrk="0" fontAlgn="base" hangingPunct="0">
        <a:spcBef>
          <a:spcPct val="0"/>
        </a:spcBef>
        <a:spcAft>
          <a:spcPct val="0"/>
        </a:spcAft>
        <a:defRPr sz="3000" b="1">
          <a:solidFill>
            <a:srgbClr val="0041C4"/>
          </a:solidFill>
          <a:latin typeface="Arial" charset="0"/>
          <a:ea typeface="ＭＳ Ｐゴシック" charset="0"/>
          <a:cs typeface="Arial" charset="0"/>
        </a:defRPr>
      </a:lvl5pPr>
      <a:lvl6pPr marL="457200" algn="l" rtl="0" eaLnBrk="1" fontAlgn="base" hangingPunct="1">
        <a:spcBef>
          <a:spcPct val="0"/>
        </a:spcBef>
        <a:spcAft>
          <a:spcPct val="0"/>
        </a:spcAft>
        <a:defRPr sz="3000" b="1">
          <a:solidFill>
            <a:srgbClr val="0041C4"/>
          </a:solidFill>
          <a:latin typeface="Arial" charset="0"/>
          <a:cs typeface="Arial" charset="0"/>
        </a:defRPr>
      </a:lvl6pPr>
      <a:lvl7pPr marL="914400" algn="l" rtl="0" eaLnBrk="1" fontAlgn="base" hangingPunct="1">
        <a:spcBef>
          <a:spcPct val="0"/>
        </a:spcBef>
        <a:spcAft>
          <a:spcPct val="0"/>
        </a:spcAft>
        <a:defRPr sz="3000" b="1">
          <a:solidFill>
            <a:srgbClr val="0041C4"/>
          </a:solidFill>
          <a:latin typeface="Arial" charset="0"/>
          <a:cs typeface="Arial" charset="0"/>
        </a:defRPr>
      </a:lvl7pPr>
      <a:lvl8pPr marL="1371600" algn="l" rtl="0" eaLnBrk="1" fontAlgn="base" hangingPunct="1">
        <a:spcBef>
          <a:spcPct val="0"/>
        </a:spcBef>
        <a:spcAft>
          <a:spcPct val="0"/>
        </a:spcAft>
        <a:defRPr sz="3000" b="1">
          <a:solidFill>
            <a:srgbClr val="0041C4"/>
          </a:solidFill>
          <a:latin typeface="Arial" charset="0"/>
          <a:cs typeface="Arial" charset="0"/>
        </a:defRPr>
      </a:lvl8pPr>
      <a:lvl9pPr marL="1828800" algn="l" rtl="0" eaLnBrk="1" fontAlgn="base" hangingPunct="1">
        <a:spcBef>
          <a:spcPct val="0"/>
        </a:spcBef>
        <a:spcAft>
          <a:spcPct val="0"/>
        </a:spcAft>
        <a:defRPr sz="3000" b="1">
          <a:solidFill>
            <a:srgbClr val="0041C4"/>
          </a:solidFill>
          <a:latin typeface="Arial" charset="0"/>
          <a:cs typeface="Arial" charset="0"/>
        </a:defRPr>
      </a:lvl9pPr>
    </p:titleStyle>
    <p:bodyStyle>
      <a:lvl1pPr marL="342900" indent="-342900" algn="l" rtl="0" eaLnBrk="0" fontAlgn="base" hangingPunct="0">
        <a:spcBef>
          <a:spcPct val="20000"/>
        </a:spcBef>
        <a:spcAft>
          <a:spcPct val="0"/>
        </a:spcAft>
        <a:buClr>
          <a:srgbClr val="0041C4"/>
        </a:buClr>
        <a:buFont typeface="Wingdings" charset="2"/>
        <a:buChar char="§"/>
        <a:defRPr sz="2400">
          <a:solidFill>
            <a:schemeClr val="tx1"/>
          </a:solidFill>
          <a:latin typeface="+mn-lt"/>
          <a:ea typeface="ＭＳ Ｐゴシック" charset="0"/>
          <a:cs typeface="+mn-cs"/>
        </a:defRPr>
      </a:lvl1pPr>
      <a:lvl2pPr marL="742950" indent="-285750" algn="l" rtl="0" eaLnBrk="0" fontAlgn="base" hangingPunct="0">
        <a:spcBef>
          <a:spcPct val="20000"/>
        </a:spcBef>
        <a:spcAft>
          <a:spcPct val="0"/>
        </a:spcAft>
        <a:buClr>
          <a:schemeClr val="accent2"/>
        </a:buClr>
        <a:buChar char="•"/>
        <a:defRPr sz="2000">
          <a:solidFill>
            <a:schemeClr val="tx1"/>
          </a:solidFill>
          <a:latin typeface="+mn-lt"/>
          <a:ea typeface="Arial" pitchFamily="-111" charset="0"/>
          <a:cs typeface="+mn-cs"/>
        </a:defRPr>
      </a:lvl2pPr>
      <a:lvl3pPr marL="1143000" indent="-228600" algn="l" rtl="0" eaLnBrk="0" fontAlgn="base" hangingPunct="0">
        <a:spcBef>
          <a:spcPct val="20000"/>
        </a:spcBef>
        <a:spcAft>
          <a:spcPct val="0"/>
        </a:spcAft>
        <a:buChar char="•"/>
        <a:defRPr>
          <a:solidFill>
            <a:schemeClr val="tx1"/>
          </a:solidFill>
          <a:latin typeface="+mn-lt"/>
          <a:ea typeface="Arial" pitchFamily="-111" charset="0"/>
          <a:cs typeface="+mn-cs"/>
        </a:defRPr>
      </a:lvl3pPr>
      <a:lvl4pPr marL="1600200" indent="-228600" algn="l" rtl="0" eaLnBrk="0" fontAlgn="base" hangingPunct="0">
        <a:spcBef>
          <a:spcPct val="20000"/>
        </a:spcBef>
        <a:spcAft>
          <a:spcPct val="0"/>
        </a:spcAft>
        <a:buChar char="–"/>
        <a:defRPr sz="1600">
          <a:solidFill>
            <a:schemeClr val="tx1"/>
          </a:solidFill>
          <a:latin typeface="+mn-lt"/>
          <a:ea typeface="Arial" pitchFamily="-111" charset="0"/>
          <a:cs typeface="+mn-cs"/>
        </a:defRPr>
      </a:lvl4pPr>
      <a:lvl5pPr marL="2057400" indent="-228600" algn="l" rtl="0" eaLnBrk="0" fontAlgn="base" hangingPunct="0">
        <a:spcBef>
          <a:spcPct val="20000"/>
        </a:spcBef>
        <a:spcAft>
          <a:spcPct val="0"/>
        </a:spcAft>
        <a:buChar char="»"/>
        <a:defRPr sz="1400">
          <a:solidFill>
            <a:schemeClr val="tx1"/>
          </a:solidFill>
          <a:latin typeface="+mn-lt"/>
          <a:ea typeface="Arial" pitchFamily="-111" charset="0"/>
          <a:cs typeface="+mn-cs"/>
        </a:defRPr>
      </a:lvl5pPr>
      <a:lvl6pPr marL="2514600" indent="-228600" algn="l" rtl="0" eaLnBrk="1" fontAlgn="base" hangingPunct="1">
        <a:spcBef>
          <a:spcPct val="20000"/>
        </a:spcBef>
        <a:spcAft>
          <a:spcPct val="0"/>
        </a:spcAft>
        <a:buChar char="»"/>
        <a:defRPr sz="1400">
          <a:solidFill>
            <a:schemeClr val="tx1"/>
          </a:solidFill>
          <a:latin typeface="+mn-lt"/>
          <a:cs typeface="+mn-cs"/>
        </a:defRPr>
      </a:lvl6pPr>
      <a:lvl7pPr marL="2971800" indent="-228600" algn="l" rtl="0" eaLnBrk="1" fontAlgn="base" hangingPunct="1">
        <a:spcBef>
          <a:spcPct val="20000"/>
        </a:spcBef>
        <a:spcAft>
          <a:spcPct val="0"/>
        </a:spcAft>
        <a:buChar char="»"/>
        <a:defRPr sz="1400">
          <a:solidFill>
            <a:schemeClr val="tx1"/>
          </a:solidFill>
          <a:latin typeface="+mn-lt"/>
          <a:cs typeface="+mn-cs"/>
        </a:defRPr>
      </a:lvl7pPr>
      <a:lvl8pPr marL="3429000" indent="-228600" algn="l" rtl="0" eaLnBrk="1" fontAlgn="base" hangingPunct="1">
        <a:spcBef>
          <a:spcPct val="20000"/>
        </a:spcBef>
        <a:spcAft>
          <a:spcPct val="0"/>
        </a:spcAft>
        <a:buChar char="»"/>
        <a:defRPr sz="1400">
          <a:solidFill>
            <a:schemeClr val="tx1"/>
          </a:solidFill>
          <a:latin typeface="+mn-lt"/>
          <a:cs typeface="+mn-cs"/>
        </a:defRPr>
      </a:lvl8pPr>
      <a:lvl9pPr marL="3886200" indent="-228600" algn="l" rtl="0" eaLnBrk="1" fontAlgn="base" hangingPunct="1">
        <a:spcBef>
          <a:spcPct val="20000"/>
        </a:spcBef>
        <a:spcAft>
          <a:spcPct val="0"/>
        </a:spcAft>
        <a:buChar char="»"/>
        <a:defRPr sz="1400">
          <a:solidFill>
            <a:schemeClr val="tx1"/>
          </a:solidFill>
          <a:latin typeface="+mn-lt"/>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6.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pPr defTabSz="457200"/>
            <a:fld id="{9334D819-9F07-4261-B09B-9E467E5D9002}" type="datetimeFigureOut">
              <a:rPr lang="en-US" smtClean="0">
                <a:solidFill>
                  <a:prstClr val="black">
                    <a:tint val="75000"/>
                  </a:prstClr>
                </a:solidFill>
              </a:rPr>
              <a:pPr defTabSz="457200"/>
              <a:t>6/30/20</a:t>
            </a:fld>
            <a:endParaRPr lang="en-US" dirty="0">
              <a:solidFill>
                <a:prstClr val="black">
                  <a:tint val="75000"/>
                </a:prstClr>
              </a:solidFill>
            </a:endParaRPr>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pPr defTabSz="457200"/>
            <a:endParaRPr lang="en-US" dirty="0">
              <a:solidFill>
                <a:prstClr val="black">
                  <a:tint val="75000"/>
                </a:prstClr>
              </a:solidFill>
            </a:endParaRPr>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pPr defTabSz="457200"/>
            <a:fld id="{71766878-3199-4EAB-94E7-2D6D11070E14}" type="slidenum">
              <a:rPr lang="en-US" smtClean="0">
                <a:solidFill>
                  <a:prstClr val="black">
                    <a:tint val="75000"/>
                  </a:prstClr>
                </a:solidFill>
              </a:rPr>
              <a:pPr defTabSz="457200"/>
              <a:t>‹#›</a:t>
            </a:fld>
            <a:endParaRPr lang="en-US" dirty="0">
              <a:solidFill>
                <a:prstClr val="black">
                  <a:tint val="75000"/>
                </a:prstClr>
              </a:solidFill>
            </a:endParaRPr>
          </a:p>
        </p:txBody>
      </p:sp>
    </p:spTree>
    <p:extLst>
      <p:ext uri="{BB962C8B-B14F-4D97-AF65-F5344CB8AC3E}">
        <p14:creationId xmlns:p14="http://schemas.microsoft.com/office/powerpoint/2010/main" val="290434776"/>
      </p:ext>
    </p:extLst>
  </p:cSld>
  <p:clrMap bg1="lt1" tx1="dk1" bg2="lt2" tx2="dk2" accent1="accent1" accent2="accent2" accent3="accent3" accent4="accent4" accent5="accent5" accent6="accent6" hlink="hlink" folHlink="folHlink"/>
  <p:sldLayoutIdLst>
    <p:sldLayoutId id="2147483732" r:id="rId1"/>
    <p:sldLayoutId id="2147483733" r:id="rId2"/>
    <p:sldLayoutId id="2147483734" r:id="rId3"/>
    <p:sldLayoutId id="2147483735" r:id="rId4"/>
    <p:sldLayoutId id="2147483736" r:id="rId5"/>
    <p:sldLayoutId id="2147483737" r:id="rId6"/>
    <p:sldLayoutId id="2147483738" r:id="rId7"/>
    <p:sldLayoutId id="2147483739" r:id="rId8"/>
    <p:sldLayoutId id="2147483740" r:id="rId9"/>
    <p:sldLayoutId id="2147483741" r:id="rId10"/>
    <p:sldLayoutId id="2147483742" r:id="rId11"/>
    <p:sldLayoutId id="2147483743" r:id="rId12"/>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5.jp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7.jpg"/><Relationship Id="rId2" Type="http://schemas.openxmlformats.org/officeDocument/2006/relationships/image" Target="../media/image6.jpg"/><Relationship Id="rId1" Type="http://schemas.openxmlformats.org/officeDocument/2006/relationships/slideLayout" Target="../slideLayouts/slideLayout15.xml"/></Relationships>
</file>

<file path=ppt/slides/_rels/slide4.xml.rels><?xml version="1.0" encoding="UTF-8" standalone="yes"?>
<Relationships xmlns="http://schemas.openxmlformats.org/package/2006/relationships"><Relationship Id="rId2" Type="http://schemas.openxmlformats.org/officeDocument/2006/relationships/image" Target="../media/image7.jpg"/><Relationship Id="rId1" Type="http://schemas.openxmlformats.org/officeDocument/2006/relationships/slideLayout" Target="../slideLayouts/slideLayout15.xml"/></Relationships>
</file>

<file path=ppt/slides/_rels/slide5.xml.rels><?xml version="1.0" encoding="UTF-8" standalone="yes"?>
<Relationships xmlns="http://schemas.openxmlformats.org/package/2006/relationships"><Relationship Id="rId3" Type="http://schemas.openxmlformats.org/officeDocument/2006/relationships/image" Target="../media/image9.jpg"/><Relationship Id="rId2" Type="http://schemas.openxmlformats.org/officeDocument/2006/relationships/image" Target="../media/image8.png"/><Relationship Id="rId1" Type="http://schemas.openxmlformats.org/officeDocument/2006/relationships/slideLayout" Target="../slideLayouts/slideLayout15.xml"/></Relationships>
</file>

<file path=ppt/slides/_rels/slide6.xml.rels><?xml version="1.0" encoding="UTF-8" standalone="yes"?>
<Relationships xmlns="http://schemas.openxmlformats.org/package/2006/relationships"><Relationship Id="rId3" Type="http://schemas.openxmlformats.org/officeDocument/2006/relationships/hyperlink" Target="https://acs.fireflycloud.asia/" TargetMode="External"/><Relationship Id="rId2" Type="http://schemas.openxmlformats.org/officeDocument/2006/relationships/hyperlink" Target="mailto:Elisa.Zantos@acsinternational.edu.sg" TargetMode="External"/><Relationship Id="rId1" Type="http://schemas.openxmlformats.org/officeDocument/2006/relationships/slideLayout" Target="../slideLayouts/slideLayout24.xml"/><Relationship Id="rId4" Type="http://schemas.openxmlformats.org/officeDocument/2006/relationships/image" Target="../media/image10.jpeg"/></Relationships>
</file>

<file path=ppt/slides/_rels/slide7.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1.jpg"/><Relationship Id="rId1" Type="http://schemas.openxmlformats.org/officeDocument/2006/relationships/slideLayout" Target="../slideLayouts/slideLayout15.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9.xml.rels><?xml version="1.0" encoding="UTF-8" standalone="yes"?>
<Relationships xmlns="http://schemas.openxmlformats.org/package/2006/relationships"><Relationship Id="rId3" Type="http://schemas.openxmlformats.org/officeDocument/2006/relationships/audio" Target="../media/audio1.bin"/><Relationship Id="rId2" Type="http://schemas.openxmlformats.org/officeDocument/2006/relationships/notesSlide" Target="../notesSlides/notesSlide1.xml"/><Relationship Id="rId1" Type="http://schemas.openxmlformats.org/officeDocument/2006/relationships/slideLayout" Target="../slideLayouts/slideLayout24.xml"/><Relationship Id="rId4" Type="http://schemas.openxmlformats.org/officeDocument/2006/relationships/image" Target="../media/image13.jp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5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5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5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46.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46.xml"/></Relationships>
</file>

<file path=ppt/slides/_rels/slide15.xml.rels><?xml version="1.0" encoding="UTF-8" standalone="yes"?>
<Relationships xmlns="http://schemas.openxmlformats.org/package/2006/relationships"><Relationship Id="rId3" Type="http://schemas.openxmlformats.org/officeDocument/2006/relationships/image" Target="../media/image15.jpg"/><Relationship Id="rId2" Type="http://schemas.openxmlformats.org/officeDocument/2006/relationships/image" Target="../media/image14.emf"/><Relationship Id="rId1" Type="http://schemas.openxmlformats.org/officeDocument/2006/relationships/slideLayout" Target="../slideLayouts/slideLayout15.xml"/></Relationships>
</file>

<file path=ppt/slides/_rels/slide16.xml.rels><?xml version="1.0" encoding="UTF-8" standalone="yes"?>
<Relationships xmlns="http://schemas.openxmlformats.org/package/2006/relationships"><Relationship Id="rId3" Type="http://schemas.openxmlformats.org/officeDocument/2006/relationships/image" Target="../media/image17.jpg"/><Relationship Id="rId2" Type="http://schemas.openxmlformats.org/officeDocument/2006/relationships/image" Target="../media/image16.jpg"/><Relationship Id="rId1" Type="http://schemas.openxmlformats.org/officeDocument/2006/relationships/slideLayout" Target="../slideLayouts/slideLayout15.xml"/></Relationships>
</file>

<file path=ppt/slides/_rels/slide17.xml.rels><?xml version="1.0" encoding="UTF-8" standalone="yes"?>
<Relationships xmlns="http://schemas.openxmlformats.org/package/2006/relationships"><Relationship Id="rId3" Type="http://schemas.openxmlformats.org/officeDocument/2006/relationships/image" Target="../media/image18.jpg"/><Relationship Id="rId2" Type="http://schemas.openxmlformats.org/officeDocument/2006/relationships/hyperlink" Target="http://george-orwell.org/search.php?query=&amp;book=198" TargetMode="External"/><Relationship Id="rId1" Type="http://schemas.openxmlformats.org/officeDocument/2006/relationships/slideLayout" Target="../slideLayouts/slideLayout15.xml"/></Relationships>
</file>

<file path=ppt/slides/_rels/slide18.xml.rels><?xml version="1.0" encoding="UTF-8" standalone="yes"?>
<Relationships xmlns="http://schemas.openxmlformats.org/package/2006/relationships"><Relationship Id="rId2" Type="http://schemas.openxmlformats.org/officeDocument/2006/relationships/image" Target="../media/image19.jpg"/><Relationship Id="rId1" Type="http://schemas.openxmlformats.org/officeDocument/2006/relationships/slideLayout" Target="../slideLayouts/slideLayout15.xml"/></Relationships>
</file>

<file path=ppt/slides/_rels/slide19.xml.rels><?xml version="1.0" encoding="UTF-8" standalone="yes"?>
<Relationships xmlns="http://schemas.openxmlformats.org/package/2006/relationships"><Relationship Id="rId3" Type="http://schemas.openxmlformats.org/officeDocument/2006/relationships/image" Target="../media/image21.jpg"/><Relationship Id="rId2" Type="http://schemas.openxmlformats.org/officeDocument/2006/relationships/image" Target="../media/image20.jpg"/><Relationship Id="rId1" Type="http://schemas.openxmlformats.org/officeDocument/2006/relationships/slideLayout" Target="../slideLayouts/slideLayout15.xml"/><Relationship Id="rId4" Type="http://schemas.openxmlformats.org/officeDocument/2006/relationships/image" Target="../media/image22.jpg"/></Relationships>
</file>

<file path=ppt/slides/_rels/slide20.xml.rels><?xml version="1.0" encoding="UTF-8" standalone="yes"?>
<Relationships xmlns="http://schemas.openxmlformats.org/package/2006/relationships"><Relationship Id="rId3" Type="http://schemas.openxmlformats.org/officeDocument/2006/relationships/image" Target="../media/image23.jpeg"/><Relationship Id="rId2" Type="http://schemas.openxmlformats.org/officeDocument/2006/relationships/audio" Target="../media/audio1.bin"/><Relationship Id="rId1" Type="http://schemas.openxmlformats.org/officeDocument/2006/relationships/slideLayout" Target="../slideLayouts/slideLayout23.xml"/></Relationships>
</file>

<file path=ppt/slides/_rels/slide21.xml.rels><?xml version="1.0" encoding="UTF-8" standalone="yes"?>
<Relationships xmlns="http://schemas.openxmlformats.org/package/2006/relationships"><Relationship Id="rId3" Type="http://schemas.openxmlformats.org/officeDocument/2006/relationships/image" Target="../media/image24.jpeg"/><Relationship Id="rId2" Type="http://schemas.openxmlformats.org/officeDocument/2006/relationships/notesSlide" Target="../notesSlides/notesSlide2.xml"/><Relationship Id="rId1" Type="http://schemas.openxmlformats.org/officeDocument/2006/relationships/slideLayout" Target="../slideLayouts/slideLayout28.xml"/><Relationship Id="rId4" Type="http://schemas.openxmlformats.org/officeDocument/2006/relationships/image" Target="../media/image25.jpeg"/></Relationships>
</file>

<file path=ppt/slides/_rels/slide22.xml.rels><?xml version="1.0" encoding="UTF-8" standalone="yes"?>
<Relationships xmlns="http://schemas.openxmlformats.org/package/2006/relationships"><Relationship Id="rId3" Type="http://schemas.openxmlformats.org/officeDocument/2006/relationships/image" Target="../media/image27.tiff"/><Relationship Id="rId2" Type="http://schemas.openxmlformats.org/officeDocument/2006/relationships/image" Target="../media/image26.jpeg"/><Relationship Id="rId1" Type="http://schemas.openxmlformats.org/officeDocument/2006/relationships/slideLayout" Target="../slideLayouts/slideLayout15.xml"/></Relationships>
</file>

<file path=ppt/slides/_rels/slide23.xml.rels><?xml version="1.0" encoding="UTF-8" standalone="yes"?>
<Relationships xmlns="http://schemas.openxmlformats.org/package/2006/relationships"><Relationship Id="rId3" Type="http://schemas.openxmlformats.org/officeDocument/2006/relationships/image" Target="../media/image15.jpg"/><Relationship Id="rId2" Type="http://schemas.openxmlformats.org/officeDocument/2006/relationships/image" Target="../media/image14.emf"/><Relationship Id="rId1" Type="http://schemas.openxmlformats.org/officeDocument/2006/relationships/slideLayout" Target="../slideLayouts/slideLayout15.xml"/></Relationships>
</file>

<file path=ppt/slides/_rels/slide24.xml.rels><?xml version="1.0" encoding="UTF-8" standalone="yes"?>
<Relationships xmlns="http://schemas.openxmlformats.org/package/2006/relationships"><Relationship Id="rId2" Type="http://schemas.openxmlformats.org/officeDocument/2006/relationships/image" Target="../media/image28.jpg"/><Relationship Id="rId1" Type="http://schemas.openxmlformats.org/officeDocument/2006/relationships/slideLayout" Target="../slideLayouts/slideLayout15.xml"/></Relationships>
</file>

<file path=ppt/slides/_rels/slide25.xml.rels><?xml version="1.0" encoding="UTF-8" standalone="yes"?>
<Relationships xmlns="http://schemas.openxmlformats.org/package/2006/relationships"><Relationship Id="rId2" Type="http://schemas.openxmlformats.org/officeDocument/2006/relationships/image" Target="../media/image29.gif"/><Relationship Id="rId1" Type="http://schemas.openxmlformats.org/officeDocument/2006/relationships/slideLayout" Target="../slideLayouts/slideLayout1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68.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29.xml.rels><?xml version="1.0" encoding="UTF-8" standalone="yes"?>
<Relationships xmlns="http://schemas.openxmlformats.org/package/2006/relationships"><Relationship Id="rId2" Type="http://schemas.openxmlformats.org/officeDocument/2006/relationships/image" Target="../media/image30.jpg"/><Relationship Id="rId1" Type="http://schemas.openxmlformats.org/officeDocument/2006/relationships/slideLayout" Target="../slideLayouts/slideLayout15.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31.xml.rels><?xml version="1.0" encoding="UTF-8" standalone="yes"?>
<Relationships xmlns="http://schemas.openxmlformats.org/package/2006/relationships"><Relationship Id="rId2" Type="http://schemas.openxmlformats.org/officeDocument/2006/relationships/image" Target="../media/image30.jpg"/><Relationship Id="rId1" Type="http://schemas.openxmlformats.org/officeDocument/2006/relationships/slideLayout" Target="../slideLayouts/slideLayout15.xml"/></Relationships>
</file>

<file path=ppt/slides/_rels/slide32.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image" Target="../media/image31.jpg"/><Relationship Id="rId1" Type="http://schemas.openxmlformats.org/officeDocument/2006/relationships/slideLayout" Target="../slideLayouts/slideLayout3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FF2B23"/>
        </a:solidFill>
        <a:effectLst/>
      </p:bgPr>
    </p:bg>
    <p:spTree>
      <p:nvGrpSpPr>
        <p:cNvPr id="1" name=""/>
        <p:cNvGrpSpPr/>
        <p:nvPr/>
      </p:nvGrpSpPr>
      <p:grpSpPr>
        <a:xfrm>
          <a:off x="0" y="0"/>
          <a:ext cx="0" cy="0"/>
          <a:chOff x="0" y="0"/>
          <a:chExt cx="0" cy="0"/>
        </a:xfrm>
      </p:grpSpPr>
      <p:sp>
        <p:nvSpPr>
          <p:cNvPr id="2" name="Title 1"/>
          <p:cNvSpPr>
            <a:spLocks noGrp="1"/>
          </p:cNvSpPr>
          <p:nvPr>
            <p:ph type="ctrTitle"/>
          </p:nvPr>
        </p:nvSpPr>
        <p:spPr>
          <a:xfrm>
            <a:off x="394447" y="340659"/>
            <a:ext cx="11510681" cy="3169304"/>
          </a:xfrm>
        </p:spPr>
        <p:txBody>
          <a:bodyPr>
            <a:normAutofit/>
          </a:bodyPr>
          <a:lstStyle/>
          <a:p>
            <a:r>
              <a:rPr lang="en-US" b="1" dirty="0">
                <a:solidFill>
                  <a:schemeClr val="bg1"/>
                </a:solidFill>
                <a:latin typeface="+mn-lt"/>
              </a:rPr>
              <a:t>IB English Language and Literature</a:t>
            </a:r>
            <a:br>
              <a:rPr lang="en-US" b="1" dirty="0">
                <a:solidFill>
                  <a:schemeClr val="bg1"/>
                </a:solidFill>
                <a:latin typeface="+mn-lt"/>
              </a:rPr>
            </a:br>
            <a:r>
              <a:rPr lang="en-US" b="1" dirty="0">
                <a:solidFill>
                  <a:schemeClr val="bg1"/>
                </a:solidFill>
                <a:latin typeface="+mn-lt"/>
              </a:rPr>
              <a:t>6 ELL SL 4</a:t>
            </a:r>
            <a:br>
              <a:rPr lang="en-US" b="1" dirty="0">
                <a:solidFill>
                  <a:schemeClr val="bg1"/>
                </a:solidFill>
                <a:latin typeface="+mn-lt"/>
              </a:rPr>
            </a:br>
            <a:r>
              <a:rPr lang="en-US" b="1" dirty="0">
                <a:solidFill>
                  <a:schemeClr val="bg1"/>
                </a:solidFill>
                <a:latin typeface="+mn-lt"/>
              </a:rPr>
              <a:t>2019 - 2020</a:t>
            </a:r>
          </a:p>
        </p:txBody>
      </p:sp>
      <p:sp>
        <p:nvSpPr>
          <p:cNvPr id="3" name="Subtitle 2"/>
          <p:cNvSpPr>
            <a:spLocks noGrp="1"/>
          </p:cNvSpPr>
          <p:nvPr>
            <p:ph type="subTitle" idx="1"/>
          </p:nvPr>
        </p:nvSpPr>
        <p:spPr>
          <a:xfrm>
            <a:off x="0" y="3906838"/>
            <a:ext cx="12192000" cy="2691186"/>
          </a:xfrm>
        </p:spPr>
        <p:txBody>
          <a:bodyPr>
            <a:noAutofit/>
          </a:bodyPr>
          <a:lstStyle/>
          <a:p>
            <a:r>
              <a:rPr lang="en-US" sz="4400" b="1" u="sng" dirty="0">
                <a:solidFill>
                  <a:schemeClr val="accent1">
                    <a:lumMod val="20000"/>
                    <a:lumOff val="80000"/>
                  </a:schemeClr>
                </a:solidFill>
              </a:rPr>
              <a:t>Shape of the Week (1):</a:t>
            </a:r>
          </a:p>
          <a:p>
            <a:pPr lvl="0"/>
            <a:r>
              <a:rPr lang="en-US" sz="3200" dirty="0">
                <a:solidFill>
                  <a:prstClr val="white"/>
                </a:solidFill>
              </a:rPr>
              <a:t>Lesson 1: Prelim Prep </a:t>
            </a:r>
            <a:r>
              <a:rPr lang="mr-IN" sz="3200" dirty="0">
                <a:solidFill>
                  <a:prstClr val="white"/>
                </a:solidFill>
              </a:rPr>
              <a:t>–</a:t>
            </a:r>
            <a:r>
              <a:rPr lang="en-US" sz="3200" dirty="0">
                <a:solidFill>
                  <a:prstClr val="white"/>
                </a:solidFill>
              </a:rPr>
              <a:t> Essay Writing</a:t>
            </a:r>
          </a:p>
          <a:p>
            <a:pPr lvl="0"/>
            <a:r>
              <a:rPr lang="en-US" sz="3200" dirty="0">
                <a:solidFill>
                  <a:prstClr val="white"/>
                </a:solidFill>
              </a:rPr>
              <a:t>Lesson 2: Prelim Prep </a:t>
            </a:r>
            <a:r>
              <a:rPr lang="mr-IN" sz="3200" dirty="0">
                <a:solidFill>
                  <a:prstClr val="white"/>
                </a:solidFill>
              </a:rPr>
              <a:t>–</a:t>
            </a:r>
            <a:r>
              <a:rPr lang="en-US" sz="3200" dirty="0">
                <a:solidFill>
                  <a:prstClr val="white"/>
                </a:solidFill>
              </a:rPr>
              <a:t> Essay Writing </a:t>
            </a:r>
          </a:p>
          <a:p>
            <a:pPr lvl="0"/>
            <a:r>
              <a:rPr lang="en-US" sz="3200" dirty="0">
                <a:solidFill>
                  <a:prstClr val="white"/>
                </a:solidFill>
              </a:rPr>
              <a:t>Lesson 3: Prelim Prep </a:t>
            </a:r>
            <a:r>
              <a:rPr lang="mr-IN" sz="3200" dirty="0">
                <a:solidFill>
                  <a:prstClr val="white"/>
                </a:solidFill>
              </a:rPr>
              <a:t>–</a:t>
            </a:r>
            <a:r>
              <a:rPr lang="en-US" sz="3200" dirty="0">
                <a:solidFill>
                  <a:prstClr val="white"/>
                </a:solidFill>
              </a:rPr>
              <a:t> Essay Writing </a:t>
            </a:r>
          </a:p>
          <a:p>
            <a:pPr lvl="0"/>
            <a:endParaRPr lang="en-US" sz="3200" dirty="0">
              <a:solidFill>
                <a:schemeClr val="bg1"/>
              </a:solidFill>
            </a:endParaRPr>
          </a:p>
          <a:p>
            <a:endParaRPr lang="en-US" sz="3600" dirty="0">
              <a:solidFill>
                <a:schemeClr val="bg1"/>
              </a:solidFill>
            </a:endParaRPr>
          </a:p>
        </p:txBody>
      </p:sp>
    </p:spTree>
    <p:extLst>
      <p:ext uri="{BB962C8B-B14F-4D97-AF65-F5344CB8AC3E}">
        <p14:creationId xmlns:p14="http://schemas.microsoft.com/office/powerpoint/2010/main" val="205000537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Content Placeholder 8" descr="IB-Memes-10.jpg">
            <a:extLst>
              <a:ext uri="{FF2B5EF4-FFF2-40B4-BE49-F238E27FC236}">
                <a16:creationId xmlns:a16="http://schemas.microsoft.com/office/drawing/2014/main" id="{9BAC89D0-6D15-7A44-8CAB-CE207C49D2EE}"/>
              </a:ext>
            </a:extLst>
          </p:cNvPr>
          <p:cNvPicPr>
            <a:picLocks noGrp="1" noChangeAspect="1"/>
          </p:cNvPicPr>
          <p:nvPr>
            <p:ph idx="1"/>
          </p:nvPr>
        </p:nvPicPr>
        <p:blipFill rotWithShape="1">
          <a:blip r:embed="rId2">
            <a:extLst>
              <a:ext uri="{28A0092B-C50C-407E-A947-70E740481C1C}">
                <a14:useLocalDpi xmlns:a14="http://schemas.microsoft.com/office/drawing/2010/main" val="0"/>
              </a:ext>
            </a:extLst>
          </a:blip>
          <a:srcRect t="-933" b="-243"/>
          <a:stretch/>
        </p:blipFill>
        <p:spPr>
          <a:xfrm>
            <a:off x="2431327" y="341774"/>
            <a:ext cx="7932922" cy="6003608"/>
          </a:xfrm>
        </p:spPr>
      </p:pic>
    </p:spTree>
    <p:extLst>
      <p:ext uri="{BB962C8B-B14F-4D97-AF65-F5344CB8AC3E}">
        <p14:creationId xmlns:p14="http://schemas.microsoft.com/office/powerpoint/2010/main" val="121401032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FC3BE"/>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914400" y="0"/>
            <a:ext cx="10363200" cy="1143000"/>
          </a:xfrm>
        </p:spPr>
        <p:txBody>
          <a:bodyPr/>
          <a:lstStyle/>
          <a:p>
            <a:r>
              <a:rPr lang="en-US" b="1" dirty="0">
                <a:solidFill>
                  <a:srgbClr val="FF0000"/>
                </a:solidFill>
                <a:latin typeface="Arial Rounded MT Bold" charset="0"/>
                <a:ea typeface="Arial Rounded MT Bold" charset="0"/>
                <a:cs typeface="Arial Rounded MT Bold" charset="0"/>
              </a:rPr>
              <a:t>SCHOOL ASSESSMENT TERM 3</a:t>
            </a:r>
          </a:p>
        </p:txBody>
      </p:sp>
      <p:sp>
        <p:nvSpPr>
          <p:cNvPr id="3" name="Content Placeholder 2"/>
          <p:cNvSpPr>
            <a:spLocks noGrp="1"/>
          </p:cNvSpPr>
          <p:nvPr>
            <p:ph sz="half" idx="1"/>
          </p:nvPr>
        </p:nvSpPr>
        <p:spPr>
          <a:xfrm>
            <a:off x="534161" y="1745671"/>
            <a:ext cx="6578763" cy="4932219"/>
          </a:xfrm>
        </p:spPr>
        <p:txBody>
          <a:bodyPr/>
          <a:lstStyle/>
          <a:p>
            <a:pPr marL="0" indent="0">
              <a:buNone/>
            </a:pPr>
            <a:r>
              <a:rPr lang="en-US" sz="3200" dirty="0">
                <a:latin typeface="MS Mincho" charset="-128"/>
                <a:ea typeface="ＭＳ 明朝" charset="-128"/>
                <a:cs typeface="MS Mincho" charset="-128"/>
              </a:rPr>
              <a:t>☑ </a:t>
            </a:r>
            <a:r>
              <a:rPr lang="en-US" sz="3200" b="1" dirty="0">
                <a:ea typeface="ＭＳ 明朝" charset="-128"/>
                <a:cs typeface="MS Mincho" charset="-128"/>
              </a:rPr>
              <a:t>PRELIMS!!!</a:t>
            </a:r>
            <a:endParaRPr lang="en-US" sz="3200" b="1" u="sng" dirty="0">
              <a:ea typeface="ＭＳ 明朝" charset="-128"/>
              <a:cs typeface="MS Mincho" charset="-128"/>
            </a:endParaRPr>
          </a:p>
          <a:p>
            <a:endParaRPr lang="en-US" sz="3600" dirty="0">
              <a:solidFill>
                <a:prstClr val="black"/>
              </a:solidFill>
              <a:latin typeface="Calibri" charset="0"/>
              <a:ea typeface="MS Mincho" charset="-128"/>
              <a:cs typeface="MS Mincho" charset="-128"/>
            </a:endParaRPr>
          </a:p>
          <a:p>
            <a:pPr marL="0" lvl="0" indent="0">
              <a:buNone/>
            </a:pPr>
            <a:endParaRPr lang="en-US" sz="4800" dirty="0">
              <a:solidFill>
                <a:prstClr val="black"/>
              </a:solidFill>
              <a:latin typeface="Calibri" charset="0"/>
              <a:ea typeface="ＭＳ 明朝" charset="-128"/>
              <a:cs typeface="Times New Roman" charset="0"/>
            </a:endParaRPr>
          </a:p>
        </p:txBody>
      </p:sp>
      <p:pic>
        <p:nvPicPr>
          <p:cNvPr id="8" name="Content Placeholder 4"/>
          <p:cNvPicPr>
            <a:picLocks noGrp="1" noChangeAspect="1"/>
          </p:cNvPicPr>
          <p:nvPr>
            <p:ph sz="half" idx="2"/>
          </p:nvPr>
        </p:nvPicPr>
        <p:blipFill>
          <a:blip r:embed="rId2">
            <a:extLst>
              <a:ext uri="{28A0092B-C50C-407E-A947-70E740481C1C}">
                <a14:useLocalDpi xmlns:a14="http://schemas.microsoft.com/office/drawing/2010/main" val="0"/>
              </a:ext>
            </a:extLst>
          </a:blip>
          <a:stretch>
            <a:fillRect/>
          </a:stretch>
        </p:blipFill>
        <p:spPr>
          <a:xfrm>
            <a:off x="7989454" y="1858061"/>
            <a:ext cx="3657600" cy="4056278"/>
          </a:xfrm>
        </p:spPr>
      </p:pic>
      <p:pic>
        <p:nvPicPr>
          <p:cNvPr id="5" name="Picture 4"/>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680966" y="387999"/>
            <a:ext cx="1357672" cy="1357672"/>
          </a:xfrm>
          <a:prstGeom prst="rect">
            <a:avLst/>
          </a:prstGeom>
        </p:spPr>
      </p:pic>
    </p:spTree>
    <p:extLst>
      <p:ext uri="{BB962C8B-B14F-4D97-AF65-F5344CB8AC3E}">
        <p14:creationId xmlns:p14="http://schemas.microsoft.com/office/powerpoint/2010/main" val="94882459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p:cNvSpPr>
            <a:spLocks noGrp="1"/>
          </p:cNvSpPr>
          <p:nvPr>
            <p:ph type="title"/>
          </p:nvPr>
        </p:nvSpPr>
        <p:spPr>
          <a:xfrm>
            <a:off x="838200" y="365126"/>
            <a:ext cx="10515600" cy="867930"/>
          </a:xfrm>
        </p:spPr>
        <p:txBody>
          <a:bodyPr/>
          <a:lstStyle/>
          <a:p>
            <a:pPr algn="ctr"/>
            <a:r>
              <a:rPr lang="en-US" b="1" dirty="0">
                <a:solidFill>
                  <a:srgbClr val="FF0000"/>
                </a:solidFill>
                <a:latin typeface="+mn-lt"/>
              </a:rPr>
              <a:t>General Outline Term 3</a:t>
            </a:r>
          </a:p>
        </p:txBody>
      </p:sp>
      <p:sp>
        <p:nvSpPr>
          <p:cNvPr id="6" name="Content Placeholder 5"/>
          <p:cNvSpPr>
            <a:spLocks noGrp="1"/>
          </p:cNvSpPr>
          <p:nvPr>
            <p:ph sz="half" idx="1"/>
          </p:nvPr>
        </p:nvSpPr>
        <p:spPr>
          <a:xfrm>
            <a:off x="838200" y="1756352"/>
            <a:ext cx="9011194" cy="4949247"/>
          </a:xfrm>
          <a:solidFill>
            <a:srgbClr val="FFE9EE"/>
          </a:solidFill>
        </p:spPr>
        <p:txBody>
          <a:bodyPr/>
          <a:lstStyle/>
          <a:p>
            <a:r>
              <a:rPr lang="en-US" dirty="0"/>
              <a:t>WEEK 1 Paper 2 Prelim Prep</a:t>
            </a:r>
          </a:p>
          <a:p>
            <a:r>
              <a:rPr lang="en-US" dirty="0"/>
              <a:t>WEEK 2 Paper 1 Prelim Prep</a:t>
            </a:r>
          </a:p>
          <a:p>
            <a:r>
              <a:rPr lang="en-US" dirty="0"/>
              <a:t>WEEK 3 Prelims</a:t>
            </a:r>
          </a:p>
          <a:p>
            <a:r>
              <a:rPr lang="en-US" dirty="0"/>
              <a:t>WEEK 4 Prelims</a:t>
            </a:r>
          </a:p>
          <a:p>
            <a:r>
              <a:rPr lang="en-US" dirty="0"/>
              <a:t>WEEK 5 WT </a:t>
            </a:r>
            <a:r>
              <a:rPr lang="en-US" dirty="0" err="1"/>
              <a:t>finalisation</a:t>
            </a:r>
            <a:endParaRPr lang="en-US" dirty="0"/>
          </a:p>
          <a:p>
            <a:r>
              <a:rPr lang="en-US" dirty="0"/>
              <a:t>WEEK 6 Chronicle</a:t>
            </a:r>
          </a:p>
          <a:p>
            <a:r>
              <a:rPr lang="en-US" dirty="0"/>
              <a:t>WEEK 7 Chronicle</a:t>
            </a:r>
          </a:p>
          <a:p>
            <a:r>
              <a:rPr lang="en-US" dirty="0"/>
              <a:t>WEEK 8 Chronicle</a:t>
            </a:r>
          </a:p>
          <a:p>
            <a:r>
              <a:rPr lang="en-US" dirty="0"/>
              <a:t>WEEK 9 Chronicle</a:t>
            </a:r>
          </a:p>
          <a:p>
            <a:endParaRPr lang="en-US" dirty="0"/>
          </a:p>
        </p:txBody>
      </p:sp>
      <p:pic>
        <p:nvPicPr>
          <p:cNvPr id="8" name="Content Placeholder 7"/>
          <p:cNvPicPr>
            <a:picLocks noGrp="1" noChangeAspect="1"/>
          </p:cNvPicPr>
          <p:nvPr>
            <p:ph sz="half" idx="2"/>
          </p:nvPr>
        </p:nvPicPr>
        <p:blipFill>
          <a:blip r:embed="rId2">
            <a:extLst>
              <a:ext uri="{28A0092B-C50C-407E-A947-70E740481C1C}">
                <a14:useLocalDpi xmlns:a14="http://schemas.microsoft.com/office/drawing/2010/main" val="0"/>
              </a:ext>
            </a:extLst>
          </a:blip>
          <a:stretch>
            <a:fillRect/>
          </a:stretch>
        </p:blipFill>
        <p:spPr>
          <a:xfrm>
            <a:off x="9849394" y="365126"/>
            <a:ext cx="1980166" cy="1980166"/>
          </a:xfrm>
          <a:prstGeom prst="rect">
            <a:avLst/>
          </a:prstGeom>
        </p:spPr>
      </p:pic>
    </p:spTree>
    <p:extLst>
      <p:ext uri="{BB962C8B-B14F-4D97-AF65-F5344CB8AC3E}">
        <p14:creationId xmlns:p14="http://schemas.microsoft.com/office/powerpoint/2010/main" val="125899150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6">
                                            <p:bg/>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6">
                                            <p:txEl>
                                              <p:pRg st="0" end="0"/>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6">
                                            <p:txEl>
                                              <p:pRg st="1" end="1"/>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6">
                                            <p:txEl>
                                              <p:pRg st="2" end="2"/>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6">
                                            <p:txEl>
                                              <p:pRg st="3" end="3"/>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6">
                                            <p:txEl>
                                              <p:pRg st="4" end="4"/>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6">
                                            <p:txEl>
                                              <p:pRg st="5" end="5"/>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6">
                                            <p:txEl>
                                              <p:pRg st="6" end="6"/>
                                            </p:txEl>
                                          </p:spTgt>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grpId="0" nodeType="clickEffect">
                                  <p:stCondLst>
                                    <p:cond delay="0"/>
                                  </p:stCondLst>
                                  <p:childTnLst>
                                    <p:set>
                                      <p:cBhvr>
                                        <p:cTn id="38" dur="1" fill="hold">
                                          <p:stCondLst>
                                            <p:cond delay="0"/>
                                          </p:stCondLst>
                                        </p:cTn>
                                        <p:tgtEl>
                                          <p:spTgt spid="6">
                                            <p:txEl>
                                              <p:pRg st="7" end="7"/>
                                            </p:txEl>
                                          </p:spTgt>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grpId="0" nodeType="clickEffect">
                                  <p:stCondLst>
                                    <p:cond delay="0"/>
                                  </p:stCondLst>
                                  <p:childTnLst>
                                    <p:set>
                                      <p:cBhvr>
                                        <p:cTn id="42" dur="1" fill="hold">
                                          <p:stCondLst>
                                            <p:cond delay="0"/>
                                          </p:stCondLst>
                                        </p:cTn>
                                        <p:tgtEl>
                                          <p:spTgt spid="6">
                                            <p:txEl>
                                              <p:pRg st="8" end="8"/>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build="p" animBg="1"/>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365125"/>
            <a:ext cx="12192000" cy="1325563"/>
          </a:xfrm>
        </p:spPr>
        <p:txBody>
          <a:bodyPr>
            <a:noAutofit/>
          </a:bodyPr>
          <a:lstStyle/>
          <a:p>
            <a:pPr algn="ctr"/>
            <a:r>
              <a:rPr lang="en-US" sz="7200" b="1" dirty="0">
                <a:solidFill>
                  <a:srgbClr val="FF0000"/>
                </a:solidFill>
                <a:latin typeface="+mn-lt"/>
              </a:rPr>
              <a:t>We are still a digital classroom!</a:t>
            </a:r>
          </a:p>
        </p:txBody>
      </p:sp>
      <p:pic>
        <p:nvPicPr>
          <p:cNvPr id="5" name="Content Placeholder 4"/>
          <p:cNvPicPr>
            <a:picLocks noGrp="1" noChangeAspect="1"/>
          </p:cNvPicPr>
          <p:nvPr>
            <p:ph sz="half" idx="1"/>
          </p:nvPr>
        </p:nvPicPr>
        <p:blipFill>
          <a:blip r:embed="rId2">
            <a:extLst>
              <a:ext uri="{28A0092B-C50C-407E-A947-70E740481C1C}">
                <a14:useLocalDpi xmlns:a14="http://schemas.microsoft.com/office/drawing/2010/main" val="0"/>
              </a:ext>
            </a:extLst>
          </a:blip>
          <a:stretch>
            <a:fillRect/>
          </a:stretch>
        </p:blipFill>
        <p:spPr>
          <a:xfrm>
            <a:off x="963398" y="2022765"/>
            <a:ext cx="4835235" cy="4835235"/>
          </a:xfrm>
        </p:spPr>
      </p:pic>
      <p:pic>
        <p:nvPicPr>
          <p:cNvPr id="6" name="Content Placeholder 5"/>
          <p:cNvPicPr>
            <a:picLocks noGrp="1" noChangeAspect="1"/>
          </p:cNvPicPr>
          <p:nvPr>
            <p:ph sz="half" idx="2"/>
          </p:nvPr>
        </p:nvPicPr>
        <p:blipFill>
          <a:blip r:embed="rId3">
            <a:extLst>
              <a:ext uri="{28A0092B-C50C-407E-A947-70E740481C1C}">
                <a14:useLocalDpi xmlns:a14="http://schemas.microsoft.com/office/drawing/2010/main" val="0"/>
              </a:ext>
            </a:extLst>
          </a:blip>
          <a:stretch>
            <a:fillRect/>
          </a:stretch>
        </p:blipFill>
        <p:spPr>
          <a:xfrm>
            <a:off x="6362080" y="2413794"/>
            <a:ext cx="5269575" cy="3763982"/>
          </a:xfrm>
        </p:spPr>
      </p:pic>
    </p:spTree>
    <p:extLst>
      <p:ext uri="{BB962C8B-B14F-4D97-AF65-F5344CB8AC3E}">
        <p14:creationId xmlns:p14="http://schemas.microsoft.com/office/powerpoint/2010/main" val="187725691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8" name="Title 1"/>
          <p:cNvSpPr>
            <a:spLocks noGrp="1"/>
          </p:cNvSpPr>
          <p:nvPr>
            <p:ph type="title"/>
          </p:nvPr>
        </p:nvSpPr>
        <p:spPr>
          <a:xfrm>
            <a:off x="914400" y="0"/>
            <a:ext cx="10363200" cy="1337733"/>
          </a:xfrm>
        </p:spPr>
        <p:txBody>
          <a:bodyPr/>
          <a:lstStyle/>
          <a:p>
            <a:pPr algn="ctr" eaLnBrk="1" hangingPunct="1"/>
            <a:r>
              <a:rPr lang="en-US" altLang="en-US" b="1" dirty="0">
                <a:solidFill>
                  <a:srgbClr val="FF0000"/>
                </a:solidFill>
                <a:latin typeface="+mn-lt"/>
              </a:rPr>
              <a:t>English Teacher </a:t>
            </a:r>
            <a:r>
              <a:rPr lang="mr-IN" altLang="en-US" b="1" dirty="0">
                <a:solidFill>
                  <a:srgbClr val="FF0000"/>
                </a:solidFill>
                <a:latin typeface="+mn-lt"/>
              </a:rPr>
              <a:t>–</a:t>
            </a:r>
            <a:r>
              <a:rPr lang="en-US" altLang="en-US" b="1" dirty="0">
                <a:solidFill>
                  <a:srgbClr val="FF0000"/>
                </a:solidFill>
                <a:latin typeface="+mn-lt"/>
              </a:rPr>
              <a:t> CONTACT Details</a:t>
            </a:r>
            <a:br>
              <a:rPr lang="en-US" altLang="en-US" b="1" dirty="0">
                <a:solidFill>
                  <a:srgbClr val="FF0000"/>
                </a:solidFill>
                <a:latin typeface="+mn-lt"/>
              </a:rPr>
            </a:br>
            <a:r>
              <a:rPr lang="en-US" altLang="en-US" b="1" dirty="0">
                <a:solidFill>
                  <a:srgbClr val="0432FF"/>
                </a:solidFill>
                <a:latin typeface="+mn-lt"/>
              </a:rPr>
              <a:t>(copy into homework diary/ notes)</a:t>
            </a:r>
          </a:p>
        </p:txBody>
      </p:sp>
      <p:sp>
        <p:nvSpPr>
          <p:cNvPr id="4099" name="Text Placeholder 3"/>
          <p:cNvSpPr>
            <a:spLocks noGrp="1"/>
          </p:cNvSpPr>
          <p:nvPr>
            <p:ph type="body" sz="half" idx="2"/>
          </p:nvPr>
        </p:nvSpPr>
        <p:spPr>
          <a:xfrm>
            <a:off x="2603309" y="1615440"/>
            <a:ext cx="9588691" cy="4653516"/>
          </a:xfrm>
        </p:spPr>
        <p:txBody>
          <a:bodyPr>
            <a:normAutofit fontScale="85000" lnSpcReduction="20000"/>
          </a:bodyPr>
          <a:lstStyle/>
          <a:p>
            <a:pPr marL="0" indent="0" eaLnBrk="1" hangingPunct="1">
              <a:buNone/>
            </a:pPr>
            <a:r>
              <a:rPr lang="en-US" altLang="en-US" sz="3600" dirty="0">
                <a:hlinkClick r:id="rId2"/>
              </a:rPr>
              <a:t>Elisa.Zantos@acsinternational.edu.sg</a:t>
            </a:r>
            <a:r>
              <a:rPr lang="en-US" altLang="en-US" sz="3600" dirty="0"/>
              <a:t> </a:t>
            </a:r>
          </a:p>
          <a:p>
            <a:pPr marL="0" indent="0">
              <a:buNone/>
            </a:pPr>
            <a:r>
              <a:rPr lang="en-US" altLang="en-US" sz="3600" dirty="0"/>
              <a:t>QUESTIONS/ NOTICES </a:t>
            </a:r>
            <a:r>
              <a:rPr lang="en-US" altLang="en-US" sz="3600" b="1" dirty="0"/>
              <a:t>only</a:t>
            </a:r>
          </a:p>
          <a:p>
            <a:pPr marL="0" indent="0" eaLnBrk="1" hangingPunct="1">
              <a:buNone/>
            </a:pPr>
            <a:endParaRPr lang="en-US" altLang="en-US" sz="3600" dirty="0"/>
          </a:p>
          <a:p>
            <a:pPr marL="0" indent="0">
              <a:buNone/>
            </a:pPr>
            <a:r>
              <a:rPr lang="en-US" altLang="en-US" sz="3600" dirty="0">
                <a:hlinkClick r:id="rId3"/>
              </a:rPr>
              <a:t>https://acs.fireflycloud.asia/</a:t>
            </a:r>
            <a:endParaRPr lang="en-US" altLang="en-US" sz="3600" dirty="0"/>
          </a:p>
          <a:p>
            <a:pPr marL="0" indent="0">
              <a:buNone/>
            </a:pPr>
            <a:r>
              <a:rPr lang="en-US" altLang="en-US" sz="3600" dirty="0"/>
              <a:t>Homework/ Assignments</a:t>
            </a:r>
          </a:p>
          <a:p>
            <a:pPr marL="0" indent="0">
              <a:buNone/>
            </a:pPr>
            <a:endParaRPr lang="en-US" altLang="en-US" sz="2800" dirty="0"/>
          </a:p>
          <a:p>
            <a:pPr marL="0" indent="0" eaLnBrk="1" hangingPunct="1">
              <a:buNone/>
            </a:pPr>
            <a:r>
              <a:rPr lang="en-US" altLang="en-US" sz="3600" dirty="0"/>
              <a:t>When you submit digital files, please name file:</a:t>
            </a:r>
          </a:p>
          <a:p>
            <a:pPr marL="0" indent="0">
              <a:buNone/>
            </a:pPr>
            <a:r>
              <a:rPr lang="en-US" altLang="en-US" dirty="0" err="1"/>
              <a:t>familyname.calledname.classname.assignmentname.date</a:t>
            </a:r>
            <a:endParaRPr lang="en-US" altLang="en-US" dirty="0"/>
          </a:p>
          <a:p>
            <a:pPr marL="0" indent="0">
              <a:buNone/>
            </a:pPr>
            <a:r>
              <a:rPr lang="en-US" altLang="en-US" sz="3200" dirty="0">
                <a:solidFill>
                  <a:srgbClr val="0432FF"/>
                </a:solidFill>
              </a:rPr>
              <a:t>English Assignment </a:t>
            </a:r>
            <a:r>
              <a:rPr lang="en-US" altLang="en-US" sz="3200" dirty="0">
                <a:solidFill>
                  <a:srgbClr val="0432FF"/>
                </a:solidFill>
                <a:latin typeface="Wingdings" charset="2"/>
              </a:rPr>
              <a:t></a:t>
            </a:r>
            <a:endParaRPr lang="en-US" altLang="en-US" sz="3200" dirty="0">
              <a:solidFill>
                <a:srgbClr val="0432FF"/>
              </a:solidFill>
            </a:endParaRPr>
          </a:p>
          <a:p>
            <a:pPr marL="0" indent="0">
              <a:buNone/>
            </a:pPr>
            <a:r>
              <a:rPr lang="en-US" altLang="en-US" sz="3200" dirty="0">
                <a:solidFill>
                  <a:srgbClr val="0432FF"/>
                </a:solidFill>
              </a:rPr>
              <a:t>Everdeen.Katniss.1Z.BookPresentation.2May</a:t>
            </a:r>
            <a:r>
              <a:rPr lang="en-US" altLang="en-US" sz="3200" dirty="0">
                <a:solidFill>
                  <a:srgbClr val="7030A0"/>
                </a:solidFill>
                <a:latin typeface="Zapf Dingbats" charset="0"/>
              </a:rPr>
              <a:t>✔</a:t>
            </a:r>
            <a:endParaRPr lang="en-US" altLang="en-US" sz="3200" dirty="0">
              <a:solidFill>
                <a:srgbClr val="7030A0"/>
              </a:solidFill>
            </a:endParaRPr>
          </a:p>
          <a:p>
            <a:pPr marL="0" indent="0" eaLnBrk="1" hangingPunct="1">
              <a:buNone/>
            </a:pPr>
            <a:endParaRPr lang="en-US" altLang="en-US" dirty="0">
              <a:solidFill>
                <a:srgbClr val="0432FF"/>
              </a:solidFill>
            </a:endParaRPr>
          </a:p>
          <a:p>
            <a:pPr marL="0" indent="0" eaLnBrk="1" hangingPunct="1">
              <a:buNone/>
            </a:pPr>
            <a:endParaRPr lang="en-US" altLang="en-US" dirty="0"/>
          </a:p>
          <a:p>
            <a:pPr marL="0" indent="0" eaLnBrk="1" hangingPunct="1">
              <a:buNone/>
            </a:pPr>
            <a:endParaRPr lang="en-US" altLang="en-US" dirty="0"/>
          </a:p>
          <a:p>
            <a:pPr marL="0" indent="0" eaLnBrk="1" hangingPunct="1">
              <a:buNone/>
            </a:pPr>
            <a:endParaRPr lang="en-US" altLang="en-US" sz="2800" dirty="0"/>
          </a:p>
          <a:p>
            <a:pPr marL="0" indent="0" eaLnBrk="1" hangingPunct="1">
              <a:buNone/>
            </a:pPr>
            <a:endParaRPr lang="en-US" altLang="en-US" sz="2800" dirty="0"/>
          </a:p>
        </p:txBody>
      </p:sp>
      <p:pic>
        <p:nvPicPr>
          <p:cNvPr id="5" name="Content Placeholder 5" descr="E Zantos Photo.jpg"/>
          <p:cNvPicPr>
            <a:picLocks noGrp="1" noChangeAspect="1"/>
          </p:cNvPicPr>
          <p:nvPr>
            <p:ph sz="half" idx="1"/>
          </p:nvPr>
        </p:nvPicPr>
        <p:blipFill>
          <a:blip r:embed="rId4">
            <a:extLst>
              <a:ext uri="{28A0092B-C50C-407E-A947-70E740481C1C}">
                <a14:useLocalDpi xmlns:a14="http://schemas.microsoft.com/office/drawing/2010/main" val="0"/>
              </a:ext>
            </a:extLst>
          </a:blip>
          <a:srcRect t="7990" b="7990"/>
          <a:stretch>
            <a:fillRect/>
          </a:stretch>
        </p:blipFill>
        <p:spPr>
          <a:xfrm rot="21113060">
            <a:off x="375566" y="2282591"/>
            <a:ext cx="2079625" cy="2245925"/>
          </a:xfrm>
        </p:spPr>
      </p:pic>
    </p:spTree>
    <p:extLst>
      <p:ext uri="{BB962C8B-B14F-4D97-AF65-F5344CB8AC3E}">
        <p14:creationId xmlns:p14="http://schemas.microsoft.com/office/powerpoint/2010/main" val="22719506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099">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4099">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4099">
                                            <p:txEl>
                                              <p:pRg st="3" end="3"/>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4099">
                                            <p:txEl>
                                              <p:pRg st="4" end="4"/>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4099">
                                            <p:txEl>
                                              <p:pRg st="6" end="6"/>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4099">
                                            <p:txEl>
                                              <p:pRg st="7" end="7"/>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4099">
                                            <p:txEl>
                                              <p:pRg st="8" end="8"/>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4099">
                                            <p:txEl>
                                              <p:pRg st="9" end="9"/>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099" grpId="0" build="p"/>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a:xfrm>
            <a:off x="838200" y="110293"/>
            <a:ext cx="10515600" cy="1325563"/>
          </a:xfrm>
        </p:spPr>
        <p:txBody>
          <a:bodyPr>
            <a:normAutofit/>
          </a:bodyPr>
          <a:lstStyle/>
          <a:p>
            <a:pPr algn="ctr"/>
            <a:r>
              <a:rPr lang="en-US" sz="5400" b="1" dirty="0">
                <a:solidFill>
                  <a:srgbClr val="00B050"/>
                </a:solidFill>
                <a:latin typeface="+mn-lt"/>
              </a:rPr>
              <a:t>Our School Values</a:t>
            </a:r>
            <a:r>
              <a:rPr lang="is-IS" sz="5400" b="1" dirty="0">
                <a:solidFill>
                  <a:srgbClr val="00B050"/>
                </a:solidFill>
                <a:latin typeface="+mn-lt"/>
              </a:rPr>
              <a:t>…</a:t>
            </a:r>
            <a:endParaRPr lang="en-US" sz="5400" b="1" dirty="0">
              <a:solidFill>
                <a:srgbClr val="00B050"/>
              </a:solidFill>
              <a:latin typeface="+mn-lt"/>
            </a:endParaRPr>
          </a:p>
        </p:txBody>
      </p:sp>
      <p:pic>
        <p:nvPicPr>
          <p:cNvPr id="7" name="Content Placeholder 6"/>
          <p:cNvPicPr>
            <a:picLocks noGrp="1" noChangeAspect="1"/>
          </p:cNvPicPr>
          <p:nvPr>
            <p:ph sz="half" idx="1"/>
          </p:nvPr>
        </p:nvPicPr>
        <p:blipFill>
          <a:blip r:embed="rId2">
            <a:extLst>
              <a:ext uri="{28A0092B-C50C-407E-A947-70E740481C1C}">
                <a14:useLocalDpi xmlns:a14="http://schemas.microsoft.com/office/drawing/2010/main" val="0"/>
              </a:ext>
            </a:extLst>
          </a:blip>
          <a:stretch>
            <a:fillRect/>
          </a:stretch>
        </p:blipFill>
        <p:spPr>
          <a:xfrm>
            <a:off x="239842" y="1249625"/>
            <a:ext cx="5579285" cy="5415830"/>
          </a:xfrm>
        </p:spPr>
      </p:pic>
      <p:pic>
        <p:nvPicPr>
          <p:cNvPr id="8" name="Content Placeholder 7"/>
          <p:cNvPicPr>
            <a:picLocks noGrp="1" noChangeAspect="1"/>
          </p:cNvPicPr>
          <p:nvPr>
            <p:ph sz="half" idx="2"/>
          </p:nvPr>
        </p:nvPicPr>
        <p:blipFill>
          <a:blip r:embed="rId3">
            <a:extLst>
              <a:ext uri="{28A0092B-C50C-407E-A947-70E740481C1C}">
                <a14:useLocalDpi xmlns:a14="http://schemas.microsoft.com/office/drawing/2010/main" val="0"/>
              </a:ext>
            </a:extLst>
          </a:blip>
          <a:stretch>
            <a:fillRect/>
          </a:stretch>
        </p:blipFill>
        <p:spPr>
          <a:xfrm>
            <a:off x="6291937" y="1993691"/>
            <a:ext cx="5490331" cy="3927699"/>
          </a:xfrm>
        </p:spPr>
      </p:pic>
    </p:spTree>
    <p:extLst>
      <p:ext uri="{BB962C8B-B14F-4D97-AF65-F5344CB8AC3E}">
        <p14:creationId xmlns:p14="http://schemas.microsoft.com/office/powerpoint/2010/main" val="172154564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7"/>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1334126" y="2098624"/>
            <a:ext cx="9333876" cy="4499028"/>
          </a:xfrm>
        </p:spPr>
        <p:txBody>
          <a:bodyPr/>
          <a:lstStyle/>
          <a:p>
            <a:pPr marL="514350" indent="-514350" algn="ctr">
              <a:buFontTx/>
              <a:buAutoNum type="arabicPeriod"/>
            </a:pPr>
            <a:r>
              <a:rPr lang="en-US" altLang="en-US" sz="4400" dirty="0"/>
              <a:t>Be </a:t>
            </a:r>
            <a:r>
              <a:rPr lang="en-US" altLang="en-US" sz="4400" b="1" dirty="0">
                <a:solidFill>
                  <a:srgbClr val="FF0000"/>
                </a:solidFill>
              </a:rPr>
              <a:t>SAFE</a:t>
            </a:r>
          </a:p>
          <a:p>
            <a:pPr marL="514350" indent="-514350" algn="ctr">
              <a:buFontTx/>
              <a:buAutoNum type="arabicPeriod"/>
            </a:pPr>
            <a:endParaRPr lang="en-US" altLang="en-US" sz="4400" dirty="0"/>
          </a:p>
          <a:p>
            <a:pPr marL="514350" indent="-514350" algn="ctr">
              <a:buFontTx/>
              <a:buAutoNum type="arabicPeriod"/>
            </a:pPr>
            <a:r>
              <a:rPr lang="en-US" altLang="en-US" sz="4400" dirty="0"/>
              <a:t>Be </a:t>
            </a:r>
            <a:r>
              <a:rPr lang="en-US" altLang="en-US" sz="4400" b="1" dirty="0">
                <a:solidFill>
                  <a:srgbClr val="FF0000"/>
                </a:solidFill>
              </a:rPr>
              <a:t>CIVIL</a:t>
            </a:r>
          </a:p>
          <a:p>
            <a:pPr marL="514350" indent="-514350" algn="ctr">
              <a:buFontTx/>
              <a:buAutoNum type="arabicPeriod"/>
            </a:pPr>
            <a:endParaRPr lang="en-US" altLang="en-US" sz="4400" dirty="0"/>
          </a:p>
          <a:p>
            <a:pPr marL="514350" indent="-514350" algn="ctr">
              <a:buFontTx/>
              <a:buAutoNum type="arabicPeriod"/>
            </a:pPr>
            <a:r>
              <a:rPr lang="en-US" altLang="en-US" sz="4400" dirty="0"/>
              <a:t>Be </a:t>
            </a:r>
            <a:r>
              <a:rPr lang="en-US" altLang="en-US" sz="4400" b="1" dirty="0">
                <a:solidFill>
                  <a:srgbClr val="FF0000"/>
                </a:solidFill>
              </a:rPr>
              <a:t>COURTEOUS</a:t>
            </a:r>
          </a:p>
        </p:txBody>
      </p:sp>
    </p:spTree>
    <p:extLst>
      <p:ext uri="{BB962C8B-B14F-4D97-AF65-F5344CB8AC3E}">
        <p14:creationId xmlns:p14="http://schemas.microsoft.com/office/powerpoint/2010/main" val="427913374"/>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4"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3">
                                            <p:txEl>
                                              <p:pRg st="2" end="2"/>
                                            </p:txEl>
                                          </p:spTgt>
                                        </p:tgtEl>
                                        <p:attrNameLst>
                                          <p:attrName>style.visibility</p:attrName>
                                        </p:attrNameLst>
                                      </p:cBhvr>
                                      <p:to>
                                        <p:strVal val="visible"/>
                                      </p:to>
                                    </p:set>
                                    <p:anim calcmode="lin" valueType="num">
                                      <p:cBhvr additive="base">
                                        <p:cTn id="13"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3">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15" fill="hold" nodeType="clickPar">
                      <p:stCondLst>
                        <p:cond delay="indefinite"/>
                      </p:stCondLst>
                      <p:childTnLst>
                        <p:par>
                          <p:cTn id="16" fill="hold" nodeType="withGroup">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3">
                                            <p:txEl>
                                              <p:pRg st="4" end="4"/>
                                            </p:txEl>
                                          </p:spTgt>
                                        </p:tgtEl>
                                        <p:attrNameLst>
                                          <p:attrName>style.visibility</p:attrName>
                                        </p:attrNameLst>
                                      </p:cBhvr>
                                      <p:to>
                                        <p:strVal val="visible"/>
                                      </p:to>
                                    </p:set>
                                    <p:anim calcmode="lin" valueType="num">
                                      <p:cBhvr additive="base">
                                        <p:cTn id="19" dur="500" fill="hold"/>
                                        <p:tgtEl>
                                          <p:spTgt spid="3">
                                            <p:txEl>
                                              <p:pRg st="4" end="4"/>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3">
                                            <p:txEl>
                                              <p:pRg st="4" end="4"/>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4" name="Rectangle 2"/>
          <p:cNvSpPr>
            <a:spLocks noGrp="1" noChangeArrowheads="1"/>
          </p:cNvSpPr>
          <p:nvPr>
            <p:ph type="title"/>
          </p:nvPr>
        </p:nvSpPr>
        <p:spPr>
          <a:xfrm>
            <a:off x="0" y="215153"/>
            <a:ext cx="12191999" cy="1143000"/>
          </a:xfrm>
        </p:spPr>
        <p:txBody>
          <a:bodyPr/>
          <a:lstStyle/>
          <a:p>
            <a:pPr eaLnBrk="1" hangingPunct="1"/>
            <a:r>
              <a:rPr lang="en-US" altLang="en-US" b="1" dirty="0">
                <a:solidFill>
                  <a:srgbClr val="00B050"/>
                </a:solidFill>
              </a:rPr>
              <a:t>Preparation – See Course Companion Checklist</a:t>
            </a:r>
            <a:endParaRPr lang="en-US" altLang="en-US" dirty="0">
              <a:solidFill>
                <a:srgbClr val="00B050"/>
              </a:solidFill>
            </a:endParaRPr>
          </a:p>
        </p:txBody>
      </p:sp>
      <p:sp>
        <p:nvSpPr>
          <p:cNvPr id="1028" name="Rectangle 4"/>
          <p:cNvSpPr>
            <a:spLocks noGrp="1" noChangeArrowheads="1"/>
          </p:cNvSpPr>
          <p:nvPr>
            <p:ph type="body" sz="half" idx="2"/>
          </p:nvPr>
        </p:nvSpPr>
        <p:spPr>
          <a:xfrm>
            <a:off x="4249271" y="1573619"/>
            <a:ext cx="7942731" cy="5131981"/>
          </a:xfrm>
        </p:spPr>
        <p:txBody>
          <a:bodyPr>
            <a:normAutofit/>
          </a:bodyPr>
          <a:lstStyle/>
          <a:p>
            <a:pPr marL="533400" indent="-533400" eaLnBrk="1" hangingPunct="1">
              <a:lnSpc>
                <a:spcPct val="90000"/>
              </a:lnSpc>
              <a:buNone/>
              <a:defRPr/>
            </a:pPr>
            <a:r>
              <a:rPr lang="en-US" b="1" dirty="0">
                <a:solidFill>
                  <a:srgbClr val="1C10E8"/>
                </a:solidFill>
              </a:rPr>
              <a:t>In every class you will need to have:</a:t>
            </a:r>
          </a:p>
          <a:p>
            <a:pPr marL="0" indent="0">
              <a:buNone/>
            </a:pPr>
            <a:r>
              <a:rPr lang="en-US" dirty="0">
                <a:solidFill>
                  <a:srgbClr val="0432FF"/>
                </a:solidFill>
              </a:rPr>
              <a:t>☑ English Ring File /Binder with dividers*</a:t>
            </a:r>
          </a:p>
          <a:p>
            <a:pPr marL="0" indent="0">
              <a:buNone/>
            </a:pPr>
            <a:r>
              <a:rPr lang="en-US" dirty="0">
                <a:solidFill>
                  <a:srgbClr val="0432FF"/>
                </a:solidFill>
              </a:rPr>
              <a:t>☑ Notebook*</a:t>
            </a:r>
          </a:p>
          <a:p>
            <a:pPr marL="0" indent="0">
              <a:buNone/>
            </a:pPr>
            <a:r>
              <a:rPr lang="en-US" dirty="0"/>
              <a:t>☑ Homework Diary</a:t>
            </a:r>
          </a:p>
          <a:p>
            <a:pPr marL="0" indent="0">
              <a:buNone/>
            </a:pPr>
            <a:r>
              <a:rPr lang="en-US" dirty="0"/>
              <a:t>☑ Homework Folder</a:t>
            </a:r>
          </a:p>
          <a:p>
            <a:pPr marL="0" indent="0">
              <a:buNone/>
            </a:pPr>
            <a:r>
              <a:rPr lang="en-US" dirty="0"/>
              <a:t>☑ Loose-leaf Foolscap Paper (A4)</a:t>
            </a:r>
          </a:p>
          <a:p>
            <a:pPr marL="0" indent="0">
              <a:buNone/>
            </a:pPr>
            <a:r>
              <a:rPr lang="en-US" dirty="0"/>
              <a:t>☑ Writing Materials</a:t>
            </a:r>
          </a:p>
          <a:p>
            <a:pPr marL="400050" lvl="1" indent="0">
              <a:buNone/>
            </a:pPr>
            <a:r>
              <a:rPr lang="en-US" dirty="0"/>
              <a:t> blue and black pens</a:t>
            </a:r>
          </a:p>
          <a:p>
            <a:pPr marL="914400" lvl="1" indent="-457200" eaLnBrk="1" hangingPunct="1">
              <a:lnSpc>
                <a:spcPct val="90000"/>
              </a:lnSpc>
              <a:buNone/>
              <a:defRPr/>
            </a:pPr>
            <a:endParaRPr lang="en-US" sz="2000" dirty="0"/>
          </a:p>
          <a:p>
            <a:pPr marL="914400" lvl="1" indent="-457200" eaLnBrk="1" hangingPunct="1">
              <a:lnSpc>
                <a:spcPct val="90000"/>
              </a:lnSpc>
              <a:buFontTx/>
              <a:buChar char="o"/>
              <a:defRPr/>
            </a:pPr>
            <a:endParaRPr lang="en-US" sz="2000" dirty="0"/>
          </a:p>
        </p:txBody>
      </p:sp>
      <p:pic>
        <p:nvPicPr>
          <p:cNvPr id="4" name="Content Placeholder 3"/>
          <p:cNvPicPr>
            <a:picLocks noGrp="1" noChangeAspect="1"/>
          </p:cNvPicPr>
          <p:nvPr>
            <p:ph sz="half" idx="1"/>
          </p:nvPr>
        </p:nvPicPr>
        <p:blipFill>
          <a:blip r:embed="rId4">
            <a:extLst>
              <a:ext uri="{28A0092B-C50C-407E-A947-70E740481C1C}">
                <a14:useLocalDpi xmlns:a14="http://schemas.microsoft.com/office/drawing/2010/main" val="0"/>
              </a:ext>
            </a:extLst>
          </a:blip>
          <a:stretch>
            <a:fillRect/>
          </a:stretch>
        </p:blipFill>
        <p:spPr>
          <a:xfrm>
            <a:off x="0" y="2234609"/>
            <a:ext cx="4007224" cy="3005418"/>
          </a:xfrm>
        </p:spPr>
      </p:pic>
    </p:spTree>
    <p:extLst>
      <p:ext uri="{BB962C8B-B14F-4D97-AF65-F5344CB8AC3E}">
        <p14:creationId xmlns:p14="http://schemas.microsoft.com/office/powerpoint/2010/main" val="992367112"/>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8" fill="hold" grpId="0" nodeType="clickEffect">
                                  <p:stCondLst>
                                    <p:cond delay="0"/>
                                  </p:stCondLst>
                                  <p:childTnLst>
                                    <p:set>
                                      <p:cBhvr>
                                        <p:cTn id="6" dur="1" fill="hold">
                                          <p:stCondLst>
                                            <p:cond delay="0"/>
                                          </p:stCondLst>
                                        </p:cTn>
                                        <p:tgtEl>
                                          <p:spTgt spid="1028">
                                            <p:txEl>
                                              <p:pRg st="0" end="0"/>
                                            </p:txEl>
                                          </p:spTgt>
                                        </p:tgtEl>
                                        <p:attrNameLst>
                                          <p:attrName>style.visibility</p:attrName>
                                        </p:attrNameLst>
                                      </p:cBhvr>
                                      <p:to>
                                        <p:strVal val="visible"/>
                                      </p:to>
                                    </p:set>
                                    <p:anim calcmode="lin" valueType="num">
                                      <p:cBhvr additive="base">
                                        <p:cTn id="7" dur="500" fill="hold"/>
                                        <p:tgtEl>
                                          <p:spTgt spid="1028">
                                            <p:txEl>
                                              <p:pRg st="0" end="0"/>
                                            </p:txEl>
                                          </p:spTgt>
                                        </p:tgtEl>
                                        <p:attrNameLst>
                                          <p:attrName>ppt_x</p:attrName>
                                        </p:attrNameLst>
                                      </p:cBhvr>
                                      <p:tavLst>
                                        <p:tav tm="0">
                                          <p:val>
                                            <p:strVal val="0-#ppt_w/2"/>
                                          </p:val>
                                        </p:tav>
                                        <p:tav tm="100000">
                                          <p:val>
                                            <p:strVal val="#ppt_x"/>
                                          </p:val>
                                        </p:tav>
                                      </p:tavLst>
                                    </p:anim>
                                    <p:anim calcmode="lin" valueType="num">
                                      <p:cBhvr additive="base">
                                        <p:cTn id="8" dur="500" fill="hold"/>
                                        <p:tgtEl>
                                          <p:spTgt spid="1028">
                                            <p:txEl>
                                              <p:pRg st="0" end="0"/>
                                            </p:txEl>
                                          </p:spTgt>
                                        </p:tgtEl>
                                        <p:attrNameLst>
                                          <p:attrName>ppt_y</p:attrName>
                                        </p:attrNameLst>
                                      </p:cBhvr>
                                      <p:tavLst>
                                        <p:tav tm="0">
                                          <p:val>
                                            <p:strVal val="#ppt_y"/>
                                          </p:val>
                                        </p:tav>
                                        <p:tav tm="100000">
                                          <p:val>
                                            <p:strVal val="#ppt_y"/>
                                          </p:val>
                                        </p:tav>
                                      </p:tavLst>
                                    </p:anim>
                                  </p:childTnLst>
                                  <p:subTnLst>
                                    <p:audio>
                                      <p:cMediaNode>
                                        <p:cTn display="0" masterRel="sameClick">
                                          <p:stCondLst>
                                            <p:cond evt="begin" delay="0">
                                              <p:tn val="5"/>
                                            </p:cond>
                                          </p:stCondLst>
                                          <p:endCondLst>
                                            <p:cond evt="onStopAudio" delay="0">
                                              <p:tgtEl>
                                                <p:sldTgt/>
                                              </p:tgtEl>
                                            </p:cond>
                                          </p:endCondLst>
                                        </p:cTn>
                                        <p:tgtEl>
                                          <p:sndTgt r:embed="rId3" name="Whoosh"/>
                                        </p:tgtEl>
                                      </p:cMediaNode>
                                    </p:audio>
                                  </p:sub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28" grpId="0" build="p" autoUpdateAnimBg="0"/>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889" name="Title 1"/>
          <p:cNvSpPr>
            <a:spLocks noGrp="1"/>
          </p:cNvSpPr>
          <p:nvPr>
            <p:ph type="title"/>
          </p:nvPr>
        </p:nvSpPr>
        <p:spPr/>
        <p:txBody>
          <a:bodyPr/>
          <a:lstStyle/>
          <a:p>
            <a:r>
              <a:rPr lang="en-US" altLang="en-US">
                <a:ea typeface="ＭＳ Ｐゴシック" charset="-128"/>
              </a:rPr>
              <a:t>Part 3 Learning Outcomes</a:t>
            </a:r>
          </a:p>
        </p:txBody>
      </p:sp>
      <p:sp>
        <p:nvSpPr>
          <p:cNvPr id="37890" name="Content Placeholder 2"/>
          <p:cNvSpPr>
            <a:spLocks noGrp="1"/>
          </p:cNvSpPr>
          <p:nvPr>
            <p:ph idx="1"/>
          </p:nvPr>
        </p:nvSpPr>
        <p:spPr>
          <a:xfrm>
            <a:off x="768351" y="1827261"/>
            <a:ext cx="10466916" cy="4808536"/>
          </a:xfrm>
        </p:spPr>
        <p:txBody>
          <a:bodyPr/>
          <a:lstStyle/>
          <a:p>
            <a:r>
              <a:rPr lang="en-US" altLang="en-US" b="1" dirty="0">
                <a:ea typeface="ＭＳ Ｐゴシック" charset="-128"/>
              </a:rPr>
              <a:t>Consider the changing historical, cultural and social contexts in which particular texts are written and received.</a:t>
            </a:r>
          </a:p>
          <a:p>
            <a:endParaRPr lang="en-US" altLang="en-US" b="1" dirty="0">
              <a:ea typeface="ＭＳ Ｐゴシック" charset="-128"/>
            </a:endParaRPr>
          </a:p>
          <a:p>
            <a:r>
              <a:rPr lang="en-US" altLang="en-US" b="1" dirty="0">
                <a:ea typeface="ＭＳ Ｐゴシック" charset="-128"/>
              </a:rPr>
              <a:t>Demonstrate how the formal elements of the text, genre and structure can not only be seen to influence meaning but can also be influenced by context</a:t>
            </a:r>
          </a:p>
          <a:p>
            <a:endParaRPr lang="en-US" altLang="en-US" b="1" dirty="0">
              <a:ea typeface="ＭＳ Ｐゴシック" charset="-128"/>
            </a:endParaRPr>
          </a:p>
          <a:p>
            <a:r>
              <a:rPr lang="en-US" altLang="en-US" b="1" dirty="0">
                <a:ea typeface="ＭＳ Ｐゴシック" charset="-128"/>
              </a:rPr>
              <a:t>Understand the attitudes and values expressed by literary texts and their impact on readers</a:t>
            </a:r>
            <a:endParaRPr lang="en-US" altLang="en-US" dirty="0">
              <a:ea typeface="ＭＳ Ｐゴシック" charset="-128"/>
            </a:endParaRPr>
          </a:p>
        </p:txBody>
      </p:sp>
      <p:sp>
        <p:nvSpPr>
          <p:cNvPr id="37891" name="Slide Number Placeholder 3"/>
          <p:cNvSpPr>
            <a:spLocks noGrp="1"/>
          </p:cNvSpPr>
          <p:nvPr>
            <p:ph type="sldNum"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400">
                <a:solidFill>
                  <a:schemeClr val="tx1"/>
                </a:solidFill>
                <a:latin typeface="Arial" charset="0"/>
                <a:ea typeface="ＭＳ Ｐゴシック" charset="-128"/>
              </a:defRPr>
            </a:lvl1pPr>
            <a:lvl2pPr marL="742950" indent="-285750" eaLnBrk="0" hangingPunct="0">
              <a:defRPr sz="2400">
                <a:solidFill>
                  <a:schemeClr val="tx1"/>
                </a:solidFill>
                <a:latin typeface="Arial" charset="0"/>
                <a:ea typeface="ＭＳ Ｐゴシック" charset="-128"/>
              </a:defRPr>
            </a:lvl2pPr>
            <a:lvl3pPr marL="1143000" indent="-228600" eaLnBrk="0" hangingPunct="0">
              <a:defRPr sz="2400">
                <a:solidFill>
                  <a:schemeClr val="tx1"/>
                </a:solidFill>
                <a:latin typeface="Arial" charset="0"/>
                <a:ea typeface="ＭＳ Ｐゴシック" charset="-128"/>
              </a:defRPr>
            </a:lvl3pPr>
            <a:lvl4pPr marL="1600200" indent="-228600" eaLnBrk="0" hangingPunct="0">
              <a:defRPr sz="2400">
                <a:solidFill>
                  <a:schemeClr val="tx1"/>
                </a:solidFill>
                <a:latin typeface="Arial" charset="0"/>
                <a:ea typeface="ＭＳ Ｐゴシック" charset="-128"/>
              </a:defRPr>
            </a:lvl4pPr>
            <a:lvl5pPr marL="2057400" indent="-228600" eaLnBrk="0" hangingPunct="0">
              <a:defRPr sz="2400">
                <a:solidFill>
                  <a:schemeClr val="tx1"/>
                </a:solidFill>
                <a:latin typeface="Arial" charset="0"/>
                <a:ea typeface="ＭＳ Ｐゴシック" charset="-128"/>
              </a:defRPr>
            </a:lvl5pPr>
            <a:lvl6pPr marL="2514600" indent="-228600" eaLnBrk="0" fontAlgn="base" hangingPunct="0">
              <a:spcBef>
                <a:spcPct val="0"/>
              </a:spcBef>
              <a:spcAft>
                <a:spcPct val="0"/>
              </a:spcAft>
              <a:defRPr sz="2400">
                <a:solidFill>
                  <a:schemeClr val="tx1"/>
                </a:solidFill>
                <a:latin typeface="Arial" charset="0"/>
                <a:ea typeface="ＭＳ Ｐゴシック" charset="-128"/>
              </a:defRPr>
            </a:lvl6pPr>
            <a:lvl7pPr marL="2971800" indent="-228600" eaLnBrk="0" fontAlgn="base" hangingPunct="0">
              <a:spcBef>
                <a:spcPct val="0"/>
              </a:spcBef>
              <a:spcAft>
                <a:spcPct val="0"/>
              </a:spcAft>
              <a:defRPr sz="2400">
                <a:solidFill>
                  <a:schemeClr val="tx1"/>
                </a:solidFill>
                <a:latin typeface="Arial" charset="0"/>
                <a:ea typeface="ＭＳ Ｐゴシック" charset="-128"/>
              </a:defRPr>
            </a:lvl7pPr>
            <a:lvl8pPr marL="3429000" indent="-228600" eaLnBrk="0" fontAlgn="base" hangingPunct="0">
              <a:spcBef>
                <a:spcPct val="0"/>
              </a:spcBef>
              <a:spcAft>
                <a:spcPct val="0"/>
              </a:spcAft>
              <a:defRPr sz="2400">
                <a:solidFill>
                  <a:schemeClr val="tx1"/>
                </a:solidFill>
                <a:latin typeface="Arial" charset="0"/>
                <a:ea typeface="ＭＳ Ｐゴシック" charset="-128"/>
              </a:defRPr>
            </a:lvl8pPr>
            <a:lvl9pPr marL="3886200" indent="-228600" eaLnBrk="0" fontAlgn="base" hangingPunct="0">
              <a:spcBef>
                <a:spcPct val="0"/>
              </a:spcBef>
              <a:spcAft>
                <a:spcPct val="0"/>
              </a:spcAft>
              <a:defRPr sz="2400">
                <a:solidFill>
                  <a:schemeClr val="tx1"/>
                </a:solidFill>
                <a:latin typeface="Arial" charset="0"/>
                <a:ea typeface="ＭＳ Ｐゴシック" charset="-128"/>
              </a:defRPr>
            </a:lvl9pPr>
          </a:lstStyle>
          <a:p>
            <a:pPr eaLnBrk="1" hangingPunct="1"/>
            <a:r>
              <a:rPr lang="en-US" altLang="en-US" sz="1000">
                <a:solidFill>
                  <a:srgbClr val="377AFF"/>
                </a:solidFill>
              </a:rPr>
              <a:t>Page </a:t>
            </a:r>
            <a:fld id="{ECDD9386-5DDE-1145-A87D-E66F381CD6B9}" type="slidenum">
              <a:rPr lang="en-US" altLang="en-US" sz="1000">
                <a:solidFill>
                  <a:srgbClr val="377AFF"/>
                </a:solidFill>
              </a:rPr>
              <a:pPr eaLnBrk="1" hangingPunct="1"/>
              <a:t>10</a:t>
            </a:fld>
            <a:endParaRPr lang="en-US" altLang="en-US" sz="1000">
              <a:solidFill>
                <a:srgbClr val="377AFF"/>
              </a:solidFill>
            </a:endParaRPr>
          </a:p>
        </p:txBody>
      </p:sp>
    </p:spTree>
    <p:extLst>
      <p:ext uri="{BB962C8B-B14F-4D97-AF65-F5344CB8AC3E}">
        <p14:creationId xmlns:p14="http://schemas.microsoft.com/office/powerpoint/2010/main" val="152700612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7890">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7890">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7890">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7890" grpId="0" build="p"/>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938" name="Content Placeholder 2"/>
          <p:cNvSpPr>
            <a:spLocks noGrp="1"/>
          </p:cNvSpPr>
          <p:nvPr>
            <p:ph idx="1"/>
          </p:nvPr>
        </p:nvSpPr>
        <p:spPr>
          <a:xfrm>
            <a:off x="768350" y="1750423"/>
            <a:ext cx="10178323" cy="4345578"/>
          </a:xfrm>
        </p:spPr>
        <p:txBody>
          <a:bodyPr/>
          <a:lstStyle/>
          <a:p>
            <a:r>
              <a:rPr lang="en-US" altLang="en-US" dirty="0">
                <a:ea typeface="ＭＳ Ｐゴシック" charset="-128"/>
              </a:rPr>
              <a:t>Specifically, students should be given the opportunity to prepare for paper 2, an assessment that incorporates the part 3 texts and constitutes a large part of their overall mark for the course.</a:t>
            </a:r>
          </a:p>
          <a:p>
            <a:endParaRPr lang="en-US" altLang="en-US" dirty="0">
              <a:ea typeface="ＭＳ Ｐゴシック" charset="-128"/>
            </a:endParaRPr>
          </a:p>
          <a:p>
            <a:pPr>
              <a:buFont typeface="Wingdings" charset="2"/>
              <a:buNone/>
            </a:pPr>
            <a:endParaRPr lang="en-US" altLang="en-US" dirty="0">
              <a:ea typeface="ＭＳ Ｐゴシック" charset="-128"/>
            </a:endParaRPr>
          </a:p>
          <a:p>
            <a:r>
              <a:rPr lang="en-US" altLang="en-US" dirty="0">
                <a:ea typeface="ＭＳ Ｐゴシック" charset="-128"/>
              </a:rPr>
              <a:t>Students will be asked to consider not only </a:t>
            </a:r>
            <a:r>
              <a:rPr lang="en-US" altLang="en-US" b="1" dirty="0">
                <a:ea typeface="ＭＳ Ｐゴシック" charset="-128"/>
              </a:rPr>
              <a:t>the social issues</a:t>
            </a:r>
            <a:r>
              <a:rPr lang="en-US" altLang="en-US" dirty="0">
                <a:ea typeface="ＭＳ Ｐゴシック" charset="-128"/>
              </a:rPr>
              <a:t> inherent in a text (such as gender issues, political issues, </a:t>
            </a:r>
            <a:r>
              <a:rPr lang="en-US" altLang="en-US" b="1" dirty="0">
                <a:ea typeface="ＭＳ Ｐゴシック" charset="-128"/>
              </a:rPr>
              <a:t>conflicts</a:t>
            </a:r>
            <a:r>
              <a:rPr lang="en-US" altLang="en-US" dirty="0">
                <a:ea typeface="ＭＳ Ｐゴシック" charset="-128"/>
              </a:rPr>
              <a:t> between the individual and society), but also the ways in which the </a:t>
            </a:r>
            <a:r>
              <a:rPr lang="en-US" altLang="en-US" b="1" dirty="0">
                <a:ea typeface="ＭＳ Ｐゴシック" charset="-128"/>
              </a:rPr>
              <a:t>literary devices</a:t>
            </a:r>
            <a:r>
              <a:rPr lang="en-US" altLang="en-US" dirty="0">
                <a:ea typeface="ＭＳ Ｐゴシック" charset="-128"/>
              </a:rPr>
              <a:t> at work (such as narrative structure, elements of style) could be </a:t>
            </a:r>
            <a:r>
              <a:rPr lang="en-US" altLang="en-US" b="1" dirty="0">
                <a:ea typeface="ＭＳ Ｐゴシック" charset="-128"/>
              </a:rPr>
              <a:t>influencing</a:t>
            </a:r>
            <a:r>
              <a:rPr lang="en-US" altLang="en-US" dirty="0">
                <a:ea typeface="ＭＳ Ｐゴシック" charset="-128"/>
              </a:rPr>
              <a:t> the meaning of the text..</a:t>
            </a:r>
          </a:p>
          <a:p>
            <a:endParaRPr lang="en-US" altLang="en-US" dirty="0">
              <a:ea typeface="ＭＳ Ｐゴシック" charset="-128"/>
            </a:endParaRPr>
          </a:p>
        </p:txBody>
      </p:sp>
      <p:sp>
        <p:nvSpPr>
          <p:cNvPr id="39939" name="Slide Number Placeholder 3"/>
          <p:cNvSpPr>
            <a:spLocks noGrp="1"/>
          </p:cNvSpPr>
          <p:nvPr>
            <p:ph type="sldNum"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400">
                <a:solidFill>
                  <a:schemeClr val="tx1"/>
                </a:solidFill>
                <a:latin typeface="Arial" charset="0"/>
                <a:ea typeface="ＭＳ Ｐゴシック" charset="-128"/>
              </a:defRPr>
            </a:lvl1pPr>
            <a:lvl2pPr marL="742950" indent="-285750" eaLnBrk="0" hangingPunct="0">
              <a:defRPr sz="2400">
                <a:solidFill>
                  <a:schemeClr val="tx1"/>
                </a:solidFill>
                <a:latin typeface="Arial" charset="0"/>
                <a:ea typeface="ＭＳ Ｐゴシック" charset="-128"/>
              </a:defRPr>
            </a:lvl2pPr>
            <a:lvl3pPr marL="1143000" indent="-228600" eaLnBrk="0" hangingPunct="0">
              <a:defRPr sz="2400">
                <a:solidFill>
                  <a:schemeClr val="tx1"/>
                </a:solidFill>
                <a:latin typeface="Arial" charset="0"/>
                <a:ea typeface="ＭＳ Ｐゴシック" charset="-128"/>
              </a:defRPr>
            </a:lvl3pPr>
            <a:lvl4pPr marL="1600200" indent="-228600" eaLnBrk="0" hangingPunct="0">
              <a:defRPr sz="2400">
                <a:solidFill>
                  <a:schemeClr val="tx1"/>
                </a:solidFill>
                <a:latin typeface="Arial" charset="0"/>
                <a:ea typeface="ＭＳ Ｐゴシック" charset="-128"/>
              </a:defRPr>
            </a:lvl4pPr>
            <a:lvl5pPr marL="2057400" indent="-228600" eaLnBrk="0" hangingPunct="0">
              <a:defRPr sz="2400">
                <a:solidFill>
                  <a:schemeClr val="tx1"/>
                </a:solidFill>
                <a:latin typeface="Arial" charset="0"/>
                <a:ea typeface="ＭＳ Ｐゴシック" charset="-128"/>
              </a:defRPr>
            </a:lvl5pPr>
            <a:lvl6pPr marL="2514600" indent="-228600" eaLnBrk="0" fontAlgn="base" hangingPunct="0">
              <a:spcBef>
                <a:spcPct val="0"/>
              </a:spcBef>
              <a:spcAft>
                <a:spcPct val="0"/>
              </a:spcAft>
              <a:defRPr sz="2400">
                <a:solidFill>
                  <a:schemeClr val="tx1"/>
                </a:solidFill>
                <a:latin typeface="Arial" charset="0"/>
                <a:ea typeface="ＭＳ Ｐゴシック" charset="-128"/>
              </a:defRPr>
            </a:lvl6pPr>
            <a:lvl7pPr marL="2971800" indent="-228600" eaLnBrk="0" fontAlgn="base" hangingPunct="0">
              <a:spcBef>
                <a:spcPct val="0"/>
              </a:spcBef>
              <a:spcAft>
                <a:spcPct val="0"/>
              </a:spcAft>
              <a:defRPr sz="2400">
                <a:solidFill>
                  <a:schemeClr val="tx1"/>
                </a:solidFill>
                <a:latin typeface="Arial" charset="0"/>
                <a:ea typeface="ＭＳ Ｐゴシック" charset="-128"/>
              </a:defRPr>
            </a:lvl7pPr>
            <a:lvl8pPr marL="3429000" indent="-228600" eaLnBrk="0" fontAlgn="base" hangingPunct="0">
              <a:spcBef>
                <a:spcPct val="0"/>
              </a:spcBef>
              <a:spcAft>
                <a:spcPct val="0"/>
              </a:spcAft>
              <a:defRPr sz="2400">
                <a:solidFill>
                  <a:schemeClr val="tx1"/>
                </a:solidFill>
                <a:latin typeface="Arial" charset="0"/>
                <a:ea typeface="ＭＳ Ｐゴシック" charset="-128"/>
              </a:defRPr>
            </a:lvl8pPr>
            <a:lvl9pPr marL="3886200" indent="-228600" eaLnBrk="0" fontAlgn="base" hangingPunct="0">
              <a:spcBef>
                <a:spcPct val="0"/>
              </a:spcBef>
              <a:spcAft>
                <a:spcPct val="0"/>
              </a:spcAft>
              <a:defRPr sz="2400">
                <a:solidFill>
                  <a:schemeClr val="tx1"/>
                </a:solidFill>
                <a:latin typeface="Arial" charset="0"/>
                <a:ea typeface="ＭＳ Ｐゴシック" charset="-128"/>
              </a:defRPr>
            </a:lvl9pPr>
          </a:lstStyle>
          <a:p>
            <a:pPr eaLnBrk="1" hangingPunct="1"/>
            <a:r>
              <a:rPr lang="en-US" altLang="en-US" sz="1000">
                <a:solidFill>
                  <a:srgbClr val="377AFF"/>
                </a:solidFill>
              </a:rPr>
              <a:t>Page </a:t>
            </a:r>
            <a:fld id="{3C928A86-0798-FF45-8E7D-E97EFCB0BB24}" type="slidenum">
              <a:rPr lang="en-US" altLang="en-US" sz="1000">
                <a:solidFill>
                  <a:srgbClr val="377AFF"/>
                </a:solidFill>
              </a:rPr>
              <a:pPr eaLnBrk="1" hangingPunct="1"/>
              <a:t>11</a:t>
            </a:fld>
            <a:endParaRPr lang="en-US" altLang="en-US" sz="1000">
              <a:solidFill>
                <a:srgbClr val="377AFF"/>
              </a:solidFill>
            </a:endParaRPr>
          </a:p>
        </p:txBody>
      </p:sp>
    </p:spTree>
    <p:extLst>
      <p:ext uri="{BB962C8B-B14F-4D97-AF65-F5344CB8AC3E}">
        <p14:creationId xmlns:p14="http://schemas.microsoft.com/office/powerpoint/2010/main" val="212354991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9938">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9938">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9938" grpId="0" build="p"/>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2" name="Content Placeholder 2"/>
          <p:cNvSpPr>
            <a:spLocks noGrp="1"/>
          </p:cNvSpPr>
          <p:nvPr>
            <p:ph idx="1"/>
          </p:nvPr>
        </p:nvSpPr>
        <p:spPr>
          <a:xfrm>
            <a:off x="496390" y="1672046"/>
            <a:ext cx="11390810" cy="5185954"/>
          </a:xfrm>
        </p:spPr>
        <p:txBody>
          <a:bodyPr/>
          <a:lstStyle/>
          <a:p>
            <a:r>
              <a:rPr lang="en-US" altLang="en-US" dirty="0">
                <a:ea typeface="ＭＳ Ｐゴシック" charset="-128"/>
              </a:rPr>
              <a:t>The paper 2 questions, which are the </a:t>
            </a:r>
            <a:r>
              <a:rPr lang="en-US" altLang="en-US" b="1" dirty="0">
                <a:ea typeface="ＭＳ Ｐゴシック" charset="-128"/>
              </a:rPr>
              <a:t>same for both standard and higher level,</a:t>
            </a:r>
          </a:p>
          <a:p>
            <a:r>
              <a:rPr lang="en-US" altLang="en-US" dirty="0">
                <a:ea typeface="ＭＳ Ｐゴシック" charset="-128"/>
              </a:rPr>
              <a:t>students are free to </a:t>
            </a:r>
            <a:r>
              <a:rPr lang="en-US" altLang="en-US" b="1" dirty="0">
                <a:ea typeface="ＭＳ Ｐゴシック" charset="-128"/>
              </a:rPr>
              <a:t>either compare or contrast their texts, </a:t>
            </a:r>
            <a:r>
              <a:rPr lang="en-US" altLang="en-US" dirty="0">
                <a:ea typeface="ＭＳ Ｐゴシック" charset="-128"/>
              </a:rPr>
              <a:t>in terms of the questions asked,</a:t>
            </a:r>
          </a:p>
          <a:p>
            <a:endParaRPr lang="en-US" altLang="en-US" dirty="0">
              <a:ea typeface="ＭＳ Ｐゴシック" charset="-128"/>
            </a:endParaRPr>
          </a:p>
          <a:p>
            <a:r>
              <a:rPr lang="en-US" altLang="en-US" dirty="0">
                <a:ea typeface="ＭＳ Ｐゴシック" charset="-128"/>
              </a:rPr>
              <a:t>Consider the </a:t>
            </a:r>
            <a:r>
              <a:rPr lang="en-US" altLang="en-US" b="1" dirty="0">
                <a:ea typeface="ＭＳ Ｐゴシック" charset="-128"/>
              </a:rPr>
              <a:t>changing historical, cultural and social contexts </a:t>
            </a:r>
            <a:r>
              <a:rPr lang="en-US" altLang="en-US" dirty="0">
                <a:ea typeface="ＭＳ Ｐゴシック" charset="-128"/>
              </a:rPr>
              <a:t>in which particular texts are written and received.</a:t>
            </a:r>
          </a:p>
          <a:p>
            <a:pPr lvl="1"/>
            <a:r>
              <a:rPr lang="en-US" altLang="en-US" i="1" dirty="0">
                <a:ea typeface="ＭＳ Ｐゴシック" charset="-128"/>
              </a:rPr>
              <a:t>Demonstrate how the </a:t>
            </a:r>
            <a:r>
              <a:rPr lang="en-US" altLang="en-US" b="1" i="1" dirty="0">
                <a:ea typeface="ＭＳ Ｐゴシック" charset="-128"/>
              </a:rPr>
              <a:t>formal elements of the text</a:t>
            </a:r>
            <a:r>
              <a:rPr lang="en-US" altLang="en-US" i="1" dirty="0">
                <a:ea typeface="ＭＳ Ｐゴシック" charset="-128"/>
              </a:rPr>
              <a:t>, genre, and structure can not only be seen to </a:t>
            </a:r>
            <a:r>
              <a:rPr lang="en-US" altLang="en-US" b="1" i="1" dirty="0">
                <a:ea typeface="ＭＳ Ｐゴシック" charset="-128"/>
              </a:rPr>
              <a:t>influence meaning but can also be influenced by context.</a:t>
            </a:r>
          </a:p>
          <a:p>
            <a:pPr lvl="1"/>
            <a:r>
              <a:rPr lang="en-US" altLang="en-US" i="1" dirty="0">
                <a:ea typeface="ＭＳ Ｐゴシック" charset="-128"/>
              </a:rPr>
              <a:t>Understand the </a:t>
            </a:r>
            <a:r>
              <a:rPr lang="en-US" altLang="en-US" b="1" i="1" dirty="0">
                <a:ea typeface="ＭＳ Ｐゴシック" charset="-128"/>
              </a:rPr>
              <a:t>attitudes and values </a:t>
            </a:r>
            <a:r>
              <a:rPr lang="en-US" altLang="en-US" i="1" dirty="0">
                <a:ea typeface="ＭＳ Ｐゴシック" charset="-128"/>
              </a:rPr>
              <a:t>expressed by literary texts and their impact on readers.</a:t>
            </a:r>
          </a:p>
        </p:txBody>
      </p:sp>
      <p:sp>
        <p:nvSpPr>
          <p:cNvPr id="40963" name="Slide Number Placeholder 3"/>
          <p:cNvSpPr>
            <a:spLocks noGrp="1"/>
          </p:cNvSpPr>
          <p:nvPr>
            <p:ph type="sldNum"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400">
                <a:solidFill>
                  <a:schemeClr val="tx1"/>
                </a:solidFill>
                <a:latin typeface="Arial" charset="0"/>
                <a:ea typeface="ＭＳ Ｐゴシック" charset="-128"/>
              </a:defRPr>
            </a:lvl1pPr>
            <a:lvl2pPr marL="742950" indent="-285750" eaLnBrk="0" hangingPunct="0">
              <a:defRPr sz="2400">
                <a:solidFill>
                  <a:schemeClr val="tx1"/>
                </a:solidFill>
                <a:latin typeface="Arial" charset="0"/>
                <a:ea typeface="ＭＳ Ｐゴシック" charset="-128"/>
              </a:defRPr>
            </a:lvl2pPr>
            <a:lvl3pPr marL="1143000" indent="-228600" eaLnBrk="0" hangingPunct="0">
              <a:defRPr sz="2400">
                <a:solidFill>
                  <a:schemeClr val="tx1"/>
                </a:solidFill>
                <a:latin typeface="Arial" charset="0"/>
                <a:ea typeface="ＭＳ Ｐゴシック" charset="-128"/>
              </a:defRPr>
            </a:lvl3pPr>
            <a:lvl4pPr marL="1600200" indent="-228600" eaLnBrk="0" hangingPunct="0">
              <a:defRPr sz="2400">
                <a:solidFill>
                  <a:schemeClr val="tx1"/>
                </a:solidFill>
                <a:latin typeface="Arial" charset="0"/>
                <a:ea typeface="ＭＳ Ｐゴシック" charset="-128"/>
              </a:defRPr>
            </a:lvl4pPr>
            <a:lvl5pPr marL="2057400" indent="-228600" eaLnBrk="0" hangingPunct="0">
              <a:defRPr sz="2400">
                <a:solidFill>
                  <a:schemeClr val="tx1"/>
                </a:solidFill>
                <a:latin typeface="Arial" charset="0"/>
                <a:ea typeface="ＭＳ Ｐゴシック" charset="-128"/>
              </a:defRPr>
            </a:lvl5pPr>
            <a:lvl6pPr marL="2514600" indent="-228600" eaLnBrk="0" fontAlgn="base" hangingPunct="0">
              <a:spcBef>
                <a:spcPct val="0"/>
              </a:spcBef>
              <a:spcAft>
                <a:spcPct val="0"/>
              </a:spcAft>
              <a:defRPr sz="2400">
                <a:solidFill>
                  <a:schemeClr val="tx1"/>
                </a:solidFill>
                <a:latin typeface="Arial" charset="0"/>
                <a:ea typeface="ＭＳ Ｐゴシック" charset="-128"/>
              </a:defRPr>
            </a:lvl6pPr>
            <a:lvl7pPr marL="2971800" indent="-228600" eaLnBrk="0" fontAlgn="base" hangingPunct="0">
              <a:spcBef>
                <a:spcPct val="0"/>
              </a:spcBef>
              <a:spcAft>
                <a:spcPct val="0"/>
              </a:spcAft>
              <a:defRPr sz="2400">
                <a:solidFill>
                  <a:schemeClr val="tx1"/>
                </a:solidFill>
                <a:latin typeface="Arial" charset="0"/>
                <a:ea typeface="ＭＳ Ｐゴシック" charset="-128"/>
              </a:defRPr>
            </a:lvl7pPr>
            <a:lvl8pPr marL="3429000" indent="-228600" eaLnBrk="0" fontAlgn="base" hangingPunct="0">
              <a:spcBef>
                <a:spcPct val="0"/>
              </a:spcBef>
              <a:spcAft>
                <a:spcPct val="0"/>
              </a:spcAft>
              <a:defRPr sz="2400">
                <a:solidFill>
                  <a:schemeClr val="tx1"/>
                </a:solidFill>
                <a:latin typeface="Arial" charset="0"/>
                <a:ea typeface="ＭＳ Ｐゴシック" charset="-128"/>
              </a:defRPr>
            </a:lvl8pPr>
            <a:lvl9pPr marL="3886200" indent="-228600" eaLnBrk="0" fontAlgn="base" hangingPunct="0">
              <a:spcBef>
                <a:spcPct val="0"/>
              </a:spcBef>
              <a:spcAft>
                <a:spcPct val="0"/>
              </a:spcAft>
              <a:defRPr sz="2400">
                <a:solidFill>
                  <a:schemeClr val="tx1"/>
                </a:solidFill>
                <a:latin typeface="Arial" charset="0"/>
                <a:ea typeface="ＭＳ Ｐゴシック" charset="-128"/>
              </a:defRPr>
            </a:lvl9pPr>
          </a:lstStyle>
          <a:p>
            <a:pPr eaLnBrk="1" hangingPunct="1"/>
            <a:r>
              <a:rPr lang="en-US" altLang="en-US" sz="1000">
                <a:solidFill>
                  <a:srgbClr val="377AFF"/>
                </a:solidFill>
              </a:rPr>
              <a:t>Page </a:t>
            </a:r>
            <a:fld id="{9715EE38-2AC8-F545-88C8-78474CA8AB46}" type="slidenum">
              <a:rPr lang="en-US" altLang="en-US" sz="1000">
                <a:solidFill>
                  <a:srgbClr val="377AFF"/>
                </a:solidFill>
              </a:rPr>
              <a:pPr eaLnBrk="1" hangingPunct="1"/>
              <a:t>12</a:t>
            </a:fld>
            <a:endParaRPr lang="en-US" altLang="en-US" sz="1000">
              <a:solidFill>
                <a:srgbClr val="377AFF"/>
              </a:solidFill>
            </a:endParaRPr>
          </a:p>
        </p:txBody>
      </p:sp>
    </p:spTree>
    <p:extLst>
      <p:ext uri="{BB962C8B-B14F-4D97-AF65-F5344CB8AC3E}">
        <p14:creationId xmlns:p14="http://schemas.microsoft.com/office/powerpoint/2010/main" val="84035795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0962">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40962">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40962">
                                            <p:txEl>
                                              <p:pRg st="3" end="3"/>
                                            </p:txEl>
                                          </p:spTgt>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40962">
                                            <p:txEl>
                                              <p:pRg st="4" end="4"/>
                                            </p:txEl>
                                          </p:spTgt>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40962">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0962" grpId="0" build="p"/>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345" name="Title 1"/>
          <p:cNvSpPr>
            <a:spLocks noGrp="1"/>
          </p:cNvSpPr>
          <p:nvPr>
            <p:ph type="title"/>
          </p:nvPr>
        </p:nvSpPr>
        <p:spPr/>
        <p:txBody>
          <a:bodyPr/>
          <a:lstStyle/>
          <a:p>
            <a:r>
              <a:rPr lang="en-US" altLang="en-US">
                <a:ea typeface="ＭＳ Ｐゴシック" charset="-128"/>
              </a:rPr>
              <a:t>Paper Two:  25%</a:t>
            </a:r>
          </a:p>
        </p:txBody>
      </p:sp>
      <p:sp>
        <p:nvSpPr>
          <p:cNvPr id="57346" name="Content Placeholder 2"/>
          <p:cNvSpPr>
            <a:spLocks noGrp="1"/>
          </p:cNvSpPr>
          <p:nvPr>
            <p:ph idx="1"/>
          </p:nvPr>
        </p:nvSpPr>
        <p:spPr/>
        <p:txBody>
          <a:bodyPr/>
          <a:lstStyle/>
          <a:p>
            <a:r>
              <a:rPr lang="en-US" altLang="en-US" dirty="0">
                <a:ea typeface="ＭＳ Ｐゴシック" charset="-128"/>
              </a:rPr>
              <a:t>Both SL and HL students will have a choice of ONE of six questions (same for SL and HL)</a:t>
            </a:r>
          </a:p>
          <a:p>
            <a:endParaRPr lang="en-US" altLang="en-US" dirty="0">
              <a:ea typeface="ＭＳ Ｐゴシック" charset="-128"/>
            </a:endParaRPr>
          </a:p>
          <a:p>
            <a:r>
              <a:rPr lang="en-US" altLang="en-US" dirty="0">
                <a:ea typeface="ＭＳ Ｐゴシック" charset="-128"/>
              </a:rPr>
              <a:t>The assessment for SL and HL varies not the questions</a:t>
            </a:r>
          </a:p>
          <a:p>
            <a:endParaRPr lang="en-US" altLang="en-US" dirty="0">
              <a:ea typeface="ＭＳ Ｐゴシック" charset="-128"/>
            </a:endParaRPr>
          </a:p>
          <a:p>
            <a:r>
              <a:rPr lang="en-US" altLang="en-US" dirty="0">
                <a:ea typeface="ＭＳ Ｐゴシック" charset="-128"/>
              </a:rPr>
              <a:t>Students response should reflect  their understanding of the Learning Outcomes in Part 3 </a:t>
            </a:r>
          </a:p>
        </p:txBody>
      </p:sp>
      <p:sp>
        <p:nvSpPr>
          <p:cNvPr id="57347" name="Slide Number Placeholder 3"/>
          <p:cNvSpPr>
            <a:spLocks noGrp="1"/>
          </p:cNvSpPr>
          <p:nvPr>
            <p:ph type="sldNum"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400">
                <a:solidFill>
                  <a:schemeClr val="tx1"/>
                </a:solidFill>
                <a:latin typeface="Arial" charset="0"/>
                <a:ea typeface="ＭＳ Ｐゴシック" charset="-128"/>
              </a:defRPr>
            </a:lvl1pPr>
            <a:lvl2pPr marL="742950" indent="-285750" eaLnBrk="0" hangingPunct="0">
              <a:defRPr sz="2400">
                <a:solidFill>
                  <a:schemeClr val="tx1"/>
                </a:solidFill>
                <a:latin typeface="Arial" charset="0"/>
                <a:ea typeface="ＭＳ Ｐゴシック" charset="-128"/>
              </a:defRPr>
            </a:lvl2pPr>
            <a:lvl3pPr marL="1143000" indent="-228600" eaLnBrk="0" hangingPunct="0">
              <a:defRPr sz="2400">
                <a:solidFill>
                  <a:schemeClr val="tx1"/>
                </a:solidFill>
                <a:latin typeface="Arial" charset="0"/>
                <a:ea typeface="ＭＳ Ｐゴシック" charset="-128"/>
              </a:defRPr>
            </a:lvl3pPr>
            <a:lvl4pPr marL="1600200" indent="-228600" eaLnBrk="0" hangingPunct="0">
              <a:defRPr sz="2400">
                <a:solidFill>
                  <a:schemeClr val="tx1"/>
                </a:solidFill>
                <a:latin typeface="Arial" charset="0"/>
                <a:ea typeface="ＭＳ Ｐゴシック" charset="-128"/>
              </a:defRPr>
            </a:lvl4pPr>
            <a:lvl5pPr marL="2057400" indent="-228600" eaLnBrk="0" hangingPunct="0">
              <a:defRPr sz="2400">
                <a:solidFill>
                  <a:schemeClr val="tx1"/>
                </a:solidFill>
                <a:latin typeface="Arial" charset="0"/>
                <a:ea typeface="ＭＳ Ｐゴシック" charset="-128"/>
              </a:defRPr>
            </a:lvl5pPr>
            <a:lvl6pPr marL="2514600" indent="-228600" eaLnBrk="0" fontAlgn="base" hangingPunct="0">
              <a:spcBef>
                <a:spcPct val="0"/>
              </a:spcBef>
              <a:spcAft>
                <a:spcPct val="0"/>
              </a:spcAft>
              <a:defRPr sz="2400">
                <a:solidFill>
                  <a:schemeClr val="tx1"/>
                </a:solidFill>
                <a:latin typeface="Arial" charset="0"/>
                <a:ea typeface="ＭＳ Ｐゴシック" charset="-128"/>
              </a:defRPr>
            </a:lvl6pPr>
            <a:lvl7pPr marL="2971800" indent="-228600" eaLnBrk="0" fontAlgn="base" hangingPunct="0">
              <a:spcBef>
                <a:spcPct val="0"/>
              </a:spcBef>
              <a:spcAft>
                <a:spcPct val="0"/>
              </a:spcAft>
              <a:defRPr sz="2400">
                <a:solidFill>
                  <a:schemeClr val="tx1"/>
                </a:solidFill>
                <a:latin typeface="Arial" charset="0"/>
                <a:ea typeface="ＭＳ Ｐゴシック" charset="-128"/>
              </a:defRPr>
            </a:lvl7pPr>
            <a:lvl8pPr marL="3429000" indent="-228600" eaLnBrk="0" fontAlgn="base" hangingPunct="0">
              <a:spcBef>
                <a:spcPct val="0"/>
              </a:spcBef>
              <a:spcAft>
                <a:spcPct val="0"/>
              </a:spcAft>
              <a:defRPr sz="2400">
                <a:solidFill>
                  <a:schemeClr val="tx1"/>
                </a:solidFill>
                <a:latin typeface="Arial" charset="0"/>
                <a:ea typeface="ＭＳ Ｐゴシック" charset="-128"/>
              </a:defRPr>
            </a:lvl8pPr>
            <a:lvl9pPr marL="3886200" indent="-228600" eaLnBrk="0" fontAlgn="base" hangingPunct="0">
              <a:spcBef>
                <a:spcPct val="0"/>
              </a:spcBef>
              <a:spcAft>
                <a:spcPct val="0"/>
              </a:spcAft>
              <a:defRPr sz="2400">
                <a:solidFill>
                  <a:schemeClr val="tx1"/>
                </a:solidFill>
                <a:latin typeface="Arial" charset="0"/>
                <a:ea typeface="ＭＳ Ｐゴシック" charset="-128"/>
              </a:defRPr>
            </a:lvl9pPr>
          </a:lstStyle>
          <a:p>
            <a:pPr eaLnBrk="1" hangingPunct="1"/>
            <a:r>
              <a:rPr lang="en-US" altLang="en-US" sz="1000">
                <a:solidFill>
                  <a:srgbClr val="377AFF"/>
                </a:solidFill>
              </a:rPr>
              <a:t>Page </a:t>
            </a:r>
            <a:fld id="{874B71EC-6C03-6042-8479-50E9B83744CC}" type="slidenum">
              <a:rPr lang="en-US" altLang="en-US" sz="1000">
                <a:solidFill>
                  <a:srgbClr val="377AFF"/>
                </a:solidFill>
              </a:rPr>
              <a:pPr eaLnBrk="1" hangingPunct="1"/>
              <a:t>13</a:t>
            </a:fld>
            <a:endParaRPr lang="en-US" altLang="en-US" sz="1000">
              <a:solidFill>
                <a:srgbClr val="377AFF"/>
              </a:solidFill>
            </a:endParaRPr>
          </a:p>
        </p:txBody>
      </p:sp>
    </p:spTree>
    <p:extLst>
      <p:ext uri="{BB962C8B-B14F-4D97-AF65-F5344CB8AC3E}">
        <p14:creationId xmlns:p14="http://schemas.microsoft.com/office/powerpoint/2010/main" val="118942513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7346">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57346">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57346">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7346" grpId="0" build="p"/>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225" name="Title 1"/>
          <p:cNvSpPr>
            <a:spLocks noGrp="1"/>
          </p:cNvSpPr>
          <p:nvPr>
            <p:ph type="title"/>
          </p:nvPr>
        </p:nvSpPr>
        <p:spPr/>
        <p:txBody>
          <a:bodyPr/>
          <a:lstStyle/>
          <a:p>
            <a:r>
              <a:rPr lang="en-US" altLang="en-US">
                <a:ea typeface="ＭＳ Ｐゴシック" charset="-128"/>
              </a:rPr>
              <a:t>Paper Two: 25%</a:t>
            </a:r>
          </a:p>
        </p:txBody>
      </p:sp>
      <p:sp>
        <p:nvSpPr>
          <p:cNvPr id="52226" name="Content Placeholder 2"/>
          <p:cNvSpPr>
            <a:spLocks noGrp="1"/>
          </p:cNvSpPr>
          <p:nvPr>
            <p:ph idx="1"/>
          </p:nvPr>
        </p:nvSpPr>
        <p:spPr>
          <a:xfrm>
            <a:off x="496389" y="1633538"/>
            <a:ext cx="11364685" cy="4462462"/>
          </a:xfrm>
        </p:spPr>
        <p:txBody>
          <a:bodyPr/>
          <a:lstStyle/>
          <a:p>
            <a:r>
              <a:rPr lang="en-US" altLang="en-US" dirty="0">
                <a:ea typeface="ＭＳ Ｐゴシック" charset="-128"/>
              </a:rPr>
              <a:t>Paper 2 requires students to answer one of six questions in a way that reflects their own achievement of the learning outcomes for part 3 of the…paying particular attention to the creation of meaning in those texts via:</a:t>
            </a:r>
          </a:p>
          <a:p>
            <a:r>
              <a:rPr lang="en-US" altLang="en-US" dirty="0">
                <a:ea typeface="ＭＳ Ｐゴシック" charset="-128"/>
              </a:rPr>
              <a:t>1.	literary devices</a:t>
            </a:r>
          </a:p>
          <a:p>
            <a:r>
              <a:rPr lang="en-US" altLang="en-US" dirty="0">
                <a:ea typeface="ＭＳ Ｐゴシック" charset="-128"/>
              </a:rPr>
              <a:t>2.	historical context</a:t>
            </a:r>
          </a:p>
          <a:p>
            <a:r>
              <a:rPr lang="en-US" altLang="en-US" dirty="0">
                <a:ea typeface="ＭＳ Ｐゴシック" charset="-128"/>
              </a:rPr>
              <a:t>3.	critical reception.</a:t>
            </a:r>
          </a:p>
          <a:p>
            <a:r>
              <a:rPr lang="en-US" altLang="en-US" dirty="0">
                <a:ea typeface="ＭＳ Ｐゴシック" charset="-128"/>
              </a:rPr>
              <a:t>Students should also be aware that there is yet another way in which the meaning of the text is created— and it is</a:t>
            </a:r>
          </a:p>
          <a:p>
            <a:r>
              <a:rPr lang="en-US" altLang="en-US" dirty="0">
                <a:ea typeface="ＭＳ Ｐゴシック" charset="-128"/>
              </a:rPr>
              <a:t>4.	personal context.</a:t>
            </a:r>
          </a:p>
        </p:txBody>
      </p:sp>
      <p:sp>
        <p:nvSpPr>
          <p:cNvPr id="52227" name="Slide Number Placeholder 3"/>
          <p:cNvSpPr>
            <a:spLocks noGrp="1"/>
          </p:cNvSpPr>
          <p:nvPr>
            <p:ph type="sldNum"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400">
                <a:solidFill>
                  <a:schemeClr val="tx1"/>
                </a:solidFill>
                <a:latin typeface="Arial" charset="0"/>
                <a:ea typeface="ＭＳ Ｐゴシック" charset="-128"/>
              </a:defRPr>
            </a:lvl1pPr>
            <a:lvl2pPr marL="742950" indent="-285750" eaLnBrk="0" hangingPunct="0">
              <a:defRPr sz="2400">
                <a:solidFill>
                  <a:schemeClr val="tx1"/>
                </a:solidFill>
                <a:latin typeface="Arial" charset="0"/>
                <a:ea typeface="ＭＳ Ｐゴシック" charset="-128"/>
              </a:defRPr>
            </a:lvl2pPr>
            <a:lvl3pPr marL="1143000" indent="-228600" eaLnBrk="0" hangingPunct="0">
              <a:defRPr sz="2400">
                <a:solidFill>
                  <a:schemeClr val="tx1"/>
                </a:solidFill>
                <a:latin typeface="Arial" charset="0"/>
                <a:ea typeface="ＭＳ Ｐゴシック" charset="-128"/>
              </a:defRPr>
            </a:lvl3pPr>
            <a:lvl4pPr marL="1600200" indent="-228600" eaLnBrk="0" hangingPunct="0">
              <a:defRPr sz="2400">
                <a:solidFill>
                  <a:schemeClr val="tx1"/>
                </a:solidFill>
                <a:latin typeface="Arial" charset="0"/>
                <a:ea typeface="ＭＳ Ｐゴシック" charset="-128"/>
              </a:defRPr>
            </a:lvl4pPr>
            <a:lvl5pPr marL="2057400" indent="-228600" eaLnBrk="0" hangingPunct="0">
              <a:defRPr sz="2400">
                <a:solidFill>
                  <a:schemeClr val="tx1"/>
                </a:solidFill>
                <a:latin typeface="Arial" charset="0"/>
                <a:ea typeface="ＭＳ Ｐゴシック" charset="-128"/>
              </a:defRPr>
            </a:lvl5pPr>
            <a:lvl6pPr marL="2514600" indent="-228600" eaLnBrk="0" fontAlgn="base" hangingPunct="0">
              <a:spcBef>
                <a:spcPct val="0"/>
              </a:spcBef>
              <a:spcAft>
                <a:spcPct val="0"/>
              </a:spcAft>
              <a:defRPr sz="2400">
                <a:solidFill>
                  <a:schemeClr val="tx1"/>
                </a:solidFill>
                <a:latin typeface="Arial" charset="0"/>
                <a:ea typeface="ＭＳ Ｐゴシック" charset="-128"/>
              </a:defRPr>
            </a:lvl6pPr>
            <a:lvl7pPr marL="2971800" indent="-228600" eaLnBrk="0" fontAlgn="base" hangingPunct="0">
              <a:spcBef>
                <a:spcPct val="0"/>
              </a:spcBef>
              <a:spcAft>
                <a:spcPct val="0"/>
              </a:spcAft>
              <a:defRPr sz="2400">
                <a:solidFill>
                  <a:schemeClr val="tx1"/>
                </a:solidFill>
                <a:latin typeface="Arial" charset="0"/>
                <a:ea typeface="ＭＳ Ｐゴシック" charset="-128"/>
              </a:defRPr>
            </a:lvl7pPr>
            <a:lvl8pPr marL="3429000" indent="-228600" eaLnBrk="0" fontAlgn="base" hangingPunct="0">
              <a:spcBef>
                <a:spcPct val="0"/>
              </a:spcBef>
              <a:spcAft>
                <a:spcPct val="0"/>
              </a:spcAft>
              <a:defRPr sz="2400">
                <a:solidFill>
                  <a:schemeClr val="tx1"/>
                </a:solidFill>
                <a:latin typeface="Arial" charset="0"/>
                <a:ea typeface="ＭＳ Ｐゴシック" charset="-128"/>
              </a:defRPr>
            </a:lvl8pPr>
            <a:lvl9pPr marL="3886200" indent="-228600" eaLnBrk="0" fontAlgn="base" hangingPunct="0">
              <a:spcBef>
                <a:spcPct val="0"/>
              </a:spcBef>
              <a:spcAft>
                <a:spcPct val="0"/>
              </a:spcAft>
              <a:defRPr sz="2400">
                <a:solidFill>
                  <a:schemeClr val="tx1"/>
                </a:solidFill>
                <a:latin typeface="Arial" charset="0"/>
                <a:ea typeface="ＭＳ Ｐゴシック" charset="-128"/>
              </a:defRPr>
            </a:lvl9pPr>
          </a:lstStyle>
          <a:p>
            <a:pPr eaLnBrk="1" hangingPunct="1"/>
            <a:r>
              <a:rPr lang="en-US" altLang="en-US" sz="1000">
                <a:solidFill>
                  <a:srgbClr val="377AFF"/>
                </a:solidFill>
              </a:rPr>
              <a:t>Page </a:t>
            </a:r>
            <a:fld id="{074CFCCD-DDB8-B843-8D61-6B94D31534BD}" type="slidenum">
              <a:rPr lang="en-US" altLang="en-US" sz="1000">
                <a:solidFill>
                  <a:srgbClr val="377AFF"/>
                </a:solidFill>
              </a:rPr>
              <a:pPr eaLnBrk="1" hangingPunct="1"/>
              <a:t>14</a:t>
            </a:fld>
            <a:endParaRPr lang="en-US" altLang="en-US" sz="1000">
              <a:solidFill>
                <a:srgbClr val="377AFF"/>
              </a:solidFill>
            </a:endParaRPr>
          </a:p>
        </p:txBody>
      </p:sp>
    </p:spTree>
    <p:extLst>
      <p:ext uri="{BB962C8B-B14F-4D97-AF65-F5344CB8AC3E}">
        <p14:creationId xmlns:p14="http://schemas.microsoft.com/office/powerpoint/2010/main" val="98089939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2226">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52226">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52226">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52226">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52226">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52226">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2226" grpId="0" build="p"/>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35429" y="365125"/>
            <a:ext cx="11756571" cy="1325563"/>
          </a:xfrm>
        </p:spPr>
        <p:txBody>
          <a:bodyPr>
            <a:normAutofit fontScale="90000"/>
          </a:bodyPr>
          <a:lstStyle/>
          <a:p>
            <a:pPr algn="ctr"/>
            <a:r>
              <a:rPr lang="en-US" b="1" dirty="0">
                <a:solidFill>
                  <a:srgbClr val="00B050"/>
                </a:solidFill>
                <a:latin typeface="+mn-lt"/>
              </a:rPr>
              <a:t>Paper 2 – KEEP EACH OF 5 MARKING CRITERIA IN THE AIR AT ONCE!</a:t>
            </a:r>
          </a:p>
        </p:txBody>
      </p:sp>
      <p:pic>
        <p:nvPicPr>
          <p:cNvPr id="6" name="Content Placeholder 5"/>
          <p:cNvPicPr>
            <a:picLocks noGrp="1" noChangeAspect="1"/>
          </p:cNvPicPr>
          <p:nvPr>
            <p:ph sz="half" idx="1"/>
          </p:nvPr>
        </p:nvPicPr>
        <p:blipFill>
          <a:blip r:embed="rId2"/>
          <a:stretch>
            <a:fillRect/>
          </a:stretch>
        </p:blipFill>
        <p:spPr>
          <a:xfrm>
            <a:off x="1" y="2913856"/>
            <a:ext cx="7939612" cy="2352180"/>
          </a:xfrm>
          <a:prstGeom prst="rect">
            <a:avLst/>
          </a:prstGeom>
        </p:spPr>
      </p:pic>
      <p:pic>
        <p:nvPicPr>
          <p:cNvPr id="5" name="Content Placeholder 4"/>
          <p:cNvPicPr>
            <a:picLocks noGrp="1" noChangeAspect="1"/>
          </p:cNvPicPr>
          <p:nvPr>
            <p:ph sz="half" idx="2"/>
          </p:nvPr>
        </p:nvPicPr>
        <p:blipFill>
          <a:blip r:embed="rId3">
            <a:extLst>
              <a:ext uri="{28A0092B-C50C-407E-A947-70E740481C1C}">
                <a14:useLocalDpi xmlns:a14="http://schemas.microsoft.com/office/drawing/2010/main" val="0"/>
              </a:ext>
            </a:extLst>
          </a:blip>
          <a:stretch>
            <a:fillRect/>
          </a:stretch>
        </p:blipFill>
        <p:spPr>
          <a:xfrm>
            <a:off x="7939613" y="1690688"/>
            <a:ext cx="3936701" cy="4808186"/>
          </a:xfrm>
        </p:spPr>
      </p:pic>
    </p:spTree>
    <p:extLst>
      <p:ext uri="{BB962C8B-B14F-4D97-AF65-F5344CB8AC3E}">
        <p14:creationId xmlns:p14="http://schemas.microsoft.com/office/powerpoint/2010/main" val="462758728"/>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62466" y="365125"/>
            <a:ext cx="7255934" cy="1325563"/>
          </a:xfrm>
        </p:spPr>
        <p:txBody>
          <a:bodyPr>
            <a:normAutofit fontScale="90000"/>
          </a:bodyPr>
          <a:lstStyle/>
          <a:p>
            <a:pPr algn="ctr"/>
            <a:r>
              <a:rPr lang="en-US" sz="8800" b="1" dirty="0">
                <a:solidFill>
                  <a:srgbClr val="00B050"/>
                </a:solidFill>
                <a:latin typeface="+mn-lt"/>
              </a:rPr>
              <a:t>Compulsory</a:t>
            </a:r>
          </a:p>
        </p:txBody>
      </p:sp>
      <p:pic>
        <p:nvPicPr>
          <p:cNvPr id="5" name="Content Placeholder 4"/>
          <p:cNvPicPr>
            <a:picLocks noGrp="1" noChangeAspect="1"/>
          </p:cNvPicPr>
          <p:nvPr>
            <p:ph sz="half" idx="1"/>
          </p:nvPr>
        </p:nvPicPr>
        <p:blipFill>
          <a:blip r:embed="rId2">
            <a:extLst>
              <a:ext uri="{28A0092B-C50C-407E-A947-70E740481C1C}">
                <a14:useLocalDpi xmlns:a14="http://schemas.microsoft.com/office/drawing/2010/main" val="0"/>
              </a:ext>
            </a:extLst>
          </a:blip>
          <a:stretch>
            <a:fillRect/>
          </a:stretch>
        </p:blipFill>
        <p:spPr>
          <a:xfrm>
            <a:off x="262466" y="2153972"/>
            <a:ext cx="7569199" cy="4263467"/>
          </a:xfrm>
        </p:spPr>
      </p:pic>
      <p:pic>
        <p:nvPicPr>
          <p:cNvPr id="6" name="Content Placeholder 5"/>
          <p:cNvPicPr>
            <a:picLocks noGrp="1" noChangeAspect="1"/>
          </p:cNvPicPr>
          <p:nvPr>
            <p:ph sz="half" idx="2"/>
          </p:nvPr>
        </p:nvPicPr>
        <p:blipFill>
          <a:blip r:embed="rId3">
            <a:extLst>
              <a:ext uri="{28A0092B-C50C-407E-A947-70E740481C1C}">
                <a14:useLocalDpi xmlns:a14="http://schemas.microsoft.com/office/drawing/2010/main" val="0"/>
              </a:ext>
            </a:extLst>
          </a:blip>
          <a:stretch>
            <a:fillRect/>
          </a:stretch>
        </p:blipFill>
        <p:spPr>
          <a:xfrm>
            <a:off x="8059459" y="365125"/>
            <a:ext cx="3935550" cy="6052314"/>
          </a:xfrm>
        </p:spPr>
      </p:pic>
    </p:spTree>
    <p:extLst>
      <p:ext uri="{BB962C8B-B14F-4D97-AF65-F5344CB8AC3E}">
        <p14:creationId xmlns:p14="http://schemas.microsoft.com/office/powerpoint/2010/main" val="671408460"/>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312157"/>
            <a:ext cx="12192000" cy="1325563"/>
          </a:xfrm>
        </p:spPr>
        <p:txBody>
          <a:bodyPr>
            <a:noAutofit/>
          </a:bodyPr>
          <a:lstStyle/>
          <a:p>
            <a:pPr algn="ctr"/>
            <a:r>
              <a:rPr lang="en-US" sz="6000" b="1" dirty="0">
                <a:solidFill>
                  <a:srgbClr val="FF0000"/>
                </a:solidFill>
                <a:latin typeface="+mn-lt"/>
              </a:rPr>
              <a:t>Recommended: Dystopian Literature</a:t>
            </a:r>
          </a:p>
        </p:txBody>
      </p:sp>
      <p:sp>
        <p:nvSpPr>
          <p:cNvPr id="3" name="Content Placeholder 2"/>
          <p:cNvSpPr>
            <a:spLocks noGrp="1"/>
          </p:cNvSpPr>
          <p:nvPr>
            <p:ph sz="half" idx="1"/>
          </p:nvPr>
        </p:nvSpPr>
        <p:spPr>
          <a:xfrm>
            <a:off x="315220" y="1129262"/>
            <a:ext cx="7257887" cy="5728738"/>
          </a:xfrm>
        </p:spPr>
        <p:txBody>
          <a:bodyPr>
            <a:normAutofit/>
          </a:bodyPr>
          <a:lstStyle/>
          <a:p>
            <a:pPr>
              <a:lnSpc>
                <a:spcPct val="150000"/>
              </a:lnSpc>
            </a:pPr>
            <a:r>
              <a:rPr lang="en-US" i="1" dirty="0"/>
              <a:t>Utopia</a:t>
            </a:r>
            <a:r>
              <a:rPr lang="en-US" dirty="0"/>
              <a:t> - Moore</a:t>
            </a:r>
          </a:p>
          <a:p>
            <a:pPr>
              <a:lnSpc>
                <a:spcPct val="150000"/>
              </a:lnSpc>
            </a:pPr>
            <a:r>
              <a:rPr lang="en-US" i="1" dirty="0"/>
              <a:t>The Hunger Games </a:t>
            </a:r>
            <a:r>
              <a:rPr lang="en-US" dirty="0"/>
              <a:t>- Collins</a:t>
            </a:r>
          </a:p>
          <a:p>
            <a:pPr>
              <a:lnSpc>
                <a:spcPct val="150000"/>
              </a:lnSpc>
            </a:pPr>
            <a:r>
              <a:rPr lang="en-US" i="1" dirty="0"/>
              <a:t>Animal Farm </a:t>
            </a:r>
            <a:r>
              <a:rPr lang="en-US" dirty="0"/>
              <a:t>- Orwell</a:t>
            </a:r>
          </a:p>
          <a:p>
            <a:pPr>
              <a:lnSpc>
                <a:spcPct val="150000"/>
              </a:lnSpc>
            </a:pPr>
            <a:r>
              <a:rPr lang="en-US" i="1" dirty="0"/>
              <a:t>Brave New World </a:t>
            </a:r>
            <a:r>
              <a:rPr lang="mr-IN" dirty="0"/>
              <a:t>–</a:t>
            </a:r>
            <a:r>
              <a:rPr lang="en-US" dirty="0"/>
              <a:t> Huxley</a:t>
            </a:r>
          </a:p>
          <a:p>
            <a:pPr>
              <a:lnSpc>
                <a:spcPct val="150000"/>
              </a:lnSpc>
            </a:pPr>
            <a:r>
              <a:rPr lang="en-US" i="1" dirty="0"/>
              <a:t>Road to </a:t>
            </a:r>
            <a:r>
              <a:rPr lang="en-US" i="1" dirty="0" err="1"/>
              <a:t>Wigan</a:t>
            </a:r>
            <a:r>
              <a:rPr lang="en-US" i="1" dirty="0"/>
              <a:t> Pier/Such, Such Were the Joys </a:t>
            </a:r>
            <a:r>
              <a:rPr lang="mr-IN" dirty="0"/>
              <a:t>–</a:t>
            </a:r>
            <a:r>
              <a:rPr lang="en-US" dirty="0"/>
              <a:t> Orwell </a:t>
            </a:r>
            <a:r>
              <a:rPr lang="en-US" dirty="0">
                <a:hlinkClick r:id="rId2"/>
              </a:rPr>
              <a:t>http://george-orwell.org/search.php?query=&amp;book=198</a:t>
            </a:r>
            <a:endParaRPr lang="en-US" dirty="0"/>
          </a:p>
          <a:p>
            <a:pPr>
              <a:lnSpc>
                <a:spcPct val="150000"/>
              </a:lnSpc>
            </a:pPr>
            <a:r>
              <a:rPr lang="en-US" i="1" dirty="0"/>
              <a:t>The Handmaid’s Tale </a:t>
            </a:r>
            <a:r>
              <a:rPr lang="en-US" dirty="0"/>
              <a:t>- Atwood</a:t>
            </a:r>
          </a:p>
        </p:txBody>
      </p:sp>
      <p:pic>
        <p:nvPicPr>
          <p:cNvPr id="5" name="Content Placeholder 4"/>
          <p:cNvPicPr>
            <a:picLocks noGrp="1" noChangeAspect="1"/>
          </p:cNvPicPr>
          <p:nvPr>
            <p:ph sz="half" idx="2"/>
          </p:nvPr>
        </p:nvPicPr>
        <p:blipFill>
          <a:blip r:embed="rId3">
            <a:extLst>
              <a:ext uri="{28A0092B-C50C-407E-A947-70E740481C1C}">
                <a14:useLocalDpi xmlns:a14="http://schemas.microsoft.com/office/drawing/2010/main" val="0"/>
              </a:ext>
            </a:extLst>
          </a:blip>
          <a:stretch>
            <a:fillRect/>
          </a:stretch>
        </p:blipFill>
        <p:spPr>
          <a:xfrm>
            <a:off x="7346039" y="2146178"/>
            <a:ext cx="4651526" cy="3100260"/>
          </a:xfrm>
        </p:spPr>
      </p:pic>
    </p:spTree>
    <p:extLst>
      <p:ext uri="{BB962C8B-B14F-4D97-AF65-F5344CB8AC3E}">
        <p14:creationId xmlns:p14="http://schemas.microsoft.com/office/powerpoint/2010/main" val="155934261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0"/>
            <a:ext cx="10515600" cy="1325563"/>
          </a:xfrm>
        </p:spPr>
        <p:txBody>
          <a:bodyPr/>
          <a:lstStyle/>
          <a:p>
            <a:pPr algn="ctr"/>
            <a:r>
              <a:rPr lang="en-US" b="1" dirty="0">
                <a:solidFill>
                  <a:srgbClr val="FF0000"/>
                </a:solidFill>
                <a:latin typeface="+mn-lt"/>
              </a:rPr>
              <a:t>Recommended: Magical Realism Literature</a:t>
            </a:r>
          </a:p>
        </p:txBody>
      </p:sp>
      <p:pic>
        <p:nvPicPr>
          <p:cNvPr id="5" name="Content Placeholder 4"/>
          <p:cNvPicPr>
            <a:picLocks noGrp="1" noChangeAspect="1"/>
          </p:cNvPicPr>
          <p:nvPr>
            <p:ph sz="half" idx="1"/>
          </p:nvPr>
        </p:nvPicPr>
        <p:blipFill>
          <a:blip r:embed="rId2">
            <a:extLst>
              <a:ext uri="{28A0092B-C50C-407E-A947-70E740481C1C}">
                <a14:useLocalDpi xmlns:a14="http://schemas.microsoft.com/office/drawing/2010/main" val="0"/>
              </a:ext>
            </a:extLst>
          </a:blip>
          <a:stretch>
            <a:fillRect/>
          </a:stretch>
        </p:blipFill>
        <p:spPr>
          <a:xfrm>
            <a:off x="579967" y="1673225"/>
            <a:ext cx="4351338" cy="4351338"/>
          </a:xfrm>
        </p:spPr>
      </p:pic>
      <p:sp>
        <p:nvSpPr>
          <p:cNvPr id="4" name="Content Placeholder 3"/>
          <p:cNvSpPr>
            <a:spLocks noGrp="1"/>
          </p:cNvSpPr>
          <p:nvPr>
            <p:ph sz="half" idx="2"/>
          </p:nvPr>
        </p:nvSpPr>
        <p:spPr>
          <a:xfrm>
            <a:off x="5367867" y="1325563"/>
            <a:ext cx="6603999" cy="5351462"/>
          </a:xfrm>
        </p:spPr>
        <p:txBody>
          <a:bodyPr>
            <a:normAutofit fontScale="92500"/>
          </a:bodyPr>
          <a:lstStyle/>
          <a:p>
            <a:pPr>
              <a:lnSpc>
                <a:spcPct val="150000"/>
              </a:lnSpc>
            </a:pPr>
            <a:r>
              <a:rPr lang="en-US" i="1" dirty="0"/>
              <a:t>Life of Pi</a:t>
            </a:r>
            <a:r>
              <a:rPr lang="en-US" dirty="0"/>
              <a:t> - Martel</a:t>
            </a:r>
          </a:p>
          <a:p>
            <a:pPr>
              <a:lnSpc>
                <a:spcPct val="150000"/>
              </a:lnSpc>
            </a:pPr>
            <a:r>
              <a:rPr lang="en-US" i="1" dirty="0" err="1"/>
              <a:t>Chocolat</a:t>
            </a:r>
            <a:r>
              <a:rPr lang="en-US" dirty="0"/>
              <a:t>- Harris</a:t>
            </a:r>
          </a:p>
          <a:p>
            <a:pPr>
              <a:lnSpc>
                <a:spcPct val="150000"/>
              </a:lnSpc>
            </a:pPr>
            <a:r>
              <a:rPr lang="en-US" i="1" dirty="0"/>
              <a:t>Like Water for Chocolate </a:t>
            </a:r>
            <a:r>
              <a:rPr lang="en-US" dirty="0"/>
              <a:t>- </a:t>
            </a:r>
            <a:r>
              <a:rPr lang="en-US" dirty="0" err="1"/>
              <a:t>Esquival</a:t>
            </a:r>
            <a:endParaRPr lang="en-US" dirty="0"/>
          </a:p>
          <a:p>
            <a:pPr>
              <a:lnSpc>
                <a:spcPct val="150000"/>
              </a:lnSpc>
            </a:pPr>
            <a:r>
              <a:rPr lang="en-US" i="1" dirty="0"/>
              <a:t>Love in the Time of Cholera - </a:t>
            </a:r>
            <a:r>
              <a:rPr lang="en-US" dirty="0"/>
              <a:t>Marquez</a:t>
            </a:r>
            <a:endParaRPr lang="en-US" i="1" dirty="0"/>
          </a:p>
          <a:p>
            <a:pPr>
              <a:lnSpc>
                <a:spcPct val="150000"/>
              </a:lnSpc>
            </a:pPr>
            <a:r>
              <a:rPr lang="en-US" i="1" dirty="0"/>
              <a:t>Beloved</a:t>
            </a:r>
            <a:r>
              <a:rPr lang="en-US" dirty="0"/>
              <a:t>- Morrison</a:t>
            </a:r>
          </a:p>
          <a:p>
            <a:pPr>
              <a:lnSpc>
                <a:spcPct val="150000"/>
              </a:lnSpc>
            </a:pPr>
            <a:r>
              <a:rPr lang="en-US" i="1" dirty="0"/>
              <a:t>Midnight’s Children </a:t>
            </a:r>
            <a:r>
              <a:rPr lang="mr-IN" dirty="0"/>
              <a:t>–</a:t>
            </a:r>
            <a:r>
              <a:rPr lang="en-US" dirty="0"/>
              <a:t> Rushdie</a:t>
            </a:r>
          </a:p>
          <a:p>
            <a:pPr>
              <a:lnSpc>
                <a:spcPct val="150000"/>
              </a:lnSpc>
            </a:pPr>
            <a:r>
              <a:rPr lang="en-US" i="1" dirty="0"/>
              <a:t>The God of Small Things</a:t>
            </a:r>
            <a:r>
              <a:rPr lang="en-US" dirty="0"/>
              <a:t>- Roy</a:t>
            </a:r>
          </a:p>
          <a:p>
            <a:endParaRPr lang="en-US" dirty="0"/>
          </a:p>
        </p:txBody>
      </p:sp>
    </p:spTree>
    <p:extLst>
      <p:ext uri="{BB962C8B-B14F-4D97-AF65-F5344CB8AC3E}">
        <p14:creationId xmlns:p14="http://schemas.microsoft.com/office/powerpoint/2010/main" val="212833554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4">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4">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4">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4">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4">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4">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build="p"/>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36798" y="365760"/>
            <a:ext cx="12496800" cy="1143000"/>
          </a:xfrm>
        </p:spPr>
        <p:txBody>
          <a:bodyPr>
            <a:normAutofit fontScale="90000"/>
          </a:bodyPr>
          <a:lstStyle/>
          <a:p>
            <a:r>
              <a:rPr lang="en-US" b="1" dirty="0">
                <a:solidFill>
                  <a:srgbClr val="00B050"/>
                </a:solidFill>
              </a:rPr>
              <a:t>History – Recommended Reading</a:t>
            </a:r>
            <a:br>
              <a:rPr lang="en-US" b="1" dirty="0">
                <a:solidFill>
                  <a:srgbClr val="00B050"/>
                </a:solidFill>
              </a:rPr>
            </a:br>
            <a:r>
              <a:rPr lang="en-US" b="1" dirty="0">
                <a:solidFill>
                  <a:srgbClr val="0432FF"/>
                </a:solidFill>
              </a:rPr>
              <a:t>Check school library before buying on Amazon or similar!</a:t>
            </a:r>
          </a:p>
        </p:txBody>
      </p:sp>
      <p:pic>
        <p:nvPicPr>
          <p:cNvPr id="5" name="Content Placeholder 4"/>
          <p:cNvPicPr>
            <a:picLocks noGrp="1" noChangeAspect="1"/>
          </p:cNvPicPr>
          <p:nvPr>
            <p:ph sz="half" idx="1"/>
          </p:nvPr>
        </p:nvPicPr>
        <p:blipFill>
          <a:blip r:embed="rId2">
            <a:extLst>
              <a:ext uri="{28A0092B-C50C-407E-A947-70E740481C1C}">
                <a14:useLocalDpi xmlns:a14="http://schemas.microsoft.com/office/drawing/2010/main" val="0"/>
              </a:ext>
            </a:extLst>
          </a:blip>
          <a:stretch>
            <a:fillRect/>
          </a:stretch>
        </p:blipFill>
        <p:spPr>
          <a:xfrm>
            <a:off x="269966" y="1939834"/>
            <a:ext cx="2947771" cy="4525963"/>
          </a:xfrm>
        </p:spPr>
      </p:pic>
      <p:pic>
        <p:nvPicPr>
          <p:cNvPr id="6" name="Content Placeholder 5"/>
          <p:cNvPicPr>
            <a:picLocks noGrp="1" noChangeAspect="1"/>
          </p:cNvPicPr>
          <p:nvPr>
            <p:ph sz="half" idx="2"/>
          </p:nvPr>
        </p:nvPicPr>
        <p:blipFill>
          <a:blip r:embed="rId3">
            <a:extLst>
              <a:ext uri="{28A0092B-C50C-407E-A947-70E740481C1C}">
                <a14:useLocalDpi xmlns:a14="http://schemas.microsoft.com/office/drawing/2010/main" val="0"/>
              </a:ext>
            </a:extLst>
          </a:blip>
          <a:stretch>
            <a:fillRect/>
          </a:stretch>
        </p:blipFill>
        <p:spPr>
          <a:xfrm>
            <a:off x="8526094" y="2230803"/>
            <a:ext cx="2947771" cy="4525963"/>
          </a:xfrm>
        </p:spPr>
      </p:pic>
      <p:pic>
        <p:nvPicPr>
          <p:cNvPr id="7" name="Picture 6"/>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3958025" y="1939834"/>
            <a:ext cx="3644900" cy="4663603"/>
          </a:xfrm>
          <a:prstGeom prst="rect">
            <a:avLst/>
          </a:prstGeom>
        </p:spPr>
      </p:pic>
    </p:spTree>
    <p:extLst>
      <p:ext uri="{BB962C8B-B14F-4D97-AF65-F5344CB8AC3E}">
        <p14:creationId xmlns:p14="http://schemas.microsoft.com/office/powerpoint/2010/main" val="138711892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7"/>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0.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67585" name="Rectangle 2"/>
          <p:cNvSpPr>
            <a:spLocks noGrp="1" noChangeArrowheads="1"/>
          </p:cNvSpPr>
          <p:nvPr>
            <p:ph type="title"/>
          </p:nvPr>
        </p:nvSpPr>
        <p:spPr>
          <a:xfrm>
            <a:off x="6248400" y="609600"/>
            <a:ext cx="5791200" cy="1371600"/>
          </a:xfrm>
        </p:spPr>
        <p:txBody>
          <a:bodyPr>
            <a:normAutofit/>
          </a:bodyPr>
          <a:lstStyle/>
          <a:p>
            <a:pPr eaLnBrk="1" hangingPunct="1"/>
            <a:r>
              <a:rPr lang="en-US" altLang="en-US" sz="6000" b="1" dirty="0">
                <a:solidFill>
                  <a:srgbClr val="00B050"/>
                </a:solidFill>
              </a:rPr>
              <a:t>Remember!</a:t>
            </a:r>
            <a:endParaRPr lang="en-US" altLang="en-US" sz="6000" dirty="0">
              <a:solidFill>
                <a:srgbClr val="00B050"/>
              </a:solidFill>
            </a:endParaRPr>
          </a:p>
        </p:txBody>
      </p:sp>
      <p:sp>
        <p:nvSpPr>
          <p:cNvPr id="28675" name="Rectangle 3"/>
          <p:cNvSpPr>
            <a:spLocks noGrp="1" noChangeArrowheads="1"/>
          </p:cNvSpPr>
          <p:nvPr>
            <p:ph type="body" sz="half" idx="1"/>
          </p:nvPr>
        </p:nvSpPr>
        <p:spPr>
          <a:xfrm>
            <a:off x="0" y="1005840"/>
            <a:ext cx="6477000" cy="5090159"/>
          </a:xfrm>
        </p:spPr>
        <p:txBody>
          <a:bodyPr>
            <a:normAutofit fontScale="85000" lnSpcReduction="10000"/>
          </a:bodyPr>
          <a:lstStyle/>
          <a:p>
            <a:pPr eaLnBrk="1" hangingPunct="1">
              <a:lnSpc>
                <a:spcPct val="90000"/>
              </a:lnSpc>
            </a:pPr>
            <a:r>
              <a:rPr lang="en-US" altLang="en-US" sz="4400" b="1" dirty="0"/>
              <a:t>Orwell </a:t>
            </a:r>
            <a:r>
              <a:rPr lang="en-US" altLang="en-US" sz="4400" b="1" u="sng" dirty="0">
                <a:latin typeface="TeamViewer12 Medium" charset="0"/>
                <a:ea typeface="TeamViewer12 Medium" charset="0"/>
                <a:cs typeface="TeamViewer12 Medium" charset="0"/>
              </a:rPr>
              <a:t>dies</a:t>
            </a:r>
            <a:r>
              <a:rPr lang="en-US" altLang="en-US" sz="4400" b="1" dirty="0"/>
              <a:t> in January of 1950. X P</a:t>
            </a:r>
          </a:p>
          <a:p>
            <a:pPr eaLnBrk="1" hangingPunct="1">
              <a:lnSpc>
                <a:spcPct val="90000"/>
              </a:lnSpc>
            </a:pPr>
            <a:endParaRPr lang="en-US" altLang="en-US" sz="4400" b="1" dirty="0"/>
          </a:p>
          <a:p>
            <a:pPr eaLnBrk="1" hangingPunct="1">
              <a:lnSpc>
                <a:spcPct val="90000"/>
              </a:lnSpc>
            </a:pPr>
            <a:r>
              <a:rPr lang="en-US" altLang="en-US" sz="4400" b="1" dirty="0"/>
              <a:t>Do </a:t>
            </a:r>
            <a:r>
              <a:rPr lang="en-US" altLang="en-US" sz="4400" b="1" dirty="0">
                <a:solidFill>
                  <a:srgbClr val="00B050"/>
                </a:solidFill>
              </a:rPr>
              <a:t>NOT</a:t>
            </a:r>
            <a:r>
              <a:rPr lang="en-US" altLang="en-US" sz="4400" b="1" dirty="0"/>
              <a:t> discuss events/ ideas about the Cold War that come AFTER this. </a:t>
            </a:r>
          </a:p>
          <a:p>
            <a:pPr eaLnBrk="1" hangingPunct="1">
              <a:lnSpc>
                <a:spcPct val="90000"/>
              </a:lnSpc>
            </a:pPr>
            <a:endParaRPr lang="en-US" altLang="en-US" sz="4400" b="1" dirty="0"/>
          </a:p>
          <a:p>
            <a:pPr eaLnBrk="1" hangingPunct="1">
              <a:lnSpc>
                <a:spcPct val="90000"/>
              </a:lnSpc>
            </a:pPr>
            <a:r>
              <a:rPr lang="en-US" altLang="en-US" sz="4400" b="1" dirty="0">
                <a:solidFill>
                  <a:srgbClr val="00B050"/>
                </a:solidFill>
              </a:rPr>
              <a:t>DO</a:t>
            </a:r>
            <a:r>
              <a:rPr lang="en-US" altLang="en-US" sz="4400" b="1" dirty="0"/>
              <a:t> discuss events/ ideas from the Second World War (ends 8 August 1945).</a:t>
            </a:r>
            <a:endParaRPr lang="en-US" altLang="en-US" sz="4400" dirty="0"/>
          </a:p>
        </p:txBody>
      </p:sp>
      <p:pic>
        <p:nvPicPr>
          <p:cNvPr id="67587" name="Picture 5" descr="orwellDM0509_468x417"/>
          <p:cNvPicPr>
            <a:picLocks noGrp="1" noChangeAspect="1" noChangeArrowheads="1"/>
          </p:cNvPicPr>
          <p:nvPr>
            <p:ph sz="half" idx="2"/>
          </p:nvPr>
        </p:nvPicPr>
        <p:blipFill>
          <a:blip r:embed="rId3">
            <a:extLst>
              <a:ext uri="{28A0092B-C50C-407E-A947-70E740481C1C}">
                <a14:useLocalDpi xmlns:a14="http://schemas.microsoft.com/office/drawing/2010/main" val="0"/>
              </a:ext>
            </a:extLst>
          </a:blip>
          <a:srcRect/>
          <a:stretch>
            <a:fillRect/>
          </a:stretch>
        </p:blipFill>
        <p:spPr>
          <a:xfrm>
            <a:off x="7040880" y="2362200"/>
            <a:ext cx="3810000" cy="3394075"/>
          </a:xfrm>
        </p:spPr>
      </p:pic>
    </p:spTree>
    <p:extLst>
      <p:ext uri="{BB962C8B-B14F-4D97-AF65-F5344CB8AC3E}">
        <p14:creationId xmlns:p14="http://schemas.microsoft.com/office/powerpoint/2010/main" val="225334257"/>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8" fill="hold" grpId="0" nodeType="clickEffect">
                                  <p:stCondLst>
                                    <p:cond delay="0"/>
                                  </p:stCondLst>
                                  <p:childTnLst>
                                    <p:set>
                                      <p:cBhvr>
                                        <p:cTn id="6" dur="1" fill="hold">
                                          <p:stCondLst>
                                            <p:cond delay="0"/>
                                          </p:stCondLst>
                                        </p:cTn>
                                        <p:tgtEl>
                                          <p:spTgt spid="28675">
                                            <p:txEl>
                                              <p:pRg st="0" end="0"/>
                                            </p:txEl>
                                          </p:spTgt>
                                        </p:tgtEl>
                                        <p:attrNameLst>
                                          <p:attrName>style.visibility</p:attrName>
                                        </p:attrNameLst>
                                      </p:cBhvr>
                                      <p:to>
                                        <p:strVal val="visible"/>
                                      </p:to>
                                    </p:set>
                                    <p:anim calcmode="lin" valueType="num">
                                      <p:cBhvr additive="base">
                                        <p:cTn id="7" dur="500" fill="hold"/>
                                        <p:tgtEl>
                                          <p:spTgt spid="28675">
                                            <p:txEl>
                                              <p:pRg st="0" end="0"/>
                                            </p:txEl>
                                          </p:spTgt>
                                        </p:tgtEl>
                                        <p:attrNameLst>
                                          <p:attrName>ppt_x</p:attrName>
                                        </p:attrNameLst>
                                      </p:cBhvr>
                                      <p:tavLst>
                                        <p:tav tm="0">
                                          <p:val>
                                            <p:strVal val="0-#ppt_w/2"/>
                                          </p:val>
                                        </p:tav>
                                        <p:tav tm="100000">
                                          <p:val>
                                            <p:strVal val="#ppt_x"/>
                                          </p:val>
                                        </p:tav>
                                      </p:tavLst>
                                    </p:anim>
                                    <p:anim calcmode="lin" valueType="num">
                                      <p:cBhvr additive="base">
                                        <p:cTn id="8" dur="500" fill="hold"/>
                                        <p:tgtEl>
                                          <p:spTgt spid="28675">
                                            <p:txEl>
                                              <p:pRg st="0" end="0"/>
                                            </p:txEl>
                                          </p:spTgt>
                                        </p:tgtEl>
                                        <p:attrNameLst>
                                          <p:attrName>ppt_y</p:attrName>
                                        </p:attrNameLst>
                                      </p:cBhvr>
                                      <p:tavLst>
                                        <p:tav tm="0">
                                          <p:val>
                                            <p:strVal val="#ppt_y"/>
                                          </p:val>
                                        </p:tav>
                                        <p:tav tm="100000">
                                          <p:val>
                                            <p:strVal val="#ppt_y"/>
                                          </p:val>
                                        </p:tav>
                                      </p:tavLst>
                                    </p:anim>
                                  </p:childTnLst>
                                  <p:subTnLst>
                                    <p:audio>
                                      <p:cMediaNode>
                                        <p:cTn display="0" masterRel="sameClick">
                                          <p:stCondLst>
                                            <p:cond evt="begin" delay="0">
                                              <p:tn val="5"/>
                                            </p:cond>
                                          </p:stCondLst>
                                          <p:endCondLst>
                                            <p:cond evt="onStopAudio" delay="0">
                                              <p:tgtEl>
                                                <p:sldTgt/>
                                              </p:tgtEl>
                                            </p:cond>
                                          </p:endCondLst>
                                        </p:cTn>
                                        <p:tgtEl>
                                          <p:sndTgt r:embed="rId2" name="Whoosh"/>
                                        </p:tgtEl>
                                      </p:cMediaNode>
                                    </p:audio>
                                  </p:subTnLst>
                                </p:cTn>
                              </p:par>
                            </p:childTnLst>
                          </p:cTn>
                        </p:par>
                      </p:childTnLst>
                    </p:cTn>
                  </p:par>
                  <p:par>
                    <p:cTn id="9" fill="hold">
                      <p:stCondLst>
                        <p:cond delay="indefinite"/>
                      </p:stCondLst>
                      <p:childTnLst>
                        <p:par>
                          <p:cTn id="10" fill="hold">
                            <p:stCondLst>
                              <p:cond delay="0"/>
                            </p:stCondLst>
                            <p:childTnLst>
                              <p:par>
                                <p:cTn id="11" presetID="2" presetClass="entr" presetSubtype="8" fill="hold" grpId="0" nodeType="clickEffect">
                                  <p:stCondLst>
                                    <p:cond delay="0"/>
                                  </p:stCondLst>
                                  <p:childTnLst>
                                    <p:set>
                                      <p:cBhvr>
                                        <p:cTn id="12" dur="1" fill="hold">
                                          <p:stCondLst>
                                            <p:cond delay="0"/>
                                          </p:stCondLst>
                                        </p:cTn>
                                        <p:tgtEl>
                                          <p:spTgt spid="28675">
                                            <p:txEl>
                                              <p:pRg st="2" end="2"/>
                                            </p:txEl>
                                          </p:spTgt>
                                        </p:tgtEl>
                                        <p:attrNameLst>
                                          <p:attrName>style.visibility</p:attrName>
                                        </p:attrNameLst>
                                      </p:cBhvr>
                                      <p:to>
                                        <p:strVal val="visible"/>
                                      </p:to>
                                    </p:set>
                                    <p:anim calcmode="lin" valueType="num">
                                      <p:cBhvr additive="base">
                                        <p:cTn id="13" dur="500" fill="hold"/>
                                        <p:tgtEl>
                                          <p:spTgt spid="28675">
                                            <p:txEl>
                                              <p:pRg st="2" end="2"/>
                                            </p:txEl>
                                          </p:spTgt>
                                        </p:tgtEl>
                                        <p:attrNameLst>
                                          <p:attrName>ppt_x</p:attrName>
                                        </p:attrNameLst>
                                      </p:cBhvr>
                                      <p:tavLst>
                                        <p:tav tm="0">
                                          <p:val>
                                            <p:strVal val="0-#ppt_w/2"/>
                                          </p:val>
                                        </p:tav>
                                        <p:tav tm="100000">
                                          <p:val>
                                            <p:strVal val="#ppt_x"/>
                                          </p:val>
                                        </p:tav>
                                      </p:tavLst>
                                    </p:anim>
                                    <p:anim calcmode="lin" valueType="num">
                                      <p:cBhvr additive="base">
                                        <p:cTn id="14" dur="500" fill="hold"/>
                                        <p:tgtEl>
                                          <p:spTgt spid="28675">
                                            <p:txEl>
                                              <p:pRg st="2" end="2"/>
                                            </p:txEl>
                                          </p:spTgt>
                                        </p:tgtEl>
                                        <p:attrNameLst>
                                          <p:attrName>ppt_y</p:attrName>
                                        </p:attrNameLst>
                                      </p:cBhvr>
                                      <p:tavLst>
                                        <p:tav tm="0">
                                          <p:val>
                                            <p:strVal val="#ppt_y"/>
                                          </p:val>
                                        </p:tav>
                                        <p:tav tm="100000">
                                          <p:val>
                                            <p:strVal val="#ppt_y"/>
                                          </p:val>
                                        </p:tav>
                                      </p:tavLst>
                                    </p:anim>
                                  </p:childTnLst>
                                  <p:subTnLst>
                                    <p:audio>
                                      <p:cMediaNode>
                                        <p:cTn display="0" masterRel="sameClick">
                                          <p:stCondLst>
                                            <p:cond evt="begin" delay="0">
                                              <p:tn val="11"/>
                                            </p:cond>
                                          </p:stCondLst>
                                          <p:endCondLst>
                                            <p:cond evt="onStopAudio" delay="0">
                                              <p:tgtEl>
                                                <p:sldTgt/>
                                              </p:tgtEl>
                                            </p:cond>
                                          </p:endCondLst>
                                        </p:cTn>
                                        <p:tgtEl>
                                          <p:sndTgt r:embed="rId2" name="Whoosh"/>
                                        </p:tgtEl>
                                      </p:cMediaNode>
                                    </p:audio>
                                  </p:subTnLst>
                                </p:cTn>
                              </p:par>
                            </p:childTnLst>
                          </p:cTn>
                        </p:par>
                      </p:childTnLst>
                    </p:cTn>
                  </p:par>
                  <p:par>
                    <p:cTn id="15" fill="hold">
                      <p:stCondLst>
                        <p:cond delay="indefinite"/>
                      </p:stCondLst>
                      <p:childTnLst>
                        <p:par>
                          <p:cTn id="16" fill="hold">
                            <p:stCondLst>
                              <p:cond delay="0"/>
                            </p:stCondLst>
                            <p:childTnLst>
                              <p:par>
                                <p:cTn id="17" presetID="2" presetClass="entr" presetSubtype="8" fill="hold" grpId="0" nodeType="clickEffect">
                                  <p:stCondLst>
                                    <p:cond delay="0"/>
                                  </p:stCondLst>
                                  <p:childTnLst>
                                    <p:set>
                                      <p:cBhvr>
                                        <p:cTn id="18" dur="1" fill="hold">
                                          <p:stCondLst>
                                            <p:cond delay="0"/>
                                          </p:stCondLst>
                                        </p:cTn>
                                        <p:tgtEl>
                                          <p:spTgt spid="28675">
                                            <p:txEl>
                                              <p:pRg st="4" end="4"/>
                                            </p:txEl>
                                          </p:spTgt>
                                        </p:tgtEl>
                                        <p:attrNameLst>
                                          <p:attrName>style.visibility</p:attrName>
                                        </p:attrNameLst>
                                      </p:cBhvr>
                                      <p:to>
                                        <p:strVal val="visible"/>
                                      </p:to>
                                    </p:set>
                                    <p:anim calcmode="lin" valueType="num">
                                      <p:cBhvr additive="base">
                                        <p:cTn id="19" dur="500" fill="hold"/>
                                        <p:tgtEl>
                                          <p:spTgt spid="28675">
                                            <p:txEl>
                                              <p:pRg st="4" end="4"/>
                                            </p:txEl>
                                          </p:spTgt>
                                        </p:tgtEl>
                                        <p:attrNameLst>
                                          <p:attrName>ppt_x</p:attrName>
                                        </p:attrNameLst>
                                      </p:cBhvr>
                                      <p:tavLst>
                                        <p:tav tm="0">
                                          <p:val>
                                            <p:strVal val="0-#ppt_w/2"/>
                                          </p:val>
                                        </p:tav>
                                        <p:tav tm="100000">
                                          <p:val>
                                            <p:strVal val="#ppt_x"/>
                                          </p:val>
                                        </p:tav>
                                      </p:tavLst>
                                    </p:anim>
                                    <p:anim calcmode="lin" valueType="num">
                                      <p:cBhvr additive="base">
                                        <p:cTn id="20" dur="500" fill="hold"/>
                                        <p:tgtEl>
                                          <p:spTgt spid="28675">
                                            <p:txEl>
                                              <p:pRg st="4" end="4"/>
                                            </p:txEl>
                                          </p:spTgt>
                                        </p:tgtEl>
                                        <p:attrNameLst>
                                          <p:attrName>ppt_y</p:attrName>
                                        </p:attrNameLst>
                                      </p:cBhvr>
                                      <p:tavLst>
                                        <p:tav tm="0">
                                          <p:val>
                                            <p:strVal val="#ppt_y"/>
                                          </p:val>
                                        </p:tav>
                                        <p:tav tm="100000">
                                          <p:val>
                                            <p:strVal val="#ppt_y"/>
                                          </p:val>
                                        </p:tav>
                                      </p:tavLst>
                                    </p:anim>
                                  </p:childTnLst>
                                  <p:subTnLst>
                                    <p:audio>
                                      <p:cMediaNode>
                                        <p:cTn display="0" masterRel="sameClick">
                                          <p:stCondLst>
                                            <p:cond evt="begin" delay="0">
                                              <p:tn val="17"/>
                                            </p:cond>
                                          </p:stCondLst>
                                          <p:endCondLst>
                                            <p:cond evt="onStopAudio" delay="0">
                                              <p:tgtEl>
                                                <p:sldTgt/>
                                              </p:tgtEl>
                                            </p:cond>
                                          </p:endCondLst>
                                        </p:cTn>
                                        <p:tgtEl>
                                          <p:sndTgt r:embed="rId2" name="Whoosh"/>
                                        </p:tgtEl>
                                      </p:cMediaNode>
                                    </p:audio>
                                  </p:sub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8675" grpId="0" build="p" autoUpdateAnimBg="0"/>
    </p:bld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01" name="Rectangle 2"/>
          <p:cNvSpPr>
            <a:spLocks noGrp="1" noChangeArrowheads="1"/>
          </p:cNvSpPr>
          <p:nvPr>
            <p:ph type="title"/>
          </p:nvPr>
        </p:nvSpPr>
        <p:spPr>
          <a:xfrm>
            <a:off x="1524000" y="0"/>
            <a:ext cx="9144000" cy="838200"/>
          </a:xfrm>
        </p:spPr>
        <p:txBody>
          <a:bodyPr/>
          <a:lstStyle/>
          <a:p>
            <a:pPr algn="ctr" eaLnBrk="1" hangingPunct="1"/>
            <a:r>
              <a:rPr lang="en-US" sz="3200" dirty="0">
                <a:solidFill>
                  <a:srgbClr val="FA151B"/>
                </a:solidFill>
                <a:latin typeface="Arial" charset="0"/>
                <a:ea typeface="ＭＳ Ｐゴシック" charset="0"/>
                <a:cs typeface="ＭＳ Ｐゴシック" charset="0"/>
              </a:rPr>
              <a:t>Communication – Response Model</a:t>
            </a:r>
            <a:endParaRPr lang="en-US" dirty="0">
              <a:latin typeface="Arial" charset="0"/>
              <a:ea typeface="ＭＳ Ｐゴシック" charset="0"/>
              <a:cs typeface="ＭＳ Ｐゴシック" charset="0"/>
            </a:endParaRPr>
          </a:p>
        </p:txBody>
      </p:sp>
      <p:pic>
        <p:nvPicPr>
          <p:cNvPr id="51202" name="Picture 8" descr="writing"/>
          <p:cNvPicPr>
            <a:picLocks noGrp="1" noChangeAspect="1" noChangeArrowheads="1"/>
          </p:cNvPicPr>
          <p:nvPr>
            <p:ph sz="quarter" idx="1"/>
          </p:nvPr>
        </p:nvPicPr>
        <p:blipFill>
          <a:blip r:embed="rId3" cstate="email">
            <a:extLst>
              <a:ext uri="{28A0092B-C50C-407E-A947-70E740481C1C}">
                <a14:useLocalDpi xmlns:a14="http://schemas.microsoft.com/office/drawing/2010/main"/>
              </a:ext>
            </a:extLst>
          </a:blip>
          <a:srcRect/>
          <a:stretch>
            <a:fillRect/>
          </a:stretch>
        </p:blipFill>
        <p:spPr>
          <a:xfrm>
            <a:off x="625015" y="2667001"/>
            <a:ext cx="3565985" cy="2409826"/>
          </a:xfrm>
        </p:spPr>
      </p:pic>
      <p:pic>
        <p:nvPicPr>
          <p:cNvPr id="51203" name="Picture 9" descr="logo"/>
          <p:cNvPicPr>
            <a:picLocks noGrp="1" noChangeAspect="1" noChangeArrowheads="1"/>
          </p:cNvPicPr>
          <p:nvPr>
            <p:ph sz="quarter" idx="2"/>
          </p:nvPr>
        </p:nvPicPr>
        <p:blipFill>
          <a:blip r:embed="rId4" cstate="email">
            <a:extLst>
              <a:ext uri="{28A0092B-C50C-407E-A947-70E740481C1C}">
                <a14:useLocalDpi xmlns:a14="http://schemas.microsoft.com/office/drawing/2010/main"/>
              </a:ext>
            </a:extLst>
          </a:blip>
          <a:srcRect/>
          <a:stretch>
            <a:fillRect/>
          </a:stretch>
        </p:blipFill>
        <p:spPr>
          <a:xfrm>
            <a:off x="8458200" y="2429522"/>
            <a:ext cx="2876550" cy="2904478"/>
          </a:xfrm>
        </p:spPr>
      </p:pic>
      <p:sp>
        <p:nvSpPr>
          <p:cNvPr id="51204" name="AutoShape 10"/>
          <p:cNvSpPr>
            <a:spLocks noChangeArrowheads="1"/>
          </p:cNvSpPr>
          <p:nvPr/>
        </p:nvSpPr>
        <p:spPr bwMode="auto">
          <a:xfrm>
            <a:off x="4114800" y="3733800"/>
            <a:ext cx="4495800" cy="914400"/>
          </a:xfrm>
          <a:prstGeom prst="leftRightArrowCallout">
            <a:avLst>
              <a:gd name="adj1" fmla="val 25000"/>
              <a:gd name="adj2" fmla="val 25000"/>
              <a:gd name="adj3" fmla="val 61458"/>
              <a:gd name="adj4" fmla="val 50000"/>
            </a:avLst>
          </a:prstGeom>
          <a:solidFill>
            <a:srgbClr val="FF0000"/>
          </a:solidFill>
          <a:ln w="9525">
            <a:solidFill>
              <a:schemeClr val="tx1"/>
            </a:solidFill>
            <a:miter lim="800000"/>
            <a:headEnd/>
            <a:tailEnd/>
          </a:ln>
        </p:spPr>
        <p:txBody>
          <a:bodyPr/>
          <a:lstStyle/>
          <a:p>
            <a:pPr algn="ctr"/>
            <a:r>
              <a:rPr lang="en-US" dirty="0">
                <a:solidFill>
                  <a:prstClr val="white"/>
                </a:solidFill>
              </a:rPr>
              <a:t>Communication Process</a:t>
            </a:r>
            <a:endParaRPr lang="en-US" dirty="0">
              <a:solidFill>
                <a:prstClr val="black"/>
              </a:solidFill>
            </a:endParaRPr>
          </a:p>
        </p:txBody>
      </p:sp>
      <p:sp>
        <p:nvSpPr>
          <p:cNvPr id="10252" name="Comment 12"/>
          <p:cNvSpPr>
            <a:spLocks noChangeArrowheads="1"/>
          </p:cNvSpPr>
          <p:nvPr/>
        </p:nvSpPr>
        <p:spPr bwMode="auto">
          <a:xfrm>
            <a:off x="1524000" y="4800600"/>
            <a:ext cx="3048000" cy="1690688"/>
          </a:xfrm>
          <a:prstGeom prst="rect">
            <a:avLst/>
          </a:prstGeom>
          <a:solidFill>
            <a:srgbClr val="FCFDC6"/>
          </a:solidFill>
          <a:ln w="9525">
            <a:solidFill>
              <a:schemeClr val="tx1"/>
            </a:solidFill>
            <a:miter lim="800000"/>
            <a:headEnd/>
            <a:tailEnd/>
          </a:ln>
          <a:effectLst>
            <a:outerShdw blurRad="63500" dist="107763" dir="2700000" algn="ctr" rotWithShape="0">
              <a:srgbClr val="000000">
                <a:alpha val="74998"/>
              </a:srgbClr>
            </a:outerShdw>
          </a:effectLst>
          <a:extLst>
            <a:ext uri="{53640926-AAD7-44d8-BBD7-CCE9431645EC}">
              <a14:shadowObscured xmlns="" xmlns:a14="http://schemas.microsoft.com/office/drawing/2010/main" val="1"/>
            </a:ext>
          </a:extLst>
        </p:spPr>
        <p:txBody>
          <a:bodyPr>
            <a:spAutoFit/>
          </a:bodyPr>
          <a:lstStyle/>
          <a:p>
            <a:pPr>
              <a:spcBef>
                <a:spcPct val="50000"/>
              </a:spcBef>
              <a:defRPr/>
            </a:pPr>
            <a:r>
              <a:rPr lang="en-US" sz="1600" b="1">
                <a:solidFill>
                  <a:srgbClr val="000000"/>
                </a:solidFill>
                <a:latin typeface="Geneva" charset="0"/>
              </a:rPr>
              <a:t>Composer or producer of the text.</a:t>
            </a:r>
          </a:p>
          <a:p>
            <a:pPr>
              <a:spcBef>
                <a:spcPct val="50000"/>
              </a:spcBef>
              <a:defRPr/>
            </a:pPr>
            <a:r>
              <a:rPr lang="en-US" sz="1600" b="1">
                <a:solidFill>
                  <a:srgbClr val="000000"/>
                </a:solidFill>
                <a:latin typeface="Geneva" charset="0"/>
              </a:rPr>
              <a:t>Context 1 - the immediate social, cultural and historical circumstances of the composition.</a:t>
            </a:r>
            <a:endParaRPr lang="en-US">
              <a:solidFill>
                <a:srgbClr val="000000"/>
              </a:solidFill>
              <a:latin typeface="Geneva" charset="0"/>
            </a:endParaRPr>
          </a:p>
        </p:txBody>
      </p:sp>
      <p:sp>
        <p:nvSpPr>
          <p:cNvPr id="51206" name="Line 13"/>
          <p:cNvSpPr>
            <a:spLocks noChangeShapeType="1"/>
          </p:cNvSpPr>
          <p:nvPr/>
        </p:nvSpPr>
        <p:spPr bwMode="auto">
          <a:xfrm>
            <a:off x="6400800" y="4648200"/>
            <a:ext cx="0" cy="1219200"/>
          </a:xfrm>
          <a:prstGeom prst="line">
            <a:avLst/>
          </a:prstGeom>
          <a:noFill/>
          <a:ln w="69850">
            <a:solidFill>
              <a:srgbClr val="FF0000"/>
            </a:solidFill>
            <a:round/>
            <a:headEnd/>
            <a:tailEnd type="triangle" w="med" len="med"/>
          </a:ln>
          <a:extLst>
            <a:ext uri="{909E8E84-426E-40dd-AFC4-6F175D3DCCD1}">
              <a14:hiddenFill xmlns="" xmlns:a14="http://schemas.microsoft.com/office/drawing/2010/main">
                <a:noFill/>
              </a14:hiddenFill>
            </a:ext>
          </a:extLst>
        </p:spPr>
        <p:txBody>
          <a:bodyPr wrap="none" anchor="ctr"/>
          <a:lstStyle/>
          <a:p>
            <a:endParaRPr lang="en-US">
              <a:solidFill>
                <a:prstClr val="black"/>
              </a:solidFill>
            </a:endParaRPr>
          </a:p>
        </p:txBody>
      </p:sp>
      <p:sp>
        <p:nvSpPr>
          <p:cNvPr id="51207" name="AutoShape 14"/>
          <p:cNvSpPr>
            <a:spLocks noChangeArrowheads="1"/>
          </p:cNvSpPr>
          <p:nvPr/>
        </p:nvSpPr>
        <p:spPr bwMode="auto">
          <a:xfrm>
            <a:off x="4800600" y="5867400"/>
            <a:ext cx="3200400" cy="533400"/>
          </a:xfrm>
          <a:prstGeom prst="ribbon2">
            <a:avLst>
              <a:gd name="adj1" fmla="val 12500"/>
              <a:gd name="adj2" fmla="val 50000"/>
            </a:avLst>
          </a:prstGeom>
          <a:solidFill>
            <a:srgbClr val="FFFF00"/>
          </a:solidFill>
          <a:ln w="9525">
            <a:solidFill>
              <a:schemeClr val="tx1"/>
            </a:solidFill>
            <a:round/>
            <a:headEnd/>
            <a:tailEnd/>
          </a:ln>
        </p:spPr>
        <p:txBody>
          <a:bodyPr wrap="none" anchor="ctr"/>
          <a:lstStyle/>
          <a:p>
            <a:pPr algn="ctr"/>
            <a:r>
              <a:rPr lang="en-US" b="1" i="1" dirty="0">
                <a:solidFill>
                  <a:prstClr val="black"/>
                </a:solidFill>
              </a:rPr>
              <a:t>Meanings</a:t>
            </a:r>
          </a:p>
        </p:txBody>
      </p:sp>
      <p:sp>
        <p:nvSpPr>
          <p:cNvPr id="10256" name="Comment 16"/>
          <p:cNvSpPr>
            <a:spLocks noChangeArrowheads="1"/>
          </p:cNvSpPr>
          <p:nvPr/>
        </p:nvSpPr>
        <p:spPr bwMode="auto">
          <a:xfrm>
            <a:off x="8077200" y="4948238"/>
            <a:ext cx="2857500" cy="1277273"/>
          </a:xfrm>
          <a:prstGeom prst="rect">
            <a:avLst/>
          </a:prstGeom>
          <a:solidFill>
            <a:srgbClr val="FCFDC6"/>
          </a:solidFill>
          <a:ln w="9525">
            <a:solidFill>
              <a:schemeClr val="tx1"/>
            </a:solidFill>
            <a:miter lim="800000"/>
            <a:headEnd/>
            <a:tailEnd/>
          </a:ln>
          <a:effectLst>
            <a:outerShdw blurRad="63500" dist="107763" dir="2700000" algn="ctr" rotWithShape="0">
              <a:srgbClr val="000000">
                <a:alpha val="74998"/>
              </a:srgbClr>
            </a:outerShdw>
          </a:effectLst>
          <a:extLst>
            <a:ext uri="{53640926-AAD7-44d8-BBD7-CCE9431645EC}">
              <a14:shadowObscured xmlns="" xmlns:a14="http://schemas.microsoft.com/office/drawing/2010/main" val="1"/>
            </a:ext>
          </a:extLst>
        </p:spPr>
        <p:txBody>
          <a:bodyPr wrap="square">
            <a:spAutoFit/>
          </a:bodyPr>
          <a:lstStyle/>
          <a:p>
            <a:pPr>
              <a:spcBef>
                <a:spcPct val="50000"/>
              </a:spcBef>
              <a:defRPr/>
            </a:pPr>
            <a:r>
              <a:rPr lang="en-US" sz="1400" b="1">
                <a:solidFill>
                  <a:srgbClr val="000000"/>
                </a:solidFill>
                <a:latin typeface="Geneva" charset="0"/>
              </a:rPr>
              <a:t>Responder or interpreter of text.</a:t>
            </a:r>
          </a:p>
          <a:p>
            <a:pPr>
              <a:spcBef>
                <a:spcPct val="50000"/>
              </a:spcBef>
              <a:defRPr/>
            </a:pPr>
            <a:r>
              <a:rPr lang="en-US" sz="1400" b="1">
                <a:solidFill>
                  <a:srgbClr val="000000"/>
                </a:solidFill>
                <a:latin typeface="Geneva" charset="0"/>
              </a:rPr>
              <a:t>Context 2: the immediate social, cultural and historical circumstance of reception.</a:t>
            </a:r>
            <a:endParaRPr lang="en-US">
              <a:solidFill>
                <a:srgbClr val="000000"/>
              </a:solidFill>
              <a:latin typeface="Geneva" charset="0"/>
            </a:endParaRPr>
          </a:p>
        </p:txBody>
      </p:sp>
      <p:sp>
        <p:nvSpPr>
          <p:cNvPr id="51209" name="Rectangle 17"/>
          <p:cNvSpPr>
            <a:spLocks noChangeArrowheads="1"/>
          </p:cNvSpPr>
          <p:nvPr/>
        </p:nvSpPr>
        <p:spPr bwMode="auto">
          <a:xfrm>
            <a:off x="3352800" y="914400"/>
            <a:ext cx="1752600" cy="2057400"/>
          </a:xfrm>
          <a:prstGeom prst="rect">
            <a:avLst/>
          </a:prstGeom>
          <a:solidFill>
            <a:srgbClr val="33CCCC"/>
          </a:solidFill>
          <a:ln w="9525">
            <a:solidFill>
              <a:schemeClr val="tx1"/>
            </a:solidFill>
            <a:miter lim="800000"/>
            <a:headEnd/>
            <a:tailEnd/>
          </a:ln>
        </p:spPr>
        <p:txBody>
          <a:bodyPr wrap="none" anchor="ctr"/>
          <a:lstStyle/>
          <a:p>
            <a:r>
              <a:rPr lang="en-US">
                <a:solidFill>
                  <a:srgbClr val="FA151B"/>
                </a:solidFill>
              </a:rPr>
              <a:t>Language used </a:t>
            </a:r>
          </a:p>
          <a:p>
            <a:r>
              <a:rPr lang="en-US">
                <a:solidFill>
                  <a:srgbClr val="FA151B"/>
                </a:solidFill>
              </a:rPr>
              <a:t>to create </a:t>
            </a:r>
          </a:p>
          <a:p>
            <a:r>
              <a:rPr lang="en-US">
                <a:solidFill>
                  <a:srgbClr val="FA151B"/>
                </a:solidFill>
              </a:rPr>
              <a:t>meaning</a:t>
            </a:r>
          </a:p>
        </p:txBody>
      </p:sp>
      <p:sp>
        <p:nvSpPr>
          <p:cNvPr id="51210" name="Rectangle 18"/>
          <p:cNvSpPr>
            <a:spLocks noChangeArrowheads="1"/>
          </p:cNvSpPr>
          <p:nvPr/>
        </p:nvSpPr>
        <p:spPr bwMode="auto">
          <a:xfrm>
            <a:off x="5257800" y="914400"/>
            <a:ext cx="3352800" cy="2057400"/>
          </a:xfrm>
          <a:prstGeom prst="rect">
            <a:avLst/>
          </a:prstGeom>
          <a:solidFill>
            <a:srgbClr val="33CCCC"/>
          </a:solidFill>
          <a:ln w="9525">
            <a:solidFill>
              <a:schemeClr val="tx1"/>
            </a:solidFill>
            <a:miter lim="800000"/>
            <a:headEnd/>
            <a:tailEnd/>
          </a:ln>
        </p:spPr>
        <p:txBody>
          <a:bodyPr/>
          <a:lstStyle/>
          <a:p>
            <a:pPr>
              <a:buFontTx/>
              <a:buChar char="•"/>
            </a:pPr>
            <a:r>
              <a:rPr lang="en-US" dirty="0">
                <a:solidFill>
                  <a:prstClr val="black"/>
                </a:solidFill>
              </a:rPr>
              <a:t> Medium (text type)</a:t>
            </a:r>
          </a:p>
          <a:p>
            <a:pPr>
              <a:buFontTx/>
              <a:buChar char="•"/>
            </a:pPr>
            <a:r>
              <a:rPr lang="en-US" dirty="0">
                <a:solidFill>
                  <a:prstClr val="black"/>
                </a:solidFill>
              </a:rPr>
              <a:t> Genre</a:t>
            </a:r>
          </a:p>
          <a:p>
            <a:pPr>
              <a:buFontTx/>
              <a:buChar char="•"/>
            </a:pPr>
            <a:r>
              <a:rPr lang="en-US" dirty="0">
                <a:solidFill>
                  <a:prstClr val="black"/>
                </a:solidFill>
              </a:rPr>
              <a:t> Social Purpose</a:t>
            </a:r>
          </a:p>
          <a:p>
            <a:pPr>
              <a:buFontTx/>
              <a:buChar char="•"/>
            </a:pPr>
            <a:r>
              <a:rPr lang="en-US" dirty="0">
                <a:solidFill>
                  <a:prstClr val="black"/>
                </a:solidFill>
              </a:rPr>
              <a:t> Theme</a:t>
            </a:r>
          </a:p>
          <a:p>
            <a:pPr>
              <a:buFontTx/>
              <a:buChar char="•"/>
            </a:pPr>
            <a:r>
              <a:rPr lang="en-US" dirty="0">
                <a:solidFill>
                  <a:prstClr val="black"/>
                </a:solidFill>
              </a:rPr>
              <a:t> Ideas and values promoted</a:t>
            </a:r>
          </a:p>
          <a:p>
            <a:pPr>
              <a:buFontTx/>
              <a:buChar char="•"/>
            </a:pPr>
            <a:r>
              <a:rPr lang="en-US" dirty="0">
                <a:solidFill>
                  <a:prstClr val="black"/>
                </a:solidFill>
              </a:rPr>
              <a:t> Style</a:t>
            </a:r>
          </a:p>
          <a:p>
            <a:pPr>
              <a:buFontTx/>
              <a:buChar char="•"/>
            </a:pPr>
            <a:r>
              <a:rPr lang="en-US" dirty="0">
                <a:solidFill>
                  <a:prstClr val="black"/>
                </a:solidFill>
              </a:rPr>
              <a:t> Structure</a:t>
            </a:r>
          </a:p>
        </p:txBody>
      </p:sp>
      <p:sp>
        <p:nvSpPr>
          <p:cNvPr id="51211" name="Line 21"/>
          <p:cNvSpPr>
            <a:spLocks noChangeShapeType="1"/>
          </p:cNvSpPr>
          <p:nvPr/>
        </p:nvSpPr>
        <p:spPr bwMode="auto">
          <a:xfrm flipV="1">
            <a:off x="6324600" y="2971800"/>
            <a:ext cx="0" cy="762000"/>
          </a:xfrm>
          <a:prstGeom prst="line">
            <a:avLst/>
          </a:prstGeom>
          <a:noFill/>
          <a:ln w="66675">
            <a:solidFill>
              <a:srgbClr val="FF0000"/>
            </a:solidFill>
            <a:round/>
            <a:headEnd/>
            <a:tailEnd type="triangle" w="med" len="med"/>
          </a:ln>
          <a:extLst>
            <a:ext uri="{909E8E84-426E-40dd-AFC4-6F175D3DCCD1}">
              <a14:hiddenFill xmlns="" xmlns:a14="http://schemas.microsoft.com/office/drawing/2010/main">
                <a:noFill/>
              </a14:hiddenFill>
            </a:ext>
          </a:extLst>
        </p:spPr>
        <p:txBody>
          <a:bodyPr wrap="none" anchor="ctr"/>
          <a:lstStyle/>
          <a:p>
            <a:endParaRPr lang="en-US">
              <a:solidFill>
                <a:prstClr val="black"/>
              </a:solidFill>
            </a:endParaRPr>
          </a:p>
        </p:txBody>
      </p:sp>
      <p:sp>
        <p:nvSpPr>
          <p:cNvPr id="51212" name="Line 22"/>
          <p:cNvSpPr>
            <a:spLocks noChangeShapeType="1"/>
          </p:cNvSpPr>
          <p:nvPr/>
        </p:nvSpPr>
        <p:spPr bwMode="auto">
          <a:xfrm flipH="1">
            <a:off x="4953000" y="1981200"/>
            <a:ext cx="304800" cy="0"/>
          </a:xfrm>
          <a:prstGeom prst="line">
            <a:avLst/>
          </a:prstGeom>
          <a:noFill/>
          <a:ln w="63500">
            <a:solidFill>
              <a:schemeClr val="tx1"/>
            </a:solidFill>
            <a:round/>
            <a:headEnd/>
            <a:tailEnd type="triangle" w="med" len="med"/>
          </a:ln>
          <a:extLst>
            <a:ext uri="{909E8E84-426E-40dd-AFC4-6F175D3DCCD1}">
              <a14:hiddenFill xmlns="" xmlns:a14="http://schemas.microsoft.com/office/drawing/2010/main">
                <a:noFill/>
              </a14:hiddenFill>
            </a:ext>
          </a:extLst>
        </p:spPr>
        <p:txBody>
          <a:bodyPr wrap="none" anchor="ctr"/>
          <a:lstStyle/>
          <a:p>
            <a:endParaRPr lang="en-US">
              <a:solidFill>
                <a:prstClr val="black"/>
              </a:solidFill>
            </a:endParaRPr>
          </a:p>
        </p:txBody>
      </p:sp>
      <p:sp>
        <p:nvSpPr>
          <p:cNvPr id="2" name="Oval 1"/>
          <p:cNvSpPr/>
          <p:nvPr/>
        </p:nvSpPr>
        <p:spPr bwMode="auto">
          <a:xfrm>
            <a:off x="7576457" y="4023360"/>
            <a:ext cx="3758293" cy="2377440"/>
          </a:xfrm>
          <a:prstGeom prst="ellipse">
            <a:avLst/>
          </a:prstGeom>
          <a:noFill/>
          <a:ln w="57150" cap="flat" cmpd="sng" algn="ctr">
            <a:solidFill>
              <a:srgbClr val="FFC000"/>
            </a:solidFill>
            <a:prstDash val="solid"/>
            <a:round/>
            <a:headEnd type="none" w="med" len="med"/>
            <a:tailEnd type="none" w="med" len="med"/>
          </a:ln>
          <a:effectLst/>
          <a:extLs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US" sz="2400" b="0" i="0" u="none" strike="noStrike" cap="none" normalizeH="0" baseline="0">
              <a:ln>
                <a:noFill/>
              </a:ln>
              <a:solidFill>
                <a:srgbClr val="000000"/>
              </a:solidFill>
              <a:effectLst/>
              <a:latin typeface="Arial" charset="0"/>
              <a:ea typeface="ＭＳ Ｐゴシック" charset="0"/>
              <a:cs typeface="ＭＳ Ｐゴシック" charset="0"/>
            </a:endParaRPr>
          </a:p>
        </p:txBody>
      </p:sp>
    </p:spTree>
    <p:extLst>
      <p:ext uri="{BB962C8B-B14F-4D97-AF65-F5344CB8AC3E}">
        <p14:creationId xmlns:p14="http://schemas.microsoft.com/office/powerpoint/2010/main" val="112756869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45722" y="398614"/>
            <a:ext cx="11846278" cy="1143000"/>
          </a:xfrm>
        </p:spPr>
        <p:txBody>
          <a:bodyPr/>
          <a:lstStyle/>
          <a:p>
            <a:r>
              <a:rPr lang="en-US" b="1" dirty="0">
                <a:solidFill>
                  <a:srgbClr val="00B050"/>
                </a:solidFill>
              </a:rPr>
              <a:t>Context of Reception </a:t>
            </a:r>
            <a:r>
              <a:rPr lang="mr-IN" b="1" dirty="0">
                <a:solidFill>
                  <a:srgbClr val="00B050"/>
                </a:solidFill>
              </a:rPr>
              <a:t>–</a:t>
            </a:r>
            <a:r>
              <a:rPr lang="en-US" b="1" dirty="0">
                <a:solidFill>
                  <a:srgbClr val="00B050"/>
                </a:solidFill>
              </a:rPr>
              <a:t> easy for Orwell in 2020</a:t>
            </a:r>
          </a:p>
        </p:txBody>
      </p:sp>
      <p:pic>
        <p:nvPicPr>
          <p:cNvPr id="6" name="Content Placeholder 5"/>
          <p:cNvPicPr>
            <a:picLocks noGrp="1" noChangeAspect="1"/>
          </p:cNvPicPr>
          <p:nvPr>
            <p:ph sz="half" idx="1"/>
          </p:nvPr>
        </p:nvPicPr>
        <p:blipFill>
          <a:blip r:embed="rId2">
            <a:extLst>
              <a:ext uri="{28A0092B-C50C-407E-A947-70E740481C1C}">
                <a14:useLocalDpi xmlns:a14="http://schemas.microsoft.com/office/drawing/2010/main" val="0"/>
              </a:ext>
            </a:extLst>
          </a:blip>
          <a:stretch>
            <a:fillRect/>
          </a:stretch>
        </p:blipFill>
        <p:spPr>
          <a:xfrm rot="21286967">
            <a:off x="522514" y="1842517"/>
            <a:ext cx="5527477" cy="4140272"/>
          </a:xfrm>
        </p:spPr>
      </p:pic>
      <p:pic>
        <p:nvPicPr>
          <p:cNvPr id="5" name="Content Placeholder 4"/>
          <p:cNvPicPr>
            <a:picLocks noGrp="1" noChangeAspect="1"/>
          </p:cNvPicPr>
          <p:nvPr>
            <p:ph sz="half" idx="2"/>
          </p:nvPr>
        </p:nvPicPr>
        <p:blipFill>
          <a:blip r:embed="rId3"/>
          <a:stretch>
            <a:fillRect/>
          </a:stretch>
        </p:blipFill>
        <p:spPr>
          <a:xfrm rot="359751">
            <a:off x="6197600" y="2246207"/>
            <a:ext cx="5506720" cy="3326976"/>
          </a:xfrm>
          <a:prstGeom prst="rect">
            <a:avLst/>
          </a:prstGeom>
        </p:spPr>
      </p:pic>
    </p:spTree>
    <p:extLst>
      <p:ext uri="{BB962C8B-B14F-4D97-AF65-F5344CB8AC3E}">
        <p14:creationId xmlns:p14="http://schemas.microsoft.com/office/powerpoint/2010/main" val="170448205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6"/>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35429" y="365125"/>
            <a:ext cx="11756571" cy="1325563"/>
          </a:xfrm>
        </p:spPr>
        <p:txBody>
          <a:bodyPr>
            <a:normAutofit fontScale="90000"/>
          </a:bodyPr>
          <a:lstStyle/>
          <a:p>
            <a:pPr algn="ctr"/>
            <a:r>
              <a:rPr lang="en-US" b="1" dirty="0">
                <a:solidFill>
                  <a:srgbClr val="00B050"/>
                </a:solidFill>
                <a:latin typeface="+mn-lt"/>
              </a:rPr>
              <a:t>Paper 2 – KEEP EACH OF 5 MARKING CRITERIA IN THE AIR AT ONCE!</a:t>
            </a:r>
          </a:p>
        </p:txBody>
      </p:sp>
      <p:pic>
        <p:nvPicPr>
          <p:cNvPr id="6" name="Content Placeholder 5"/>
          <p:cNvPicPr>
            <a:picLocks noGrp="1" noChangeAspect="1"/>
          </p:cNvPicPr>
          <p:nvPr>
            <p:ph sz="half" idx="1"/>
          </p:nvPr>
        </p:nvPicPr>
        <p:blipFill>
          <a:blip r:embed="rId2"/>
          <a:stretch>
            <a:fillRect/>
          </a:stretch>
        </p:blipFill>
        <p:spPr>
          <a:xfrm>
            <a:off x="1" y="2913856"/>
            <a:ext cx="7939612" cy="2352180"/>
          </a:xfrm>
          <a:prstGeom prst="rect">
            <a:avLst/>
          </a:prstGeom>
        </p:spPr>
      </p:pic>
      <p:pic>
        <p:nvPicPr>
          <p:cNvPr id="5" name="Content Placeholder 4"/>
          <p:cNvPicPr>
            <a:picLocks noGrp="1" noChangeAspect="1"/>
          </p:cNvPicPr>
          <p:nvPr>
            <p:ph sz="half" idx="2"/>
          </p:nvPr>
        </p:nvPicPr>
        <p:blipFill>
          <a:blip r:embed="rId3">
            <a:extLst>
              <a:ext uri="{28A0092B-C50C-407E-A947-70E740481C1C}">
                <a14:useLocalDpi xmlns:a14="http://schemas.microsoft.com/office/drawing/2010/main" val="0"/>
              </a:ext>
            </a:extLst>
          </a:blip>
          <a:stretch>
            <a:fillRect/>
          </a:stretch>
        </p:blipFill>
        <p:spPr>
          <a:xfrm>
            <a:off x="7939613" y="1690688"/>
            <a:ext cx="3936701" cy="4808186"/>
          </a:xfrm>
        </p:spPr>
      </p:pic>
    </p:spTree>
    <p:extLst>
      <p:ext uri="{BB962C8B-B14F-4D97-AF65-F5344CB8AC3E}">
        <p14:creationId xmlns:p14="http://schemas.microsoft.com/office/powerpoint/2010/main" val="963674215"/>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55182" y="365125"/>
            <a:ext cx="4447447" cy="1325563"/>
          </a:xfrm>
        </p:spPr>
        <p:txBody>
          <a:bodyPr/>
          <a:lstStyle/>
          <a:p>
            <a:r>
              <a:rPr lang="en-US" dirty="0">
                <a:solidFill>
                  <a:srgbClr val="FF0000"/>
                </a:solidFill>
              </a:rPr>
              <a:t>Comparative Analysis Essay</a:t>
            </a:r>
          </a:p>
        </p:txBody>
      </p:sp>
      <p:sp>
        <p:nvSpPr>
          <p:cNvPr id="4" name="Content Placeholder 3"/>
          <p:cNvSpPr>
            <a:spLocks noGrp="1"/>
          </p:cNvSpPr>
          <p:nvPr>
            <p:ph sz="half" idx="2"/>
          </p:nvPr>
        </p:nvSpPr>
        <p:spPr>
          <a:xfrm>
            <a:off x="5436782" y="127158"/>
            <a:ext cx="6755218" cy="6730841"/>
          </a:xfrm>
        </p:spPr>
        <p:txBody>
          <a:bodyPr>
            <a:normAutofit fontScale="92500" lnSpcReduction="20000"/>
          </a:bodyPr>
          <a:lstStyle/>
          <a:p>
            <a:r>
              <a:rPr lang="en-US" dirty="0"/>
              <a:t>This is the type of essay. This is made more difficult for you because you are comparing and </a:t>
            </a:r>
            <a:r>
              <a:rPr lang="en-US" dirty="0" err="1"/>
              <a:t>analysing</a:t>
            </a:r>
            <a:r>
              <a:rPr lang="en-US" dirty="0"/>
              <a:t> TWO - texts, against THREE dimensions. You must address:</a:t>
            </a:r>
          </a:p>
          <a:p>
            <a:endParaRPr lang="en-US" dirty="0"/>
          </a:p>
          <a:p>
            <a:r>
              <a:rPr lang="en-US" altLang="en-US" sz="2400" dirty="0">
                <a:solidFill>
                  <a:srgbClr val="FF0000"/>
                </a:solidFill>
              </a:rPr>
              <a:t>The Literary Theme or Concept of Question:</a:t>
            </a:r>
          </a:p>
          <a:p>
            <a:pPr lvl="1"/>
            <a:r>
              <a:rPr lang="en-US" altLang="en-US" sz="2000" dirty="0"/>
              <a:t>This is an examination of one of the aspects of a </a:t>
            </a:r>
            <a:r>
              <a:rPr lang="en-US" altLang="en-US" sz="2000" b="1" dirty="0"/>
              <a:t>literary theme </a:t>
            </a:r>
            <a:r>
              <a:rPr lang="en-US" altLang="en-US" sz="2000" dirty="0"/>
              <a:t>or </a:t>
            </a:r>
            <a:r>
              <a:rPr lang="en-US" altLang="en-US" sz="2000" b="1" dirty="0"/>
              <a:t>concept</a:t>
            </a:r>
            <a:r>
              <a:rPr lang="en-US" altLang="en-US" sz="2000" dirty="0"/>
              <a:t>, introduced by the question. </a:t>
            </a:r>
          </a:p>
          <a:p>
            <a:pPr lvl="1"/>
            <a:endParaRPr lang="en-US" altLang="en-US" sz="2000" dirty="0"/>
          </a:p>
          <a:p>
            <a:r>
              <a:rPr lang="en-US" altLang="en-US" sz="2400" dirty="0">
                <a:solidFill>
                  <a:srgbClr val="FF0000"/>
                </a:solidFill>
              </a:rPr>
              <a:t>Context of both texts’ production (reception+):</a:t>
            </a:r>
          </a:p>
          <a:p>
            <a:pPr lvl="1"/>
            <a:r>
              <a:rPr lang="en-US" altLang="en-US" sz="2000" dirty="0"/>
              <a:t>This relates to how the theme/ concept as understood, interpreted and produced by the composer for a contemporary audience.</a:t>
            </a:r>
          </a:p>
          <a:p>
            <a:pPr lvl="1"/>
            <a:endParaRPr lang="en-US" altLang="en-US" sz="2000" dirty="0"/>
          </a:p>
          <a:p>
            <a:r>
              <a:rPr lang="en-US" altLang="en-US" sz="2400" dirty="0">
                <a:solidFill>
                  <a:srgbClr val="FF0000"/>
                </a:solidFill>
              </a:rPr>
              <a:t>Techniques/ Devices used to make meaning about the concept or theme.</a:t>
            </a:r>
          </a:p>
          <a:p>
            <a:pPr lvl="1"/>
            <a:r>
              <a:rPr lang="en-US" altLang="en-US" sz="2000" dirty="0"/>
              <a:t>This provides evidence of your claim in the point above – how has the composer expressed their ideas about the literary concept or theme to the reader.</a:t>
            </a:r>
          </a:p>
          <a:p>
            <a:endParaRPr lang="en-US" dirty="0"/>
          </a:p>
        </p:txBody>
      </p:sp>
      <p:pic>
        <p:nvPicPr>
          <p:cNvPr id="7" name="Content Placeholder 6"/>
          <p:cNvPicPr>
            <a:picLocks noGrp="1" noChangeAspect="1"/>
          </p:cNvPicPr>
          <p:nvPr>
            <p:ph sz="half" idx="1"/>
          </p:nvPr>
        </p:nvPicPr>
        <p:blipFill>
          <a:blip r:embed="rId2">
            <a:extLst>
              <a:ext uri="{28A0092B-C50C-407E-A947-70E740481C1C}">
                <a14:useLocalDpi xmlns:a14="http://schemas.microsoft.com/office/drawing/2010/main" val="0"/>
              </a:ext>
            </a:extLst>
          </a:blip>
          <a:stretch>
            <a:fillRect/>
          </a:stretch>
        </p:blipFill>
        <p:spPr>
          <a:xfrm>
            <a:off x="255182" y="1928655"/>
            <a:ext cx="5181600" cy="4145280"/>
          </a:xfrm>
        </p:spPr>
      </p:pic>
    </p:spTree>
    <p:extLst>
      <p:ext uri="{BB962C8B-B14F-4D97-AF65-F5344CB8AC3E}">
        <p14:creationId xmlns:p14="http://schemas.microsoft.com/office/powerpoint/2010/main" val="153785754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4">
                                            <p:txEl>
                                              <p:pRg st="2" end="2"/>
                                            </p:txEl>
                                          </p:spTgt>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4">
                                            <p:txEl>
                                              <p:pRg st="3" end="3"/>
                                            </p:txEl>
                                          </p:spTgt>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4">
                                            <p:txEl>
                                              <p:pRg st="5" end="5"/>
                                            </p:txEl>
                                          </p:spTgt>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4">
                                            <p:txEl>
                                              <p:pRg st="6" end="6"/>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4">
                                            <p:txEl>
                                              <p:pRg st="8" end="8"/>
                                            </p:txEl>
                                          </p:spTgt>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4">
                                            <p:txEl>
                                              <p:pRg st="9" end="9"/>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build="p"/>
    </p:bld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672046" y="0"/>
            <a:ext cx="8843554" cy="1325563"/>
          </a:xfrm>
        </p:spPr>
        <p:txBody>
          <a:bodyPr/>
          <a:lstStyle/>
          <a:p>
            <a:r>
              <a:rPr lang="en-US" dirty="0">
                <a:solidFill>
                  <a:srgbClr val="FF0000"/>
                </a:solidFill>
              </a:rPr>
              <a:t>Structure of the Essay</a:t>
            </a:r>
          </a:p>
        </p:txBody>
      </p:sp>
      <p:sp>
        <p:nvSpPr>
          <p:cNvPr id="3" name="Content Placeholder 2"/>
          <p:cNvSpPr>
            <a:spLocks noGrp="1"/>
          </p:cNvSpPr>
          <p:nvPr>
            <p:ph sz="half" idx="1"/>
          </p:nvPr>
        </p:nvSpPr>
        <p:spPr>
          <a:xfrm>
            <a:off x="76200" y="1407448"/>
            <a:ext cx="6096000" cy="5450552"/>
          </a:xfrm>
        </p:spPr>
        <p:txBody>
          <a:bodyPr/>
          <a:lstStyle/>
          <a:p>
            <a:r>
              <a:rPr lang="en-US" dirty="0">
                <a:solidFill>
                  <a:srgbClr val="0432FF"/>
                </a:solidFill>
              </a:rPr>
              <a:t>It is best to think about this before-hand.</a:t>
            </a:r>
          </a:p>
          <a:p>
            <a:endParaRPr lang="en-US" dirty="0"/>
          </a:p>
          <a:p>
            <a:r>
              <a:rPr lang="en-US" dirty="0"/>
              <a:t>All essays will have:</a:t>
            </a:r>
          </a:p>
          <a:p>
            <a:pPr marL="514350" indent="-514350">
              <a:buFont typeface="+mj-lt"/>
              <a:buAutoNum type="arabicPeriod"/>
            </a:pPr>
            <a:r>
              <a:rPr lang="en-US" dirty="0"/>
              <a:t>An introduction </a:t>
            </a:r>
            <a:r>
              <a:rPr lang="en-US" dirty="0">
                <a:solidFill>
                  <a:srgbClr val="0432FF"/>
                </a:solidFill>
              </a:rPr>
              <a:t>(duh)</a:t>
            </a:r>
            <a:endParaRPr lang="en-US" dirty="0"/>
          </a:p>
          <a:p>
            <a:pPr marL="514350" indent="-514350">
              <a:buFont typeface="+mj-lt"/>
              <a:buAutoNum type="arabicPeriod"/>
            </a:pPr>
            <a:r>
              <a:rPr lang="en-US" dirty="0"/>
              <a:t>A body</a:t>
            </a:r>
          </a:p>
          <a:p>
            <a:pPr marL="914400" lvl="1" indent="-514350">
              <a:buFont typeface="+mj-lt"/>
              <a:buAutoNum type="arabicPeriod"/>
            </a:pPr>
            <a:r>
              <a:rPr lang="en-US" dirty="0"/>
              <a:t>context paragraphs</a:t>
            </a:r>
          </a:p>
          <a:p>
            <a:pPr marL="914400" lvl="1" indent="-514350">
              <a:buFont typeface="+mj-lt"/>
              <a:buAutoNum type="arabicPeriod"/>
            </a:pPr>
            <a:r>
              <a:rPr lang="en-US" dirty="0"/>
              <a:t>PETEL paragraphs</a:t>
            </a:r>
          </a:p>
          <a:p>
            <a:pPr marL="514350" indent="-514350">
              <a:buFont typeface="+mj-lt"/>
              <a:buAutoNum type="arabicPeriod"/>
            </a:pPr>
            <a:r>
              <a:rPr lang="en-US" dirty="0"/>
              <a:t>A conclusion </a:t>
            </a:r>
            <a:r>
              <a:rPr lang="en-US" dirty="0">
                <a:solidFill>
                  <a:srgbClr val="0432FF"/>
                </a:solidFill>
              </a:rPr>
              <a:t>(duh)</a:t>
            </a:r>
          </a:p>
          <a:p>
            <a:pPr lvl="1"/>
            <a:endParaRPr lang="en-US" dirty="0"/>
          </a:p>
        </p:txBody>
      </p:sp>
      <p:pic>
        <p:nvPicPr>
          <p:cNvPr id="5" name="Content Placeholder 4"/>
          <p:cNvPicPr>
            <a:picLocks noGrp="1" noChangeAspect="1"/>
          </p:cNvPicPr>
          <p:nvPr>
            <p:ph sz="half" idx="2"/>
          </p:nvPr>
        </p:nvPicPr>
        <p:blipFill>
          <a:blip r:embed="rId2">
            <a:extLst>
              <a:ext uri="{28A0092B-C50C-407E-A947-70E740481C1C}">
                <a14:useLocalDpi xmlns:a14="http://schemas.microsoft.com/office/drawing/2010/main" val="0"/>
              </a:ext>
            </a:extLst>
          </a:blip>
          <a:stretch>
            <a:fillRect/>
          </a:stretch>
        </p:blipFill>
        <p:spPr>
          <a:xfrm>
            <a:off x="6689022" y="1743574"/>
            <a:ext cx="5080000" cy="3784600"/>
          </a:xfrm>
        </p:spPr>
      </p:pic>
    </p:spTree>
    <p:extLst>
      <p:ext uri="{BB962C8B-B14F-4D97-AF65-F5344CB8AC3E}">
        <p14:creationId xmlns:p14="http://schemas.microsoft.com/office/powerpoint/2010/main" val="136257972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4" end="4"/>
                                            </p:txEl>
                                          </p:spTgt>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3">
                                            <p:txEl>
                                              <p:pRg st="5" end="5"/>
                                            </p:txEl>
                                          </p:spTgt>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solidFill>
                  <a:srgbClr val="00B050"/>
                </a:solidFill>
              </a:rPr>
              <a:t>Thematic vs Conceptual Questions</a:t>
            </a:r>
            <a:endParaRPr lang="en-US" dirty="0"/>
          </a:p>
        </p:txBody>
      </p:sp>
      <p:sp>
        <p:nvSpPr>
          <p:cNvPr id="3" name="Text Placeholder 2"/>
          <p:cNvSpPr>
            <a:spLocks noGrp="1"/>
          </p:cNvSpPr>
          <p:nvPr>
            <p:ph type="body" idx="1"/>
          </p:nvPr>
        </p:nvSpPr>
        <p:spPr/>
        <p:txBody>
          <a:bodyPr/>
          <a:lstStyle/>
          <a:p>
            <a:r>
              <a:rPr lang="en-US" sz="3600" dirty="0">
                <a:solidFill>
                  <a:srgbClr val="0432FF"/>
                </a:solidFill>
              </a:rPr>
              <a:t>On the next slide, let’s identify which is which!</a:t>
            </a:r>
          </a:p>
        </p:txBody>
      </p:sp>
    </p:spTree>
    <p:extLst>
      <p:ext uri="{BB962C8B-B14F-4D97-AF65-F5344CB8AC3E}">
        <p14:creationId xmlns:p14="http://schemas.microsoft.com/office/powerpoint/2010/main" val="1110382126"/>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pPr lvl="0" algn="ctr"/>
            <a:r>
              <a:rPr lang="en-US" sz="6600" b="1" dirty="0">
                <a:solidFill>
                  <a:srgbClr val="00B050"/>
                </a:solidFill>
                <a:latin typeface="+mn-lt"/>
              </a:rPr>
              <a:t>Something to get you thinking...</a:t>
            </a:r>
            <a:br>
              <a:rPr lang="en-US" dirty="0"/>
            </a:br>
            <a:endParaRPr lang="en-US" dirty="0"/>
          </a:p>
        </p:txBody>
      </p:sp>
      <p:sp>
        <p:nvSpPr>
          <p:cNvPr id="3" name="Content Placeholder 2"/>
          <p:cNvSpPr>
            <a:spLocks noGrp="1"/>
          </p:cNvSpPr>
          <p:nvPr>
            <p:ph idx="1"/>
          </p:nvPr>
        </p:nvSpPr>
        <p:spPr>
          <a:solidFill>
            <a:srgbClr val="FFD4D5"/>
          </a:solidFill>
        </p:spPr>
        <p:txBody>
          <a:bodyPr/>
          <a:lstStyle/>
          <a:p>
            <a:pPr marL="127000" lvl="0" indent="0">
              <a:spcBef>
                <a:spcPts val="0"/>
              </a:spcBef>
              <a:buClr>
                <a:srgbClr val="000000"/>
              </a:buClr>
              <a:buSzPct val="100000"/>
              <a:buNone/>
            </a:pPr>
            <a:r>
              <a:rPr lang="en-US" sz="4800" dirty="0">
                <a:ea typeface="Comic Sans MS"/>
                <a:cs typeface="Comic Sans MS"/>
                <a:sym typeface="Comic Sans MS"/>
              </a:rPr>
              <a:t>What types of </a:t>
            </a:r>
            <a:r>
              <a:rPr lang="en-US" sz="4800" b="1" dirty="0">
                <a:ea typeface="Comic Sans MS"/>
                <a:cs typeface="Comic Sans MS"/>
                <a:sym typeface="Comic Sans MS"/>
              </a:rPr>
              <a:t>themes</a:t>
            </a:r>
            <a:r>
              <a:rPr lang="en-US" sz="4800" dirty="0">
                <a:ea typeface="Comic Sans MS"/>
                <a:cs typeface="Comic Sans MS"/>
                <a:sym typeface="Comic Sans MS"/>
              </a:rPr>
              <a:t> might we encounter on the exam?</a:t>
            </a:r>
          </a:p>
          <a:p>
            <a:pPr marL="0" indent="0">
              <a:spcBef>
                <a:spcPts val="0"/>
              </a:spcBef>
              <a:buNone/>
            </a:pPr>
            <a:endParaRPr lang="en-US" sz="4800" dirty="0">
              <a:ea typeface="Comic Sans MS"/>
              <a:cs typeface="Comic Sans MS"/>
              <a:sym typeface="Comic Sans MS"/>
            </a:endParaRPr>
          </a:p>
          <a:p>
            <a:pPr marL="127000" lvl="0" indent="0">
              <a:spcBef>
                <a:spcPts val="0"/>
              </a:spcBef>
              <a:buClr>
                <a:srgbClr val="000000"/>
              </a:buClr>
              <a:buSzPct val="100000"/>
              <a:buNone/>
            </a:pPr>
            <a:r>
              <a:rPr lang="en-US" sz="4800" dirty="0">
                <a:ea typeface="Comic Sans MS"/>
                <a:cs typeface="Comic Sans MS"/>
                <a:sym typeface="Comic Sans MS"/>
              </a:rPr>
              <a:t>What types of </a:t>
            </a:r>
            <a:r>
              <a:rPr lang="en-US" sz="4800" b="1" dirty="0">
                <a:ea typeface="Comic Sans MS"/>
                <a:cs typeface="Comic Sans MS"/>
                <a:sym typeface="Comic Sans MS"/>
              </a:rPr>
              <a:t>literary concepts </a:t>
            </a:r>
            <a:r>
              <a:rPr lang="en-US" sz="4800" dirty="0">
                <a:ea typeface="Comic Sans MS"/>
                <a:cs typeface="Comic Sans MS"/>
                <a:sym typeface="Comic Sans MS"/>
              </a:rPr>
              <a:t>might we encounter on the exam? </a:t>
            </a:r>
          </a:p>
          <a:p>
            <a:endParaRPr lang="en-US" dirty="0"/>
          </a:p>
        </p:txBody>
      </p:sp>
    </p:spTree>
    <p:extLst>
      <p:ext uri="{BB962C8B-B14F-4D97-AF65-F5344CB8AC3E}">
        <p14:creationId xmlns:p14="http://schemas.microsoft.com/office/powerpoint/2010/main" val="65170528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bg/>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animBg="1"/>
    </p:bld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0" y="0"/>
            <a:ext cx="12192000" cy="6858000"/>
          </a:xfrm>
        </p:spPr>
        <p:txBody>
          <a:bodyPr/>
          <a:lstStyle/>
          <a:p>
            <a:r>
              <a:rPr lang="en-US" sz="2200" dirty="0"/>
              <a:t>1. </a:t>
            </a:r>
            <a:r>
              <a:rPr lang="en-US" sz="2200" dirty="0" err="1"/>
              <a:t>Analyse</a:t>
            </a:r>
            <a:r>
              <a:rPr lang="en-US" sz="2200" dirty="0"/>
              <a:t> how justice is represented and understood in at least two works studied.</a:t>
            </a:r>
          </a:p>
          <a:p>
            <a:r>
              <a:rPr lang="en-US" sz="2200" dirty="0">
                <a:solidFill>
                  <a:srgbClr val="FF0000"/>
                </a:solidFill>
              </a:rPr>
              <a:t>Thematic </a:t>
            </a:r>
          </a:p>
          <a:p>
            <a:r>
              <a:rPr lang="en-US" sz="2200" dirty="0"/>
              <a:t>2. Writers often use a character who is alienated from his or her culture or society in order to explore cultural or social values. Examine this idea with reference to at least two works studied.</a:t>
            </a:r>
          </a:p>
          <a:p>
            <a:r>
              <a:rPr lang="en-US" sz="2200" dirty="0">
                <a:solidFill>
                  <a:srgbClr val="FF0000"/>
                </a:solidFill>
              </a:rPr>
              <a:t>Conceptual </a:t>
            </a:r>
          </a:p>
          <a:p>
            <a:r>
              <a:rPr lang="en-US" sz="2200" dirty="0"/>
              <a:t>3. What impact does setting have on your understanding of the central ideas or themes presented in at least two works studied?</a:t>
            </a:r>
          </a:p>
          <a:p>
            <a:r>
              <a:rPr lang="en-US" sz="2200" dirty="0">
                <a:solidFill>
                  <a:srgbClr val="FF0000"/>
                </a:solidFill>
              </a:rPr>
              <a:t>Conceptual </a:t>
            </a:r>
          </a:p>
          <a:p>
            <a:r>
              <a:rPr lang="en-US" sz="2200" dirty="0"/>
              <a:t>4. Literature is often said to be timeless. To what extent is this true of at least two works you have studied?</a:t>
            </a:r>
          </a:p>
          <a:p>
            <a:r>
              <a:rPr lang="en-US" sz="2200" dirty="0">
                <a:solidFill>
                  <a:srgbClr val="FF0000"/>
                </a:solidFill>
              </a:rPr>
              <a:t>Conceptual </a:t>
            </a:r>
          </a:p>
          <a:p>
            <a:r>
              <a:rPr lang="en-US" sz="2200" dirty="0"/>
              <a:t>5. It has been said that history “cannot be unlived, but if faced with courage, need not be lived again.” To what extent do at least two works studied “face” history in order to ensure that its wrongs “need not be lived again”?</a:t>
            </a:r>
          </a:p>
          <a:p>
            <a:r>
              <a:rPr lang="en-US" sz="2200" dirty="0">
                <a:solidFill>
                  <a:srgbClr val="FF0000"/>
                </a:solidFill>
              </a:rPr>
              <a:t>Conceptual (more towards the plot) </a:t>
            </a:r>
          </a:p>
          <a:p>
            <a:r>
              <a:rPr lang="en-US" sz="2200" dirty="0"/>
              <a:t>6. Looking closely at at least two works studied, show that more than one interpretation could be made of those works. </a:t>
            </a:r>
            <a:r>
              <a:rPr lang="en-US" sz="2200" dirty="0">
                <a:solidFill>
                  <a:srgbClr val="FF0000"/>
                </a:solidFill>
              </a:rPr>
              <a:t>(conceptual)</a:t>
            </a:r>
          </a:p>
        </p:txBody>
      </p:sp>
    </p:spTree>
    <p:extLst>
      <p:ext uri="{BB962C8B-B14F-4D97-AF65-F5344CB8AC3E}">
        <p14:creationId xmlns:p14="http://schemas.microsoft.com/office/powerpoint/2010/main" val="158019361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grpId="0" nodeType="clickEffect">
                                  <p:stCondLst>
                                    <p:cond delay="0"/>
                                  </p:stCondLst>
                                  <p:childTnLst>
                                    <p:set>
                                      <p:cBhvr>
                                        <p:cTn id="38" dur="1" fill="hold">
                                          <p:stCondLst>
                                            <p:cond delay="0"/>
                                          </p:stCondLst>
                                        </p:cTn>
                                        <p:tgtEl>
                                          <p:spTgt spid="3">
                                            <p:txEl>
                                              <p:pRg st="8" end="8"/>
                                            </p:txEl>
                                          </p:spTgt>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grpId="0" nodeType="clickEffect">
                                  <p:stCondLst>
                                    <p:cond delay="0"/>
                                  </p:stCondLst>
                                  <p:childTnLst>
                                    <p:set>
                                      <p:cBhvr>
                                        <p:cTn id="42" dur="1" fill="hold">
                                          <p:stCondLst>
                                            <p:cond delay="0"/>
                                          </p:stCondLst>
                                        </p:cTn>
                                        <p:tgtEl>
                                          <p:spTgt spid="3">
                                            <p:txEl>
                                              <p:pRg st="9" end="9"/>
                                            </p:txEl>
                                          </p:spTgt>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grpId="0" nodeType="clickEffect">
                                  <p:stCondLst>
                                    <p:cond delay="0"/>
                                  </p:stCondLst>
                                  <p:childTnLst>
                                    <p:set>
                                      <p:cBhvr>
                                        <p:cTn id="46" dur="1" fill="hold">
                                          <p:stCondLst>
                                            <p:cond delay="0"/>
                                          </p:stCondLst>
                                        </p:cTn>
                                        <p:tgtEl>
                                          <p:spTgt spid="3">
                                            <p:txEl>
                                              <p:pRg st="10" end="1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914400" y="609600"/>
            <a:ext cx="4696722" cy="1143000"/>
          </a:xfrm>
        </p:spPr>
        <p:txBody>
          <a:bodyPr/>
          <a:lstStyle/>
          <a:p>
            <a:r>
              <a:rPr lang="en-US" b="1" dirty="0">
                <a:solidFill>
                  <a:srgbClr val="00B050"/>
                </a:solidFill>
              </a:rPr>
              <a:t>Brainstorm!</a:t>
            </a:r>
          </a:p>
        </p:txBody>
      </p:sp>
      <p:pic>
        <p:nvPicPr>
          <p:cNvPr id="5" name="Content Placeholder 4"/>
          <p:cNvPicPr>
            <a:picLocks noGrp="1" noChangeAspect="1"/>
          </p:cNvPicPr>
          <p:nvPr>
            <p:ph sz="half" idx="1"/>
          </p:nvPr>
        </p:nvPicPr>
        <p:blipFill>
          <a:blip r:embed="rId2">
            <a:extLst>
              <a:ext uri="{28A0092B-C50C-407E-A947-70E740481C1C}">
                <a14:useLocalDpi xmlns:a14="http://schemas.microsoft.com/office/drawing/2010/main" val="0"/>
              </a:ext>
            </a:extLst>
          </a:blip>
          <a:stretch>
            <a:fillRect/>
          </a:stretch>
        </p:blipFill>
        <p:spPr>
          <a:xfrm>
            <a:off x="1297677" y="1981200"/>
            <a:ext cx="4313445" cy="4114800"/>
          </a:xfrm>
        </p:spPr>
      </p:pic>
      <p:sp>
        <p:nvSpPr>
          <p:cNvPr id="4" name="Content Placeholder 3"/>
          <p:cNvSpPr>
            <a:spLocks noGrp="1"/>
          </p:cNvSpPr>
          <p:nvPr>
            <p:ph sz="half" idx="2"/>
          </p:nvPr>
        </p:nvSpPr>
        <p:spPr>
          <a:xfrm>
            <a:off x="5611122" y="381001"/>
            <a:ext cx="6580878" cy="6281056"/>
          </a:xfrm>
        </p:spPr>
        <p:txBody>
          <a:bodyPr/>
          <a:lstStyle/>
          <a:p>
            <a:r>
              <a:rPr lang="en-US" dirty="0"/>
              <a:t>With a friend/ friends: brainstorm several examples of themes and literary concepts that we might encounter on the exam. Remember that they should be relevant to a great many texts but general.</a:t>
            </a:r>
          </a:p>
          <a:p>
            <a:endParaRPr lang="en-US" dirty="0"/>
          </a:p>
          <a:p>
            <a:r>
              <a:rPr lang="en-US" dirty="0"/>
              <a:t>Add your examples to the spider diagrams. Remember to add your initials of the pair/ group.</a:t>
            </a:r>
          </a:p>
          <a:p>
            <a:endParaRPr lang="en-US" dirty="0"/>
          </a:p>
          <a:p>
            <a:r>
              <a:rPr lang="en-US" dirty="0"/>
              <a:t>Critically examine the contributions of others. </a:t>
            </a:r>
          </a:p>
        </p:txBody>
      </p:sp>
    </p:spTree>
    <p:extLst>
      <p:ext uri="{BB962C8B-B14F-4D97-AF65-F5344CB8AC3E}">
        <p14:creationId xmlns:p14="http://schemas.microsoft.com/office/powerpoint/2010/main" val="200410338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4">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4">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build="p"/>
    </p:bld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solidFill>
                  <a:srgbClr val="00B050"/>
                </a:solidFill>
              </a:rPr>
              <a:t>Open </a:t>
            </a:r>
            <a:r>
              <a:rPr lang="mr-IN" dirty="0">
                <a:solidFill>
                  <a:srgbClr val="00B050"/>
                </a:solidFill>
              </a:rPr>
              <a:t>–</a:t>
            </a:r>
            <a:r>
              <a:rPr lang="en-US" dirty="0">
                <a:solidFill>
                  <a:srgbClr val="00B050"/>
                </a:solidFill>
              </a:rPr>
              <a:t> Unpacking Questions DOC.</a:t>
            </a:r>
            <a:endParaRPr lang="en-US" dirty="0"/>
          </a:p>
        </p:txBody>
      </p:sp>
      <p:sp>
        <p:nvSpPr>
          <p:cNvPr id="3" name="Text Placeholder 2"/>
          <p:cNvSpPr>
            <a:spLocks noGrp="1"/>
          </p:cNvSpPr>
          <p:nvPr>
            <p:ph type="body" idx="1"/>
          </p:nvPr>
        </p:nvSpPr>
        <p:spPr/>
        <p:txBody>
          <a:bodyPr/>
          <a:lstStyle/>
          <a:p>
            <a:r>
              <a:rPr lang="en-US" sz="3600" dirty="0">
                <a:solidFill>
                  <a:srgbClr val="0432FF"/>
                </a:solidFill>
              </a:rPr>
              <a:t>Go to Firefly!</a:t>
            </a:r>
          </a:p>
        </p:txBody>
      </p:sp>
    </p:spTree>
    <p:extLst>
      <p:ext uri="{BB962C8B-B14F-4D97-AF65-F5344CB8AC3E}">
        <p14:creationId xmlns:p14="http://schemas.microsoft.com/office/powerpoint/2010/main" val="1260733968"/>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914400" y="609600"/>
            <a:ext cx="4696722" cy="1143000"/>
          </a:xfrm>
        </p:spPr>
        <p:txBody>
          <a:bodyPr/>
          <a:lstStyle/>
          <a:p>
            <a:r>
              <a:rPr lang="en-US" b="1" dirty="0">
                <a:solidFill>
                  <a:srgbClr val="00B050"/>
                </a:solidFill>
              </a:rPr>
              <a:t>Brainstorm!</a:t>
            </a:r>
          </a:p>
        </p:txBody>
      </p:sp>
      <p:pic>
        <p:nvPicPr>
          <p:cNvPr id="5" name="Content Placeholder 4"/>
          <p:cNvPicPr>
            <a:picLocks noGrp="1" noChangeAspect="1"/>
          </p:cNvPicPr>
          <p:nvPr>
            <p:ph sz="half" idx="1"/>
          </p:nvPr>
        </p:nvPicPr>
        <p:blipFill>
          <a:blip r:embed="rId2">
            <a:extLst>
              <a:ext uri="{28A0092B-C50C-407E-A947-70E740481C1C}">
                <a14:useLocalDpi xmlns:a14="http://schemas.microsoft.com/office/drawing/2010/main" val="0"/>
              </a:ext>
            </a:extLst>
          </a:blip>
          <a:stretch>
            <a:fillRect/>
          </a:stretch>
        </p:blipFill>
        <p:spPr>
          <a:xfrm>
            <a:off x="1297677" y="1981200"/>
            <a:ext cx="4313445" cy="4114800"/>
          </a:xfrm>
        </p:spPr>
      </p:pic>
      <p:sp>
        <p:nvSpPr>
          <p:cNvPr id="4" name="Content Placeholder 3"/>
          <p:cNvSpPr>
            <a:spLocks noGrp="1"/>
          </p:cNvSpPr>
          <p:nvPr>
            <p:ph sz="half" idx="2"/>
          </p:nvPr>
        </p:nvSpPr>
        <p:spPr>
          <a:xfrm>
            <a:off x="5611122" y="198121"/>
            <a:ext cx="6580878" cy="6281056"/>
          </a:xfrm>
        </p:spPr>
        <p:txBody>
          <a:bodyPr/>
          <a:lstStyle/>
          <a:p>
            <a:r>
              <a:rPr lang="en-US" dirty="0"/>
              <a:t>Try it for Orwell!</a:t>
            </a:r>
          </a:p>
          <a:p>
            <a:endParaRPr lang="en-US" dirty="0"/>
          </a:p>
          <a:p>
            <a:endParaRPr lang="en-US" dirty="0"/>
          </a:p>
          <a:p>
            <a:r>
              <a:rPr lang="en-US" i="1" dirty="0"/>
              <a:t>"How are characters alienated from society in at least 2 works that you have read?”</a:t>
            </a:r>
          </a:p>
          <a:p>
            <a:endParaRPr lang="en-US" i="1" dirty="0"/>
          </a:p>
          <a:p>
            <a:endParaRPr lang="en-US" i="1" dirty="0"/>
          </a:p>
          <a:p>
            <a:pPr marL="514350" indent="-514350">
              <a:buFont typeface="+mj-lt"/>
              <a:buAutoNum type="arabicPeriod"/>
            </a:pPr>
            <a:r>
              <a:rPr lang="en-US" dirty="0"/>
              <a:t>examine all of the implications of a particular question</a:t>
            </a:r>
          </a:p>
          <a:p>
            <a:pPr marL="514350" indent="-514350">
              <a:buFont typeface="+mj-lt"/>
              <a:buAutoNum type="arabicPeriod"/>
            </a:pPr>
            <a:r>
              <a:rPr lang="en-US" dirty="0"/>
              <a:t>apply the implications of the question to the literary works you've read.</a:t>
            </a:r>
          </a:p>
          <a:p>
            <a:pPr marL="514350" indent="-514350">
              <a:buFont typeface="+mj-lt"/>
              <a:buAutoNum type="arabicPeriod"/>
            </a:pPr>
            <a:r>
              <a:rPr lang="en-US" i="1" dirty="0"/>
              <a:t>Spider diagram!</a:t>
            </a:r>
          </a:p>
          <a:p>
            <a:endParaRPr lang="en-US" i="1" dirty="0"/>
          </a:p>
          <a:p>
            <a:endParaRPr lang="en-US" i="1" dirty="0"/>
          </a:p>
        </p:txBody>
      </p:sp>
    </p:spTree>
    <p:extLst>
      <p:ext uri="{BB962C8B-B14F-4D97-AF65-F5344CB8AC3E}">
        <p14:creationId xmlns:p14="http://schemas.microsoft.com/office/powerpoint/2010/main" val="57450192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4">
                                            <p:txEl>
                                              <p:pRg st="3" end="3"/>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4">
                                            <p:txEl>
                                              <p:pRg st="6" end="6"/>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4">
                                            <p:txEl>
                                              <p:pRg st="7" end="7"/>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4">
                                            <p:txEl>
                                              <p:pRg st="8" end="8"/>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build="p"/>
    </p:bldLst>
  </p:timing>
</p:sld>
</file>

<file path=ppt/slides/slide32.xml><?xml version="1.0" encoding="utf-8"?>
<p:sld xmlns:a="http://schemas.openxmlformats.org/drawingml/2006/main" xmlns:r="http://schemas.openxmlformats.org/officeDocument/2006/relationships" xmlns:p="http://schemas.openxmlformats.org/presentationml/2006/main">
  <p:cSld>
    <p:bg>
      <p:bgPr>
        <a:solidFill>
          <a:srgbClr val="FF0000"/>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838200" y="0"/>
            <a:ext cx="5670176" cy="1138687"/>
          </a:xfrm>
        </p:spPr>
        <p:txBody>
          <a:bodyPr>
            <a:normAutofit/>
          </a:bodyPr>
          <a:lstStyle/>
          <a:p>
            <a:pPr algn="ctr"/>
            <a:r>
              <a:rPr lang="en-US" sz="6000" b="1" dirty="0">
                <a:solidFill>
                  <a:schemeClr val="bg1"/>
                </a:solidFill>
                <a:latin typeface="+mn-lt"/>
              </a:rPr>
              <a:t>Homework</a:t>
            </a:r>
          </a:p>
        </p:txBody>
      </p:sp>
      <p:sp>
        <p:nvSpPr>
          <p:cNvPr id="3" name="Content Placeholder 2"/>
          <p:cNvSpPr>
            <a:spLocks noGrp="1"/>
          </p:cNvSpPr>
          <p:nvPr>
            <p:ph sz="half" idx="1"/>
          </p:nvPr>
        </p:nvSpPr>
        <p:spPr>
          <a:xfrm>
            <a:off x="123180" y="1305677"/>
            <a:ext cx="6898426" cy="5167312"/>
          </a:xfrm>
          <a:solidFill>
            <a:schemeClr val="bg1"/>
          </a:solidFill>
        </p:spPr>
        <p:txBody>
          <a:bodyPr>
            <a:normAutofit/>
          </a:bodyPr>
          <a:lstStyle/>
          <a:p>
            <a:pPr marL="0" indent="0">
              <a:buNone/>
            </a:pPr>
            <a:endParaRPr lang="en-US" sz="3600" b="1" baseline="30000" dirty="0">
              <a:solidFill>
                <a:srgbClr val="000000"/>
              </a:solidFill>
              <a:latin typeface="Calibri" charset="0"/>
              <a:ea typeface="MS Mincho" charset="-128"/>
              <a:cs typeface="MS Mincho" charset="-128"/>
            </a:endParaRPr>
          </a:p>
          <a:p>
            <a:pPr marL="0" indent="0">
              <a:buNone/>
            </a:pPr>
            <a:endParaRPr lang="en-US" sz="3600" b="1" baseline="30000" dirty="0">
              <a:solidFill>
                <a:srgbClr val="000000"/>
              </a:solidFill>
              <a:latin typeface="Calibri" charset="0"/>
              <a:ea typeface="MS Mincho" charset="-128"/>
              <a:cs typeface="MS Mincho" charset="-128"/>
            </a:endParaRPr>
          </a:p>
          <a:p>
            <a:pPr marL="0" indent="0">
              <a:buNone/>
            </a:pPr>
            <a:endParaRPr lang="en-US" sz="3600" b="1" dirty="0">
              <a:solidFill>
                <a:srgbClr val="000000"/>
              </a:solidFill>
              <a:latin typeface="Calibri" charset="0"/>
              <a:ea typeface="MS Mincho" charset="-128"/>
              <a:cs typeface="MS Mincho" charset="-128"/>
            </a:endParaRPr>
          </a:p>
          <a:p>
            <a:pPr marL="0" indent="0">
              <a:buNone/>
            </a:pPr>
            <a:endParaRPr lang="en-US" sz="3600" b="1" dirty="0">
              <a:solidFill>
                <a:srgbClr val="0432FF"/>
              </a:solidFill>
              <a:latin typeface="Calibri" charset="0"/>
              <a:ea typeface="MS Mincho" charset="-128"/>
              <a:cs typeface="MS Mincho" charset="-128"/>
            </a:endParaRPr>
          </a:p>
        </p:txBody>
      </p:sp>
      <p:pic>
        <p:nvPicPr>
          <p:cNvPr id="5" name="Content Placeholder 4"/>
          <p:cNvPicPr>
            <a:picLocks noGrp="1" noChangeAspect="1"/>
          </p:cNvPicPr>
          <p:nvPr>
            <p:ph sz="half" idx="2"/>
          </p:nvPr>
        </p:nvPicPr>
        <p:blipFill>
          <a:blip r:embed="rId2">
            <a:extLst>
              <a:ext uri="{28A0092B-C50C-407E-A947-70E740481C1C}">
                <a14:useLocalDpi xmlns:a14="http://schemas.microsoft.com/office/drawing/2010/main" val="0"/>
              </a:ext>
            </a:extLst>
          </a:blip>
          <a:stretch>
            <a:fillRect/>
          </a:stretch>
        </p:blipFill>
        <p:spPr>
          <a:xfrm>
            <a:off x="7534836" y="402961"/>
            <a:ext cx="4370420" cy="6070028"/>
          </a:xfrm>
        </p:spPr>
      </p:pic>
      <p:pic>
        <p:nvPicPr>
          <p:cNvPr id="4" name="Picture 3"/>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09682" y="4901797"/>
            <a:ext cx="1362496" cy="1280746"/>
          </a:xfrm>
          <a:prstGeom prst="rect">
            <a:avLst/>
          </a:prstGeom>
        </p:spPr>
      </p:pic>
    </p:spTree>
    <p:extLst>
      <p:ext uri="{BB962C8B-B14F-4D97-AF65-F5344CB8AC3E}">
        <p14:creationId xmlns:p14="http://schemas.microsoft.com/office/powerpoint/2010/main" val="1704640220"/>
      </p:ext>
    </p:extLst>
  </p:cSld>
  <p:clrMapOvr>
    <a:masterClrMapping/>
  </p:clrMapOvr>
</p:sld>
</file>

<file path=ppt/theme/theme1.xml><?xml version="1.0" encoding="utf-8"?>
<a:theme xmlns:a="http://schemas.openxmlformats.org/drawingml/2006/main" name="1_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Yu Gothic Light"/>
        <a:font script="Hang" typeface="맑은 고딕"/>
        <a:font script="Hans" typeface="DengXian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Yu Gothic"/>
        <a:font script="Hang" typeface="맑은 고딕"/>
        <a:font script="Hans" typeface="DengXian"/>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3_Blank Presentation">
  <a:themeElements>
    <a:clrScheme name="Blank Presentatio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Blank Presentation">
      <a:majorFont>
        <a:latin typeface="Arial"/>
        <a:ea typeface="Osaka"/>
        <a:cs typeface="Osaka"/>
      </a:majorFont>
      <a:minorFont>
        <a:latin typeface="Arial"/>
        <a:ea typeface="Osaka"/>
        <a:cs typeface="Osaka"/>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a:spPr>
      <a:bodyPr vert="horz" wrap="square" lIns="91440" tIns="45720" rIns="91440" bIns="45720" numCol="1" anchor="t" anchorCtr="0" compatLnSpc="1">
        <a:prstTxWarp prst="textNoShape">
          <a:avLst/>
        </a:prstTxWarp>
      </a:bodyPr>
      <a:lstStyle>
        <a:defPPr marL="0" marR="0" indent="0" algn="l" defTabSz="914400" rtl="0" eaLnBrk="0" fontAlgn="base" latinLnBrk="0" hangingPunct="0">
          <a:lnSpc>
            <a:spcPct val="100000"/>
          </a:lnSpc>
          <a:spcBef>
            <a:spcPct val="0"/>
          </a:spcBef>
          <a:spcAft>
            <a:spcPct val="0"/>
          </a:spcAft>
          <a:buClrTx/>
          <a:buSzTx/>
          <a:buFontTx/>
          <a:buNone/>
          <a:tabLst/>
          <a:defRPr kumimoji="0" lang="en-US" sz="2400" b="0" i="0" u="none" strike="noStrike" cap="none" normalizeH="0" baseline="0">
            <a:ln>
              <a:noFill/>
            </a:ln>
            <a:solidFill>
              <a:srgbClr val="000000"/>
            </a:solidFill>
            <a:effectLst/>
            <a:latin typeface="Arial" charset="0"/>
            <a:ea typeface="ＭＳ Ｐゴシック" charset="0"/>
            <a:cs typeface="ＭＳ Ｐゴシック" charset="0"/>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a:spPr>
      <a:bodyPr vert="horz" wrap="square" lIns="91440" tIns="45720" rIns="91440" bIns="45720" numCol="1" anchor="t" anchorCtr="0" compatLnSpc="1">
        <a:prstTxWarp prst="textNoShape">
          <a:avLst/>
        </a:prstTxWarp>
      </a:bodyPr>
      <a:lstStyle>
        <a:defPPr marL="0" marR="0" indent="0" algn="l" defTabSz="914400" rtl="0" eaLnBrk="0" fontAlgn="base" latinLnBrk="0" hangingPunct="0">
          <a:lnSpc>
            <a:spcPct val="100000"/>
          </a:lnSpc>
          <a:spcBef>
            <a:spcPct val="0"/>
          </a:spcBef>
          <a:spcAft>
            <a:spcPct val="0"/>
          </a:spcAft>
          <a:buClrTx/>
          <a:buSzTx/>
          <a:buFontTx/>
          <a:buNone/>
          <a:tabLst/>
          <a:defRPr kumimoji="0" lang="en-US" sz="2400" b="0" i="0" u="none" strike="noStrike" cap="none" normalizeH="0" baseline="0">
            <a:ln>
              <a:noFill/>
            </a:ln>
            <a:solidFill>
              <a:srgbClr val="000000"/>
            </a:solidFill>
            <a:effectLst/>
            <a:latin typeface="Arial" charset="0"/>
            <a:ea typeface="ＭＳ Ｐゴシック" charset="0"/>
            <a:cs typeface="ＭＳ Ｐゴシック" charset="0"/>
          </a:defRPr>
        </a:defPPr>
      </a:lstStyle>
    </a:lnDef>
  </a:objectDefaults>
  <a:extraClrSchemeLst>
    <a:extraClrScheme>
      <a:clrScheme name="Blank Presentatio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Blank Presentation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Blank Presentation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Blank Presentation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Blank Presentation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Blank Presentation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Blank Presentation 7">
        <a:dk1>
          <a:srgbClr val="5C1F00"/>
        </a:dk1>
        <a:lt1>
          <a:srgbClr val="FFFFFF"/>
        </a:lt1>
        <a:dk2>
          <a:srgbClr val="800000"/>
        </a:dk2>
        <a:lt2>
          <a:srgbClr val="DFD293"/>
        </a:lt2>
        <a:accent1>
          <a:srgbClr val="713E39"/>
        </a:accent1>
        <a:accent2>
          <a:srgbClr val="BE7960"/>
        </a:accent2>
        <a:accent3>
          <a:srgbClr val="C0AAAA"/>
        </a:accent3>
        <a:accent4>
          <a:srgbClr val="DADADA"/>
        </a:accent4>
        <a:accent5>
          <a:srgbClr val="BBAFAE"/>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Blank Presentation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Blank Presentation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Blank Presentation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Blank Presentation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Blank Presentation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theme>
</file>

<file path=ppt/theme/theme3.xml><?xml version="1.0" encoding="utf-8"?>
<a:theme xmlns:a="http://schemas.openxmlformats.org/drawingml/2006/main" name="8_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wd_d_0_workx_wlg_0902_4_e">
  <a:themeElements>
    <a:clrScheme name="">
      <a:dk1>
        <a:srgbClr val="000000"/>
      </a:dk1>
      <a:lt1>
        <a:srgbClr val="FFFFFF"/>
      </a:lt1>
      <a:dk2>
        <a:srgbClr val="000000"/>
      </a:dk2>
      <a:lt2>
        <a:srgbClr val="808080"/>
      </a:lt2>
      <a:accent1>
        <a:srgbClr val="4FEDFF"/>
      </a:accent1>
      <a:accent2>
        <a:srgbClr val="3333CC"/>
      </a:accent2>
      <a:accent3>
        <a:srgbClr val="FFFFFF"/>
      </a:accent3>
      <a:accent4>
        <a:srgbClr val="000000"/>
      </a:accent4>
      <a:accent5>
        <a:srgbClr val="B2F4FF"/>
      </a:accent5>
      <a:accent6>
        <a:srgbClr val="2D2DB9"/>
      </a:accent6>
      <a:hlink>
        <a:srgbClr val="CCCCFF"/>
      </a:hlink>
      <a:folHlink>
        <a:srgbClr val="B2B2B2"/>
      </a:folHlink>
    </a:clrScheme>
    <a:fontScheme name="Default Design">
      <a:majorFont>
        <a:latin typeface="Arial"/>
        <a:ea typeface=""/>
        <a:cs typeface="Arial"/>
      </a:majorFont>
      <a:minorFont>
        <a:latin typeface="Arial"/>
        <a:ea typeface=""/>
        <a:cs typeface="Arial"/>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spPr>
      <a:bodyPr vert="horz" wrap="square" lIns="90000" tIns="46800" rIns="90000" bIns="46800" numCol="1" anchor="ctr" anchorCtr="0" compatLnSpc="1">
        <a:prstTxWarp prst="textNoShape">
          <a:avLst/>
        </a:prstTxWarp>
      </a:bodyPr>
      <a:lstStyle>
        <a:defPPr marL="0" marR="0" indent="0" algn="l" defTabSz="914400" rtl="0" eaLnBrk="1" fontAlgn="base" latinLnBrk="0" hangingPunct="1">
          <a:lnSpc>
            <a:spcPct val="100000"/>
          </a:lnSpc>
          <a:spcBef>
            <a:spcPct val="0"/>
          </a:spcBef>
          <a:spcAft>
            <a:spcPct val="0"/>
          </a:spcAft>
          <a:buClrTx/>
          <a:buSzTx/>
          <a:buFontTx/>
          <a:buNone/>
          <a:tabLst/>
          <a:defRPr kumimoji="0" lang="en-US" sz="2400" b="0" i="0" u="none" strike="noStrike" cap="none" normalizeH="0" baseline="0" smtClean="0">
            <a:ln>
              <a:noFill/>
            </a:ln>
            <a:solidFill>
              <a:schemeClr val="tx1"/>
            </a:solidFill>
            <a:effectLst/>
            <a:latin typeface="Arial" charset="0"/>
            <a:cs typeface="Arial" charset="0"/>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spPr>
      <a:bodyPr vert="horz" wrap="square" lIns="90000" tIns="46800" rIns="90000" bIns="46800" numCol="1" anchor="ctr" anchorCtr="0" compatLnSpc="1">
        <a:prstTxWarp prst="textNoShape">
          <a:avLst/>
        </a:prstTxWarp>
      </a:bodyPr>
      <a:lstStyle>
        <a:defPPr marL="0" marR="0" indent="0" algn="l" defTabSz="914400" rtl="0" eaLnBrk="1" fontAlgn="base" latinLnBrk="0" hangingPunct="1">
          <a:lnSpc>
            <a:spcPct val="100000"/>
          </a:lnSpc>
          <a:spcBef>
            <a:spcPct val="0"/>
          </a:spcBef>
          <a:spcAft>
            <a:spcPct val="0"/>
          </a:spcAft>
          <a:buClrTx/>
          <a:buSzTx/>
          <a:buFontTx/>
          <a:buNone/>
          <a:tabLst/>
          <a:defRPr kumimoji="0" lang="en-US" sz="2400" b="0" i="0" u="none" strike="noStrike" cap="none" normalizeH="0" baseline="0" smtClean="0">
            <a:ln>
              <a:noFill/>
            </a:ln>
            <a:solidFill>
              <a:schemeClr val="tx1"/>
            </a:solidFill>
            <a:effectLst/>
            <a:latin typeface="Arial" charset="0"/>
            <a:cs typeface="Arial" charset="0"/>
          </a:defRPr>
        </a:defPPr>
      </a:lstStyle>
    </a:lnDef>
  </a:objectDefaults>
  <a:extraClrSchemeLst>
    <a:extraClrScheme>
      <a:clrScheme name="Default Design 1">
        <a:dk1>
          <a:srgbClr val="000000"/>
        </a:dk1>
        <a:lt1>
          <a:srgbClr val="FFFFFF"/>
        </a:lt1>
        <a:dk2>
          <a:srgbClr val="0000FF"/>
        </a:dk2>
        <a:lt2>
          <a:srgbClr val="FFFF00"/>
        </a:lt2>
        <a:accent1>
          <a:srgbClr val="FF9900"/>
        </a:accent1>
        <a:accent2>
          <a:srgbClr val="00FFFF"/>
        </a:accent2>
        <a:accent3>
          <a:srgbClr val="AAAAFF"/>
        </a:accent3>
        <a:accent4>
          <a:srgbClr val="DADADA"/>
        </a:accent4>
        <a:accent5>
          <a:srgbClr val="FFCAAA"/>
        </a:accent5>
        <a:accent6>
          <a:srgbClr val="00E7E7"/>
        </a:accent6>
        <a:hlink>
          <a:srgbClr val="FF0000"/>
        </a:hlink>
        <a:folHlink>
          <a:srgbClr val="969696"/>
        </a:folHlink>
      </a:clrScheme>
      <a:clrMap bg1="dk2" tx1="lt1" bg2="dk1" tx2="lt2" accent1="accent1" accent2="accent2" accent3="accent3" accent4="accent4" accent5="accent5" accent6="accent6" hlink="hlink" folHlink="folHlink"/>
    </a:extraClrScheme>
    <a:extraClrScheme>
      <a:clrScheme name="Default Design 2">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clrMap bg1="lt1" tx1="dk1" bg2="lt2" tx2="dk2" accent1="accent1" accent2="accent2" accent3="accent3" accent4="accent4" accent5="accent5" accent6="accent6" hlink="hlink" folHlink="folHlink"/>
    </a:extraClrScheme>
    <a:extraClrScheme>
      <a:clrScheme name="Default Design 3">
        <a:dk1>
          <a:srgbClr val="000000"/>
        </a:dk1>
        <a:lt1>
          <a:srgbClr val="FFFFFF"/>
        </a:lt1>
        <a:dk2>
          <a:srgbClr val="000000"/>
        </a:dk2>
        <a:lt2>
          <a:srgbClr val="333333"/>
        </a:lt2>
        <a:accent1>
          <a:srgbClr val="DDDDDD"/>
        </a:accent1>
        <a:accent2>
          <a:srgbClr val="808080"/>
        </a:accent2>
        <a:accent3>
          <a:srgbClr val="FFFFFF"/>
        </a:accent3>
        <a:accent4>
          <a:srgbClr val="000000"/>
        </a:accent4>
        <a:accent5>
          <a:srgbClr val="EBEBEB"/>
        </a:accent5>
        <a:accent6>
          <a:srgbClr val="737373"/>
        </a:accent6>
        <a:hlink>
          <a:srgbClr val="4D4D4D"/>
        </a:hlink>
        <a:folHlink>
          <a:srgbClr val="EAEAEA"/>
        </a:folHlink>
      </a:clrScheme>
      <a:clrMap bg1="lt1" tx1="dk1" bg2="lt2" tx2="dk2" accent1="accent1" accent2="accent2" accent3="accent3" accent4="accent4" accent5="accent5" accent6="accent6" hlink="hlink" folHlink="folHlink"/>
    </a:extraClrScheme>
    <a:extraClrScheme>
      <a:clrScheme name="Default Design 4">
        <a:dk1>
          <a:srgbClr val="000000"/>
        </a:dk1>
        <a:lt1>
          <a:srgbClr val="FFFFCC"/>
        </a:lt1>
        <a:dk2>
          <a:srgbClr val="808000"/>
        </a:dk2>
        <a:lt2>
          <a:srgbClr val="666633"/>
        </a:lt2>
        <a:accent1>
          <a:srgbClr val="339933"/>
        </a:accent1>
        <a:accent2>
          <a:srgbClr val="800000"/>
        </a:accent2>
        <a:accent3>
          <a:srgbClr val="FFFFE2"/>
        </a:accent3>
        <a:accent4>
          <a:srgbClr val="000000"/>
        </a:accent4>
        <a:accent5>
          <a:srgbClr val="ADCAAD"/>
        </a:accent5>
        <a:accent6>
          <a:srgbClr val="730000"/>
        </a:accent6>
        <a:hlink>
          <a:srgbClr val="0033CC"/>
        </a:hlink>
        <a:folHlink>
          <a:srgbClr val="FFCC66"/>
        </a:folHlink>
      </a:clrScheme>
      <a:clrMap bg1="lt1" tx1="dk1" bg2="lt2" tx2="dk2" accent1="accent1" accent2="accent2" accent3="accent3" accent4="accent4" accent5="accent5" accent6="accent6" hlink="hlink" folHlink="folHlink"/>
    </a:extraClrScheme>
    <a:extraClrScheme>
      <a:clrScheme name="Default Design 5">
        <a:dk1>
          <a:srgbClr val="000000"/>
        </a:dk1>
        <a:lt1>
          <a:srgbClr val="FFFFFF"/>
        </a:lt1>
        <a:dk2>
          <a:srgbClr val="000000"/>
        </a:dk2>
        <a:lt2>
          <a:srgbClr val="808080"/>
        </a:lt2>
        <a:accent1>
          <a:srgbClr val="FFCC66"/>
        </a:accent1>
        <a:accent2>
          <a:srgbClr val="0000FF"/>
        </a:accent2>
        <a:accent3>
          <a:srgbClr val="FFFFFF"/>
        </a:accent3>
        <a:accent4>
          <a:srgbClr val="000000"/>
        </a:accent4>
        <a:accent5>
          <a:srgbClr val="FFE2B8"/>
        </a:accent5>
        <a:accent6>
          <a:srgbClr val="0000E7"/>
        </a:accent6>
        <a:hlink>
          <a:srgbClr val="CC00CC"/>
        </a:hlink>
        <a:folHlink>
          <a:srgbClr val="C0C0C0"/>
        </a:folHlink>
      </a:clrScheme>
      <a:clrMap bg1="lt1" tx1="dk1" bg2="lt2" tx2="dk2" accent1="accent1" accent2="accent2" accent3="accent3" accent4="accent4" accent5="accent5" accent6="accent6" hlink="hlink" folHlink="folHlink"/>
    </a:extraClrScheme>
    <a:extraClrScheme>
      <a:clrScheme name="Default Design 6">
        <a:dk1>
          <a:srgbClr val="000000"/>
        </a:dk1>
        <a:lt1>
          <a:srgbClr val="FFFFFF"/>
        </a:lt1>
        <a:dk2>
          <a:srgbClr val="000000"/>
        </a:dk2>
        <a:lt2>
          <a:srgbClr val="808080"/>
        </a:lt2>
        <a:accent1>
          <a:srgbClr val="C0C0C0"/>
        </a:accent1>
        <a:accent2>
          <a:srgbClr val="0066FF"/>
        </a:accent2>
        <a:accent3>
          <a:srgbClr val="FFFFFF"/>
        </a:accent3>
        <a:accent4>
          <a:srgbClr val="000000"/>
        </a:accent4>
        <a:accent5>
          <a:srgbClr val="DCDCDC"/>
        </a:accent5>
        <a:accent6>
          <a:srgbClr val="005CE7"/>
        </a:accent6>
        <a:hlink>
          <a:srgbClr val="FF0000"/>
        </a:hlink>
        <a:folHlink>
          <a:srgbClr val="009900"/>
        </a:folHlink>
      </a:clrScheme>
      <a:clrMap bg1="lt1" tx1="dk1" bg2="lt2" tx2="dk2" accent1="accent1" accent2="accent2" accent3="accent3" accent4="accent4" accent5="accent5" accent6="accent6" hlink="hlink" folHlink="folHlink"/>
    </a:extraClrScheme>
    <a:extraClrScheme>
      <a:clrScheme name="Default Design 7">
        <a:dk1>
          <a:srgbClr val="000000"/>
        </a:dk1>
        <a:lt1>
          <a:srgbClr val="FFFFFF"/>
        </a:lt1>
        <a:dk2>
          <a:srgbClr val="000000"/>
        </a:dk2>
        <a:lt2>
          <a:srgbClr val="808080"/>
        </a:lt2>
        <a:accent1>
          <a:srgbClr val="3399FF"/>
        </a:accent1>
        <a:accent2>
          <a:srgbClr val="99FFCC"/>
        </a:accent2>
        <a:accent3>
          <a:srgbClr val="FFFFFF"/>
        </a:accent3>
        <a:accent4>
          <a:srgbClr val="000000"/>
        </a:accent4>
        <a:accent5>
          <a:srgbClr val="ADCAFF"/>
        </a:accent5>
        <a:accent6>
          <a:srgbClr val="8AE7B9"/>
        </a:accent6>
        <a:hlink>
          <a:srgbClr val="CC00CC"/>
        </a:hlink>
        <a:folHlink>
          <a:srgbClr val="B2B2B2"/>
        </a:folHlink>
      </a:clrScheme>
      <a:clrMap bg1="lt1" tx1="dk1" bg2="lt2" tx2="dk2" accent1="accent1" accent2="accent2" accent3="accent3" accent4="accent4" accent5="accent5" accent6="accent6" hlink="hlink" folHlink="folHlink"/>
    </a:extraClrScheme>
  </a:extraClrSchemeLst>
</a:theme>
</file>

<file path=ppt/theme/theme5.xml><?xml version="1.0" encoding="utf-8"?>
<a:theme xmlns:a="http://schemas.openxmlformats.org/drawingml/2006/main" name="1_wd_d_0_workx_wlg_0902_4_e">
  <a:themeElements>
    <a:clrScheme name="">
      <a:dk1>
        <a:srgbClr val="000000"/>
      </a:dk1>
      <a:lt1>
        <a:srgbClr val="FFFFFF"/>
      </a:lt1>
      <a:dk2>
        <a:srgbClr val="000000"/>
      </a:dk2>
      <a:lt2>
        <a:srgbClr val="808080"/>
      </a:lt2>
      <a:accent1>
        <a:srgbClr val="4FEDFF"/>
      </a:accent1>
      <a:accent2>
        <a:srgbClr val="3333CC"/>
      </a:accent2>
      <a:accent3>
        <a:srgbClr val="FFFFFF"/>
      </a:accent3>
      <a:accent4>
        <a:srgbClr val="000000"/>
      </a:accent4>
      <a:accent5>
        <a:srgbClr val="B2F4FF"/>
      </a:accent5>
      <a:accent6>
        <a:srgbClr val="2D2DB9"/>
      </a:accent6>
      <a:hlink>
        <a:srgbClr val="CCCCFF"/>
      </a:hlink>
      <a:folHlink>
        <a:srgbClr val="B2B2B2"/>
      </a:folHlink>
    </a:clrScheme>
    <a:fontScheme name="Default Design">
      <a:majorFont>
        <a:latin typeface="Arial"/>
        <a:ea typeface=""/>
        <a:cs typeface="Arial"/>
      </a:majorFont>
      <a:minorFont>
        <a:latin typeface="Arial"/>
        <a:ea typeface=""/>
        <a:cs typeface="Arial"/>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spPr>
      <a:bodyPr vert="horz" wrap="square" lIns="90000" tIns="46800" rIns="90000" bIns="46800" numCol="1" anchor="ctr" anchorCtr="0" compatLnSpc="1">
        <a:prstTxWarp prst="textNoShape">
          <a:avLst/>
        </a:prstTxWarp>
      </a:bodyPr>
      <a:lstStyle>
        <a:defPPr marL="0" marR="0" indent="0" algn="l" defTabSz="914400" rtl="0" eaLnBrk="1" fontAlgn="base" latinLnBrk="0" hangingPunct="1">
          <a:lnSpc>
            <a:spcPct val="100000"/>
          </a:lnSpc>
          <a:spcBef>
            <a:spcPct val="0"/>
          </a:spcBef>
          <a:spcAft>
            <a:spcPct val="0"/>
          </a:spcAft>
          <a:buClrTx/>
          <a:buSzTx/>
          <a:buFontTx/>
          <a:buNone/>
          <a:tabLst/>
          <a:defRPr kumimoji="0" lang="en-US" sz="2400" b="0" i="0" u="none" strike="noStrike" cap="none" normalizeH="0" baseline="0" smtClean="0">
            <a:ln>
              <a:noFill/>
            </a:ln>
            <a:solidFill>
              <a:schemeClr val="tx1"/>
            </a:solidFill>
            <a:effectLst/>
            <a:latin typeface="Arial" charset="0"/>
            <a:cs typeface="Arial" charset="0"/>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spPr>
      <a:bodyPr vert="horz" wrap="square" lIns="90000" tIns="46800" rIns="90000" bIns="46800" numCol="1" anchor="ctr" anchorCtr="0" compatLnSpc="1">
        <a:prstTxWarp prst="textNoShape">
          <a:avLst/>
        </a:prstTxWarp>
      </a:bodyPr>
      <a:lstStyle>
        <a:defPPr marL="0" marR="0" indent="0" algn="l" defTabSz="914400" rtl="0" eaLnBrk="1" fontAlgn="base" latinLnBrk="0" hangingPunct="1">
          <a:lnSpc>
            <a:spcPct val="100000"/>
          </a:lnSpc>
          <a:spcBef>
            <a:spcPct val="0"/>
          </a:spcBef>
          <a:spcAft>
            <a:spcPct val="0"/>
          </a:spcAft>
          <a:buClrTx/>
          <a:buSzTx/>
          <a:buFontTx/>
          <a:buNone/>
          <a:tabLst/>
          <a:defRPr kumimoji="0" lang="en-US" sz="2400" b="0" i="0" u="none" strike="noStrike" cap="none" normalizeH="0" baseline="0" smtClean="0">
            <a:ln>
              <a:noFill/>
            </a:ln>
            <a:solidFill>
              <a:schemeClr val="tx1"/>
            </a:solidFill>
            <a:effectLst/>
            <a:latin typeface="Arial" charset="0"/>
            <a:cs typeface="Arial" charset="0"/>
          </a:defRPr>
        </a:defPPr>
      </a:lstStyle>
    </a:lnDef>
  </a:objectDefaults>
  <a:extraClrSchemeLst>
    <a:extraClrScheme>
      <a:clrScheme name="Default Design 1">
        <a:dk1>
          <a:srgbClr val="000000"/>
        </a:dk1>
        <a:lt1>
          <a:srgbClr val="FFFFFF"/>
        </a:lt1>
        <a:dk2>
          <a:srgbClr val="0000FF"/>
        </a:dk2>
        <a:lt2>
          <a:srgbClr val="FFFF00"/>
        </a:lt2>
        <a:accent1>
          <a:srgbClr val="FF9900"/>
        </a:accent1>
        <a:accent2>
          <a:srgbClr val="00FFFF"/>
        </a:accent2>
        <a:accent3>
          <a:srgbClr val="AAAAFF"/>
        </a:accent3>
        <a:accent4>
          <a:srgbClr val="DADADA"/>
        </a:accent4>
        <a:accent5>
          <a:srgbClr val="FFCAAA"/>
        </a:accent5>
        <a:accent6>
          <a:srgbClr val="00E7E7"/>
        </a:accent6>
        <a:hlink>
          <a:srgbClr val="FF0000"/>
        </a:hlink>
        <a:folHlink>
          <a:srgbClr val="969696"/>
        </a:folHlink>
      </a:clrScheme>
      <a:clrMap bg1="dk2" tx1="lt1" bg2="dk1" tx2="lt2" accent1="accent1" accent2="accent2" accent3="accent3" accent4="accent4" accent5="accent5" accent6="accent6" hlink="hlink" folHlink="folHlink"/>
    </a:extraClrScheme>
    <a:extraClrScheme>
      <a:clrScheme name="Default Design 2">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clrMap bg1="lt1" tx1="dk1" bg2="lt2" tx2="dk2" accent1="accent1" accent2="accent2" accent3="accent3" accent4="accent4" accent5="accent5" accent6="accent6" hlink="hlink" folHlink="folHlink"/>
    </a:extraClrScheme>
    <a:extraClrScheme>
      <a:clrScheme name="Default Design 3">
        <a:dk1>
          <a:srgbClr val="000000"/>
        </a:dk1>
        <a:lt1>
          <a:srgbClr val="FFFFFF"/>
        </a:lt1>
        <a:dk2>
          <a:srgbClr val="000000"/>
        </a:dk2>
        <a:lt2>
          <a:srgbClr val="333333"/>
        </a:lt2>
        <a:accent1>
          <a:srgbClr val="DDDDDD"/>
        </a:accent1>
        <a:accent2>
          <a:srgbClr val="808080"/>
        </a:accent2>
        <a:accent3>
          <a:srgbClr val="FFFFFF"/>
        </a:accent3>
        <a:accent4>
          <a:srgbClr val="000000"/>
        </a:accent4>
        <a:accent5>
          <a:srgbClr val="EBEBEB"/>
        </a:accent5>
        <a:accent6>
          <a:srgbClr val="737373"/>
        </a:accent6>
        <a:hlink>
          <a:srgbClr val="4D4D4D"/>
        </a:hlink>
        <a:folHlink>
          <a:srgbClr val="EAEAEA"/>
        </a:folHlink>
      </a:clrScheme>
      <a:clrMap bg1="lt1" tx1="dk1" bg2="lt2" tx2="dk2" accent1="accent1" accent2="accent2" accent3="accent3" accent4="accent4" accent5="accent5" accent6="accent6" hlink="hlink" folHlink="folHlink"/>
    </a:extraClrScheme>
    <a:extraClrScheme>
      <a:clrScheme name="Default Design 4">
        <a:dk1>
          <a:srgbClr val="000000"/>
        </a:dk1>
        <a:lt1>
          <a:srgbClr val="FFFFCC"/>
        </a:lt1>
        <a:dk2>
          <a:srgbClr val="808000"/>
        </a:dk2>
        <a:lt2>
          <a:srgbClr val="666633"/>
        </a:lt2>
        <a:accent1>
          <a:srgbClr val="339933"/>
        </a:accent1>
        <a:accent2>
          <a:srgbClr val="800000"/>
        </a:accent2>
        <a:accent3>
          <a:srgbClr val="FFFFE2"/>
        </a:accent3>
        <a:accent4>
          <a:srgbClr val="000000"/>
        </a:accent4>
        <a:accent5>
          <a:srgbClr val="ADCAAD"/>
        </a:accent5>
        <a:accent6>
          <a:srgbClr val="730000"/>
        </a:accent6>
        <a:hlink>
          <a:srgbClr val="0033CC"/>
        </a:hlink>
        <a:folHlink>
          <a:srgbClr val="FFCC66"/>
        </a:folHlink>
      </a:clrScheme>
      <a:clrMap bg1="lt1" tx1="dk1" bg2="lt2" tx2="dk2" accent1="accent1" accent2="accent2" accent3="accent3" accent4="accent4" accent5="accent5" accent6="accent6" hlink="hlink" folHlink="folHlink"/>
    </a:extraClrScheme>
    <a:extraClrScheme>
      <a:clrScheme name="Default Design 5">
        <a:dk1>
          <a:srgbClr val="000000"/>
        </a:dk1>
        <a:lt1>
          <a:srgbClr val="FFFFFF"/>
        </a:lt1>
        <a:dk2>
          <a:srgbClr val="000000"/>
        </a:dk2>
        <a:lt2>
          <a:srgbClr val="808080"/>
        </a:lt2>
        <a:accent1>
          <a:srgbClr val="FFCC66"/>
        </a:accent1>
        <a:accent2>
          <a:srgbClr val="0000FF"/>
        </a:accent2>
        <a:accent3>
          <a:srgbClr val="FFFFFF"/>
        </a:accent3>
        <a:accent4>
          <a:srgbClr val="000000"/>
        </a:accent4>
        <a:accent5>
          <a:srgbClr val="FFE2B8"/>
        </a:accent5>
        <a:accent6>
          <a:srgbClr val="0000E7"/>
        </a:accent6>
        <a:hlink>
          <a:srgbClr val="CC00CC"/>
        </a:hlink>
        <a:folHlink>
          <a:srgbClr val="C0C0C0"/>
        </a:folHlink>
      </a:clrScheme>
      <a:clrMap bg1="lt1" tx1="dk1" bg2="lt2" tx2="dk2" accent1="accent1" accent2="accent2" accent3="accent3" accent4="accent4" accent5="accent5" accent6="accent6" hlink="hlink" folHlink="folHlink"/>
    </a:extraClrScheme>
    <a:extraClrScheme>
      <a:clrScheme name="Default Design 6">
        <a:dk1>
          <a:srgbClr val="000000"/>
        </a:dk1>
        <a:lt1>
          <a:srgbClr val="FFFFFF"/>
        </a:lt1>
        <a:dk2>
          <a:srgbClr val="000000"/>
        </a:dk2>
        <a:lt2>
          <a:srgbClr val="808080"/>
        </a:lt2>
        <a:accent1>
          <a:srgbClr val="C0C0C0"/>
        </a:accent1>
        <a:accent2>
          <a:srgbClr val="0066FF"/>
        </a:accent2>
        <a:accent3>
          <a:srgbClr val="FFFFFF"/>
        </a:accent3>
        <a:accent4>
          <a:srgbClr val="000000"/>
        </a:accent4>
        <a:accent5>
          <a:srgbClr val="DCDCDC"/>
        </a:accent5>
        <a:accent6>
          <a:srgbClr val="005CE7"/>
        </a:accent6>
        <a:hlink>
          <a:srgbClr val="FF0000"/>
        </a:hlink>
        <a:folHlink>
          <a:srgbClr val="009900"/>
        </a:folHlink>
      </a:clrScheme>
      <a:clrMap bg1="lt1" tx1="dk1" bg2="lt2" tx2="dk2" accent1="accent1" accent2="accent2" accent3="accent3" accent4="accent4" accent5="accent5" accent6="accent6" hlink="hlink" folHlink="folHlink"/>
    </a:extraClrScheme>
    <a:extraClrScheme>
      <a:clrScheme name="Default Design 7">
        <a:dk1>
          <a:srgbClr val="000000"/>
        </a:dk1>
        <a:lt1>
          <a:srgbClr val="FFFFFF"/>
        </a:lt1>
        <a:dk2>
          <a:srgbClr val="000000"/>
        </a:dk2>
        <a:lt2>
          <a:srgbClr val="808080"/>
        </a:lt2>
        <a:accent1>
          <a:srgbClr val="3399FF"/>
        </a:accent1>
        <a:accent2>
          <a:srgbClr val="99FFCC"/>
        </a:accent2>
        <a:accent3>
          <a:srgbClr val="FFFFFF"/>
        </a:accent3>
        <a:accent4>
          <a:srgbClr val="000000"/>
        </a:accent4>
        <a:accent5>
          <a:srgbClr val="ADCAFF"/>
        </a:accent5>
        <a:accent6>
          <a:srgbClr val="8AE7B9"/>
        </a:accent6>
        <a:hlink>
          <a:srgbClr val="CC00CC"/>
        </a:hlink>
        <a:folHlink>
          <a:srgbClr val="B2B2B2"/>
        </a:folHlink>
      </a:clrScheme>
      <a:clrMap bg1="lt1" tx1="dk1" bg2="lt2" tx2="dk2" accent1="accent1" accent2="accent2" accent3="accent3" accent4="accent4" accent5="accent5" accent6="accent6" hlink="hlink" folHlink="folHlink"/>
    </a:extraClrScheme>
  </a:extraClrSchemeLst>
</a:theme>
</file>

<file path=ppt/theme/theme6.xml><?xml version="1.0" encoding="utf-8"?>
<a:theme xmlns:a="http://schemas.openxmlformats.org/drawingml/2006/main" name="2_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Yu Gothic Light"/>
        <a:font script="Hang" typeface="맑은 고딕"/>
        <a:font script="Hans" typeface="DengXian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Yu Gothic"/>
        <a:font script="Hang" typeface="맑은 고딕"/>
        <a:font script="Hans" typeface="DengXian"/>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7.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Yu Gothic Light"/>
        <a:font script="Hang" typeface="맑은 고딕"/>
        <a:font script="Hans" typeface="DengXian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Yu Gothic"/>
        <a:font script="Hang" typeface="맑은 고딕"/>
        <a:font script="Hans" typeface="DengXian"/>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438</TotalTime>
  <Words>1430</Words>
  <Application>Microsoft Macintosh PowerPoint</Application>
  <PresentationFormat>Widescreen</PresentationFormat>
  <Paragraphs>184</Paragraphs>
  <Slides>32</Slides>
  <Notes>2</Notes>
  <HiddenSlides>0</HiddenSlides>
  <MMClips>0</MMClips>
  <ScaleCrop>false</ScaleCrop>
  <HeadingPairs>
    <vt:vector size="6" baseType="variant">
      <vt:variant>
        <vt:lpstr>Fonts Used</vt:lpstr>
      </vt:variant>
      <vt:variant>
        <vt:i4>9</vt:i4>
      </vt:variant>
      <vt:variant>
        <vt:lpstr>Theme</vt:lpstr>
      </vt:variant>
      <vt:variant>
        <vt:i4>6</vt:i4>
      </vt:variant>
      <vt:variant>
        <vt:lpstr>Slide Titles</vt:lpstr>
      </vt:variant>
      <vt:variant>
        <vt:i4>32</vt:i4>
      </vt:variant>
    </vt:vector>
  </HeadingPairs>
  <TitlesOfParts>
    <vt:vector size="47" baseType="lpstr">
      <vt:lpstr>MS Mincho</vt:lpstr>
      <vt:lpstr>Arial</vt:lpstr>
      <vt:lpstr>Arial Rounded MT Bold</vt:lpstr>
      <vt:lpstr>Calibri</vt:lpstr>
      <vt:lpstr>Calibri Light</vt:lpstr>
      <vt:lpstr>Geneva</vt:lpstr>
      <vt:lpstr>TeamViewer12 Medium</vt:lpstr>
      <vt:lpstr>Wingdings</vt:lpstr>
      <vt:lpstr>Zapf Dingbats</vt:lpstr>
      <vt:lpstr>1_Office Theme</vt:lpstr>
      <vt:lpstr>3_Blank Presentation</vt:lpstr>
      <vt:lpstr>8_Office Theme</vt:lpstr>
      <vt:lpstr>wd_d_0_workx_wlg_0902_4_e</vt:lpstr>
      <vt:lpstr>1_wd_d_0_workx_wlg_0902_4_e</vt:lpstr>
      <vt:lpstr>2_Office Theme</vt:lpstr>
      <vt:lpstr>IB English Language and Literature 6 ELL SL 4 2019 - 2020</vt:lpstr>
      <vt:lpstr>PowerPoint Presentation</vt:lpstr>
      <vt:lpstr>SCHOOL ASSESSMENT TERM 3</vt:lpstr>
      <vt:lpstr>General Outline Term 3</vt:lpstr>
      <vt:lpstr>We are still a digital classroom!</vt:lpstr>
      <vt:lpstr>English Teacher – CONTACT Details (copy into homework diary/ notes)</vt:lpstr>
      <vt:lpstr>Our School Values…</vt:lpstr>
      <vt:lpstr>PowerPoint Presentation</vt:lpstr>
      <vt:lpstr>Preparation – See Course Companion Checklist</vt:lpstr>
      <vt:lpstr>Part 3 Learning Outcomes</vt:lpstr>
      <vt:lpstr>PowerPoint Presentation</vt:lpstr>
      <vt:lpstr>PowerPoint Presentation</vt:lpstr>
      <vt:lpstr>Paper Two:  25%</vt:lpstr>
      <vt:lpstr>Paper Two: 25%</vt:lpstr>
      <vt:lpstr>Paper 2 – KEEP EACH OF 5 MARKING CRITERIA IN THE AIR AT ONCE!</vt:lpstr>
      <vt:lpstr>Compulsory</vt:lpstr>
      <vt:lpstr>Recommended: Dystopian Literature</vt:lpstr>
      <vt:lpstr>Recommended: Magical Realism Literature</vt:lpstr>
      <vt:lpstr>History – Recommended Reading Check school library before buying on Amazon or similar!</vt:lpstr>
      <vt:lpstr>Remember!</vt:lpstr>
      <vt:lpstr>Communication – Response Model</vt:lpstr>
      <vt:lpstr>Context of Reception – easy for Orwell in 2020</vt:lpstr>
      <vt:lpstr>Paper 2 – KEEP EACH OF 5 MARKING CRITERIA IN THE AIR AT ONCE!</vt:lpstr>
      <vt:lpstr>Comparative Analysis Essay</vt:lpstr>
      <vt:lpstr>Structure of the Essay</vt:lpstr>
      <vt:lpstr>Thematic vs Conceptual Questions</vt:lpstr>
      <vt:lpstr>Something to get you thinking... </vt:lpstr>
      <vt:lpstr>PowerPoint Presentation</vt:lpstr>
      <vt:lpstr>Brainstorm!</vt:lpstr>
      <vt:lpstr>Open – Unpacking Questions DOC.</vt:lpstr>
      <vt:lpstr>Brainstorm!</vt:lpstr>
      <vt:lpstr>Homework</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IB English Language and Literature 6 ELL SL 4 2019 - 2020</dc:title>
  <dc:creator>Elisa Simone Zantos - Teacher of English</dc:creator>
  <cp:lastModifiedBy>Jothiligam Dheeraj - Student 2019</cp:lastModifiedBy>
  <cp:revision>44</cp:revision>
  <dcterms:created xsi:type="dcterms:W3CDTF">2020-03-10T01:18:52Z</dcterms:created>
  <dcterms:modified xsi:type="dcterms:W3CDTF">2020-06-30T05:42:19Z</dcterms:modified>
</cp:coreProperties>
</file>