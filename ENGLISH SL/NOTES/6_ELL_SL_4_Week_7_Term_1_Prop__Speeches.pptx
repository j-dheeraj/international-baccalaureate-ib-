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 id="2147483689" r:id="rId3"/>
    <p:sldMasterId id="2147483706" r:id="rId4"/>
    <p:sldMasterId id="2147483718" r:id="rId5"/>
  </p:sldMasterIdLst>
  <p:notesMasterIdLst>
    <p:notesMasterId r:id="rId59"/>
  </p:notesMasterIdLst>
  <p:sldIdLst>
    <p:sldId id="257" r:id="rId6"/>
    <p:sldId id="293" r:id="rId7"/>
    <p:sldId id="295" r:id="rId8"/>
    <p:sldId id="291" r:id="rId9"/>
    <p:sldId id="294" r:id="rId10"/>
    <p:sldId id="302" r:id="rId11"/>
    <p:sldId id="320" r:id="rId12"/>
    <p:sldId id="303" r:id="rId13"/>
    <p:sldId id="304" r:id="rId14"/>
    <p:sldId id="305" r:id="rId15"/>
    <p:sldId id="306" r:id="rId16"/>
    <p:sldId id="307" r:id="rId17"/>
    <p:sldId id="308" r:id="rId18"/>
    <p:sldId id="309" r:id="rId19"/>
    <p:sldId id="310" r:id="rId20"/>
    <p:sldId id="311" r:id="rId21"/>
    <p:sldId id="312" r:id="rId22"/>
    <p:sldId id="313" r:id="rId23"/>
    <p:sldId id="314" r:id="rId24"/>
    <p:sldId id="315" r:id="rId25"/>
    <p:sldId id="316" r:id="rId26"/>
    <p:sldId id="317" r:id="rId27"/>
    <p:sldId id="318" r:id="rId28"/>
    <p:sldId id="321" r:id="rId29"/>
    <p:sldId id="319" r:id="rId30"/>
    <p:sldId id="337" r:id="rId31"/>
    <p:sldId id="338" r:id="rId32"/>
    <p:sldId id="341" r:id="rId33"/>
    <p:sldId id="340" r:id="rId34"/>
    <p:sldId id="343" r:id="rId35"/>
    <p:sldId id="296" r:id="rId36"/>
    <p:sldId id="297" r:id="rId37"/>
    <p:sldId id="298" r:id="rId38"/>
    <p:sldId id="299" r:id="rId39"/>
    <p:sldId id="300" r:id="rId40"/>
    <p:sldId id="301" r:id="rId41"/>
    <p:sldId id="344" r:id="rId42"/>
    <p:sldId id="342" r:id="rId43"/>
    <p:sldId id="322" r:id="rId44"/>
    <p:sldId id="323" r:id="rId45"/>
    <p:sldId id="324" r:id="rId46"/>
    <p:sldId id="325" r:id="rId47"/>
    <p:sldId id="326" r:id="rId48"/>
    <p:sldId id="327" r:id="rId49"/>
    <p:sldId id="328" r:id="rId50"/>
    <p:sldId id="329" r:id="rId51"/>
    <p:sldId id="330" r:id="rId52"/>
    <p:sldId id="331" r:id="rId53"/>
    <p:sldId id="332" r:id="rId54"/>
    <p:sldId id="333" r:id="rId55"/>
    <p:sldId id="334" r:id="rId56"/>
    <p:sldId id="335" r:id="rId57"/>
    <p:sldId id="33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36" autoAdjust="0"/>
    <p:restoredTop sz="93130"/>
  </p:normalViewPr>
  <p:slideViewPr>
    <p:cSldViewPr snapToGrid="0" snapToObjects="1">
      <p:cViewPr varScale="1">
        <p:scale>
          <a:sx n="79" d="100"/>
          <a:sy n="79" d="100"/>
        </p:scale>
        <p:origin x="208" y="976"/>
      </p:cViewPr>
      <p:guideLst/>
    </p:cSldViewPr>
  </p:slideViewPr>
  <p:notesTextViewPr>
    <p:cViewPr>
      <p:scale>
        <a:sx n="1" d="1"/>
        <a:sy n="1" d="1"/>
      </p:scale>
      <p:origin x="0" y="0"/>
    </p:cViewPr>
  </p:notesTextViewPr>
  <p:sorterViewPr>
    <p:cViewPr>
      <p:scale>
        <a:sx n="20" d="100"/>
        <a:sy n="2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255D04-9D00-E64F-B3BE-7EAF04BC40FD}" type="datetimeFigureOut">
              <a:rPr lang="en-US" smtClean="0"/>
              <a:t>2/19/20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79E4180-0BCD-194E-B08E-F1E220E8DE9A}" type="slidenum">
              <a:rPr lang="en-US" smtClean="0"/>
              <a:t>‹#›</a:t>
            </a:fld>
            <a:endParaRPr lang="en-US"/>
          </a:p>
        </p:txBody>
      </p:sp>
    </p:spTree>
    <p:extLst>
      <p:ext uri="{BB962C8B-B14F-4D97-AF65-F5344CB8AC3E}">
        <p14:creationId xmlns:p14="http://schemas.microsoft.com/office/powerpoint/2010/main" val="1755733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63743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6903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49600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04177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85508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50236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8280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29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00902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7435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554730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AU"/>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55972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833910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AU"/>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384069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93110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AU"/>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Date Placeholder 6"/>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377962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Date Placeholder 2"/>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53535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02767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586689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AU"/>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AU"/>
              <a:t>Click to edit Master text styles</a:t>
            </a:r>
          </a:p>
        </p:txBody>
      </p:sp>
      <p:sp>
        <p:nvSpPr>
          <p:cNvPr id="5" name="Date Placeholder 4"/>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40491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419744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10"/>
          </p:nvPr>
        </p:nvSpPr>
        <p:spPr/>
        <p:txBody>
          <a:body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971709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fld id="{28F20800-63EC-0A4C-B45E-A601CC4C780C}"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12611932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US"/>
              <a:t>Click to edit Master title style</a:t>
            </a:r>
          </a:p>
        </p:txBody>
      </p:sp>
      <p:sp>
        <p:nvSpPr>
          <p:cNvPr id="3" name="Content Placeholder 2"/>
          <p:cNvSpPr>
            <a:spLocks noGrp="1"/>
          </p:cNvSpPr>
          <p:nvPr>
            <p:ph sz="quarter" idx="1"/>
          </p:nvPr>
        </p:nvSpPr>
        <p:spPr>
          <a:xfrm>
            <a:off x="9144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9812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9144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7600" y="4114800"/>
            <a:ext cx="5080000"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9" name="Rectangle 6"/>
          <p:cNvSpPr>
            <a:spLocks noGrp="1" noChangeArrowheads="1"/>
          </p:cNvSpPr>
          <p:nvPr>
            <p:ph type="sldNum" sz="quarter" idx="12"/>
          </p:nvPr>
        </p:nvSpPr>
        <p:spPr>
          <a:ln/>
        </p:spPr>
        <p:txBody>
          <a:bodyPr/>
          <a:lstStyle>
            <a:lvl1pPr>
              <a:defRPr/>
            </a:lvl1pPr>
          </a:lstStyle>
          <a:p>
            <a:fld id="{EA94B623-AAB8-A64A-8E12-87F7105FD205}"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1121898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564217" y="457200"/>
            <a:ext cx="10363200" cy="5638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3" name="Rectangle 27"/>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4" name="Rectangle 28"/>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5" name="Rectangle 29"/>
          <p:cNvSpPr>
            <a:spLocks noGrp="1" noChangeArrowheads="1"/>
          </p:cNvSpPr>
          <p:nvPr>
            <p:ph type="sldNum" sz="quarter" idx="12"/>
          </p:nvPr>
        </p:nvSpPr>
        <p:spPr>
          <a:ln/>
        </p:spPr>
        <p:txBody>
          <a:bodyPr/>
          <a:lstStyle>
            <a:lvl1pPr>
              <a:defRPr/>
            </a:lvl1pPr>
          </a:lstStyle>
          <a:p>
            <a:fld id="{571B89AF-C541-5E47-B368-AC21608EB53C}"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7045126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Content Placeholder 4"/>
          <p:cNvSpPr>
            <a:spLocks noGrp="1"/>
          </p:cNvSpPr>
          <p:nvPr>
            <p:ph sz="quarter" idx="3"/>
          </p:nvPr>
        </p:nvSpPr>
        <p:spPr>
          <a:xfrm>
            <a:off x="61976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prstClr val="black">
                  <a:tint val="75000"/>
                </a:prstClr>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prstClr val="black">
                  <a:tint val="75000"/>
                </a:prstClr>
              </a:solidFill>
            </a:endParaRPr>
          </a:p>
        </p:txBody>
      </p:sp>
      <p:sp>
        <p:nvSpPr>
          <p:cNvPr id="8" name="Rectangle 6"/>
          <p:cNvSpPr>
            <a:spLocks noGrp="1" noChangeArrowheads="1"/>
          </p:cNvSpPr>
          <p:nvPr>
            <p:ph type="sldNum" sz="quarter" idx="12"/>
          </p:nvPr>
        </p:nvSpPr>
        <p:spPr>
          <a:ln/>
        </p:spPr>
        <p:txBody>
          <a:bodyPr/>
          <a:lstStyle>
            <a:lvl1pPr>
              <a:defRPr/>
            </a:lvl1pPr>
          </a:lstStyle>
          <a:p>
            <a:fld id="{85853E0F-ABBD-D944-B58B-0B89088B81FA}" type="slidenum">
              <a:rPr lang="en-US" altLang="en-US">
                <a:solidFill>
                  <a:prstClr val="black">
                    <a:tint val="75000"/>
                  </a:prstClr>
                </a:solidFill>
              </a:rPr>
              <a:pPr/>
              <a:t>‹#›</a:t>
            </a:fld>
            <a:endParaRPr lang="en-US" altLang="en-US">
              <a:solidFill>
                <a:prstClr val="black">
                  <a:tint val="75000"/>
                </a:prstClr>
              </a:solidFill>
            </a:endParaRPr>
          </a:p>
        </p:txBody>
      </p:sp>
    </p:spTree>
    <p:extLst>
      <p:ext uri="{BB962C8B-B14F-4D97-AF65-F5344CB8AC3E}">
        <p14:creationId xmlns:p14="http://schemas.microsoft.com/office/powerpoint/2010/main" val="1499623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B794B76D-F7D2-8F43-AAF5-FE2426304F90}"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6290921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3554" name="Rectangle 2"/>
          <p:cNvSpPr>
            <a:spLocks noGrp="1" noChangeArrowheads="1"/>
          </p:cNvSpPr>
          <p:nvPr>
            <p:ph type="ctrTitle"/>
          </p:nvPr>
        </p:nvSpPr>
        <p:spPr>
          <a:xfrm>
            <a:off x="914400" y="2286000"/>
            <a:ext cx="10363200" cy="1143000"/>
          </a:xfrm>
        </p:spPr>
        <p:txBody>
          <a:bodyPr/>
          <a:lstStyle>
            <a:lvl1pPr>
              <a:defRPr/>
            </a:lvl1pPr>
          </a:lstStyle>
          <a:p>
            <a:pPr lvl="0"/>
            <a:r>
              <a:rPr lang="en-US" noProof="0"/>
              <a:t>Click to edit Master title style</a:t>
            </a:r>
          </a:p>
        </p:txBody>
      </p:sp>
      <p:sp>
        <p:nvSpPr>
          <p:cNvPr id="23555"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F92D4FE-4210-C74C-BB56-00E0623B44C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7710094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idx="1"/>
          </p:nvPr>
        </p:nvSpPr>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9874A374-29B7-2549-9F69-BB0EA768245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00065260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AU"/>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AU"/>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F5681098-DFD4-DE48-A017-B4A20B753CB8}"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3410455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AF5CC64D-77FE-A64A-803F-E19F98D60B4D}"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4511722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AU"/>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6122964-CA5C-9448-AAC1-CD7A2210F12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3439003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1546882B-71B3-124A-B7CE-A7024F712FA5}"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57754199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ACDC2F09-5DEC-D847-AEA5-DC353A80BCE1}"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4510306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AU"/>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16437544-67A0-A649-A890-5C1271C708D0}"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7787192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AU"/>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282515B-9CAA-174D-B835-410668FA6FBA}"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11355817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DE0A8727-4907-7248-B94F-968B449091CC}"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8358746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AU"/>
              <a:t>Click to edit Master title style</a:t>
            </a:r>
            <a:endParaRPr lang="en-US"/>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C7158AE-C725-B448-BD3E-FE9B628D4C99}"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21766063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4CF8D0A0-9D96-CC4C-A29E-671D17252712}"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4953417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C867D727-A4D9-6C4E-8315-99599BC1BF0B}" type="slidenum">
              <a:rPr lang="en-US" altLang="en-US">
                <a:solidFill>
                  <a:srgbClr val="000000"/>
                </a:solidFill>
              </a:rPr>
              <a:pPr>
                <a:defRPr/>
              </a:pPr>
              <a:t>‹#›</a:t>
            </a:fld>
            <a:endParaRPr lang="en-US" altLang="en-US">
              <a:solidFill>
                <a:srgbClr val="000000"/>
              </a:solidFill>
            </a:endParaRPr>
          </a:p>
        </p:txBody>
      </p:sp>
    </p:spTree>
    <p:extLst>
      <p:ext uri="{BB962C8B-B14F-4D97-AF65-F5344CB8AC3E}">
        <p14:creationId xmlns:p14="http://schemas.microsoft.com/office/powerpoint/2010/main" val="858810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61976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Content Placeholder 4"/>
          <p:cNvSpPr>
            <a:spLocks noGrp="1"/>
          </p:cNvSpPr>
          <p:nvPr>
            <p:ph sz="quarter" idx="3"/>
          </p:nvPr>
        </p:nvSpPr>
        <p:spPr>
          <a:xfrm>
            <a:off x="9144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Content Placeholder 5"/>
          <p:cNvSpPr>
            <a:spLocks noGrp="1"/>
          </p:cNvSpPr>
          <p:nvPr>
            <p:ph sz="quarter" idx="4"/>
          </p:nvPr>
        </p:nvSpPr>
        <p:spPr>
          <a:xfrm>
            <a:off x="61976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EF104C5-BA1F-514A-9E09-A1247DEB83C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0902981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AU"/>
              <a:t>Click to edit Master title style</a:t>
            </a:r>
            <a:endParaRPr lang="en-US"/>
          </a:p>
        </p:txBody>
      </p:sp>
      <p:sp>
        <p:nvSpPr>
          <p:cNvPr id="3" name="Content Placeholder 2"/>
          <p:cNvSpPr>
            <a:spLocks noGrp="1"/>
          </p:cNvSpPr>
          <p:nvPr>
            <p:ph sz="quarter" idx="1"/>
          </p:nvPr>
        </p:nvSpPr>
        <p:spPr>
          <a:xfrm>
            <a:off x="914400" y="19812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Content Placeholder 3"/>
          <p:cNvSpPr>
            <a:spLocks noGrp="1"/>
          </p:cNvSpPr>
          <p:nvPr>
            <p:ph sz="quarter" idx="2"/>
          </p:nvPr>
        </p:nvSpPr>
        <p:spPr>
          <a:xfrm>
            <a:off x="914400" y="4114800"/>
            <a:ext cx="50800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Text Placeholder 4"/>
          <p:cNvSpPr>
            <a:spLocks noGrp="1"/>
          </p:cNvSpPr>
          <p:nvPr>
            <p:ph type="body" sz="half" idx="3"/>
          </p:nvPr>
        </p:nvSpPr>
        <p:spPr>
          <a:xfrm>
            <a:off x="6197600" y="1981200"/>
            <a:ext cx="5080000" cy="41148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7"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8" name="Rectangle 6"/>
          <p:cNvSpPr>
            <a:spLocks noGrp="1" noChangeArrowheads="1"/>
          </p:cNvSpPr>
          <p:nvPr>
            <p:ph type="sldNum" sz="quarter" idx="12"/>
          </p:nvPr>
        </p:nvSpPr>
        <p:spPr>
          <a:ln/>
        </p:spPr>
        <p:txBody>
          <a:bodyPr/>
          <a:lstStyle>
            <a:lvl1pPr>
              <a:defRPr/>
            </a:lvl1pPr>
          </a:lstStyle>
          <a:p>
            <a:pPr>
              <a:defRPr/>
            </a:pPr>
            <a:fld id="{E5A0A8F0-FA8C-E04B-9E29-F1796B19162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13658319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564217" y="457200"/>
            <a:ext cx="10363200" cy="1143000"/>
          </a:xfrm>
        </p:spPr>
        <p:txBody>
          <a:bodyPr/>
          <a:lstStyle/>
          <a:p>
            <a:r>
              <a:rPr lang="en-AU"/>
              <a:t>Click to edit Master title style</a:t>
            </a:r>
            <a:endParaRPr lang="en-US"/>
          </a:p>
        </p:txBody>
      </p:sp>
      <p:sp>
        <p:nvSpPr>
          <p:cNvPr id="3" name="Content Placeholder 2"/>
          <p:cNvSpPr>
            <a:spLocks noGrp="1"/>
          </p:cNvSpPr>
          <p:nvPr>
            <p:ph sz="half" idx="1"/>
          </p:nvPr>
        </p:nvSpPr>
        <p:spPr>
          <a:xfrm>
            <a:off x="1564217" y="19812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Text Placeholder 3"/>
          <p:cNvSpPr>
            <a:spLocks noGrp="1"/>
          </p:cNvSpPr>
          <p:nvPr>
            <p:ph type="body" sz="half" idx="2"/>
          </p:nvPr>
        </p:nvSpPr>
        <p:spPr>
          <a:xfrm>
            <a:off x="1564217" y="4114800"/>
            <a:ext cx="10363200" cy="1981200"/>
          </a:xfrm>
        </p:spPr>
        <p:txBody>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5" name="Rectangle 27"/>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28"/>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29"/>
          <p:cNvSpPr>
            <a:spLocks noGrp="1" noChangeArrowheads="1"/>
          </p:cNvSpPr>
          <p:nvPr>
            <p:ph type="sldNum" sz="quarter" idx="12"/>
          </p:nvPr>
        </p:nvSpPr>
        <p:spPr>
          <a:ln/>
        </p:spPr>
        <p:txBody>
          <a:bodyPr/>
          <a:lstStyle>
            <a:lvl1pPr>
              <a:defRPr/>
            </a:lvl1pPr>
          </a:lstStyle>
          <a:p>
            <a:fld id="{95F48CE7-194B-D348-A59B-1F1D66A05540}" type="slidenum">
              <a:rPr lang="en-US" altLang="en-US">
                <a:solidFill>
                  <a:srgbClr val="000000"/>
                </a:solidFill>
              </a:rPr>
              <a:pPr/>
              <a:t>‹#›</a:t>
            </a:fld>
            <a:endParaRPr lang="en-US" altLang="en-US">
              <a:solidFill>
                <a:srgbClr val="000000"/>
              </a:solidFill>
            </a:endParaRPr>
          </a:p>
        </p:txBody>
      </p:sp>
    </p:spTree>
    <p:extLst>
      <p:ext uri="{BB962C8B-B14F-4D97-AF65-F5344CB8AC3E}">
        <p14:creationId xmlns:p14="http://schemas.microsoft.com/office/powerpoint/2010/main" val="8398457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0F523F64-7750-7B48-A852-54D4E06BE93B}"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107339039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58973771-410F-A84B-B110-5D6816E52823}"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181734750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5413C3E0-D79B-F04B-8B45-89D23D44D3C2}"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9395516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GB"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02615071-2042-9D4D-A79E-90D1FDEA0507}"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13437895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8"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GB" altLang="en-US">
              <a:solidFill>
                <a:srgbClr val="000000"/>
              </a:solidFill>
            </a:endParaRPr>
          </a:p>
        </p:txBody>
      </p:sp>
      <p:sp>
        <p:nvSpPr>
          <p:cNvPr id="8" name="Footer Placeholder 7"/>
          <p:cNvSpPr>
            <a:spLocks noGrp="1"/>
          </p:cNvSpPr>
          <p:nvPr>
            <p:ph type="ftr" sz="quarter" idx="11"/>
          </p:nvPr>
        </p:nvSpPr>
        <p:spPr/>
        <p:txBody>
          <a:bodyPr/>
          <a:lstStyle>
            <a:lvl1pPr>
              <a:defRPr/>
            </a:lvl1pPr>
          </a:lstStyle>
          <a:p>
            <a:endParaRPr lang="en-GB" altLang="en-US">
              <a:solidFill>
                <a:srgbClr val="000000"/>
              </a:solidFill>
            </a:endParaRPr>
          </a:p>
        </p:txBody>
      </p:sp>
      <p:sp>
        <p:nvSpPr>
          <p:cNvPr id="9" name="Slide Number Placeholder 8"/>
          <p:cNvSpPr>
            <a:spLocks noGrp="1"/>
          </p:cNvSpPr>
          <p:nvPr>
            <p:ph type="sldNum" sz="quarter" idx="12"/>
          </p:nvPr>
        </p:nvSpPr>
        <p:spPr/>
        <p:txBody>
          <a:bodyPr/>
          <a:lstStyle>
            <a:lvl1pPr>
              <a:defRPr/>
            </a:lvl1pPr>
          </a:lstStyle>
          <a:p>
            <a:fld id="{B4E1D953-41C0-034A-8CB3-3E8C47AA7488}"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18798839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GB" altLang="en-US">
              <a:solidFill>
                <a:srgbClr val="000000"/>
              </a:solidFill>
            </a:endParaRPr>
          </a:p>
        </p:txBody>
      </p:sp>
      <p:sp>
        <p:nvSpPr>
          <p:cNvPr id="4" name="Footer Placeholder 3"/>
          <p:cNvSpPr>
            <a:spLocks noGrp="1"/>
          </p:cNvSpPr>
          <p:nvPr>
            <p:ph type="ftr" sz="quarter" idx="11"/>
          </p:nvPr>
        </p:nvSpPr>
        <p:spPr/>
        <p:txBody>
          <a:bodyPr/>
          <a:lstStyle>
            <a:lvl1pPr>
              <a:defRPr/>
            </a:lvl1pPr>
          </a:lstStyle>
          <a:p>
            <a:endParaRPr lang="en-GB" altLang="en-US">
              <a:solidFill>
                <a:srgbClr val="000000"/>
              </a:solidFill>
            </a:endParaRPr>
          </a:p>
        </p:txBody>
      </p:sp>
      <p:sp>
        <p:nvSpPr>
          <p:cNvPr id="5" name="Slide Number Placeholder 4"/>
          <p:cNvSpPr>
            <a:spLocks noGrp="1"/>
          </p:cNvSpPr>
          <p:nvPr>
            <p:ph type="sldNum" sz="quarter" idx="12"/>
          </p:nvPr>
        </p:nvSpPr>
        <p:spPr/>
        <p:txBody>
          <a:bodyPr/>
          <a:lstStyle>
            <a:lvl1pPr>
              <a:defRPr/>
            </a:lvl1pPr>
          </a:lstStyle>
          <a:p>
            <a:fld id="{679BF64B-BB48-6843-8EE6-F2BF4978E711}"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834238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GB" altLang="en-US">
              <a:solidFill>
                <a:srgbClr val="000000"/>
              </a:solidFill>
            </a:endParaRPr>
          </a:p>
        </p:txBody>
      </p:sp>
      <p:sp>
        <p:nvSpPr>
          <p:cNvPr id="3" name="Footer Placeholder 2"/>
          <p:cNvSpPr>
            <a:spLocks noGrp="1"/>
          </p:cNvSpPr>
          <p:nvPr>
            <p:ph type="ftr" sz="quarter" idx="11"/>
          </p:nvPr>
        </p:nvSpPr>
        <p:spPr/>
        <p:txBody>
          <a:bodyPr/>
          <a:lstStyle>
            <a:lvl1pPr>
              <a:defRPr/>
            </a:lvl1pPr>
          </a:lstStyle>
          <a:p>
            <a:endParaRPr lang="en-GB" altLang="en-US">
              <a:solidFill>
                <a:srgbClr val="000000"/>
              </a:solidFill>
            </a:endParaRPr>
          </a:p>
        </p:txBody>
      </p:sp>
      <p:sp>
        <p:nvSpPr>
          <p:cNvPr id="4" name="Slide Number Placeholder 3"/>
          <p:cNvSpPr>
            <a:spLocks noGrp="1"/>
          </p:cNvSpPr>
          <p:nvPr>
            <p:ph type="sldNum" sz="quarter" idx="12"/>
          </p:nvPr>
        </p:nvSpPr>
        <p:spPr/>
        <p:txBody>
          <a:bodyPr/>
          <a:lstStyle>
            <a:lvl1pPr>
              <a:defRPr/>
            </a:lvl1pPr>
          </a:lstStyle>
          <a:p>
            <a:fld id="{72A0F9B6-5F81-5445-AE60-51B1F2F30328}"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15157438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GB"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AA893503-8388-284D-98D8-9F00466BE79A}"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50845338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GB" altLang="en-US">
              <a:solidFill>
                <a:srgbClr val="000000"/>
              </a:solidFill>
            </a:endParaRPr>
          </a:p>
        </p:txBody>
      </p:sp>
      <p:sp>
        <p:nvSpPr>
          <p:cNvPr id="6" name="Footer Placeholder 5"/>
          <p:cNvSpPr>
            <a:spLocks noGrp="1"/>
          </p:cNvSpPr>
          <p:nvPr>
            <p:ph type="ftr" sz="quarter" idx="11"/>
          </p:nvPr>
        </p:nvSpPr>
        <p:spPr/>
        <p:txBody>
          <a:bodyPr/>
          <a:lstStyle>
            <a:lvl1pPr>
              <a:defRPr/>
            </a:lvl1pPr>
          </a:lstStyle>
          <a:p>
            <a:endParaRPr lang="en-GB" altLang="en-US">
              <a:solidFill>
                <a:srgbClr val="000000"/>
              </a:solidFill>
            </a:endParaRPr>
          </a:p>
        </p:txBody>
      </p:sp>
      <p:sp>
        <p:nvSpPr>
          <p:cNvPr id="7" name="Slide Number Placeholder 6"/>
          <p:cNvSpPr>
            <a:spLocks noGrp="1"/>
          </p:cNvSpPr>
          <p:nvPr>
            <p:ph type="sldNum" sz="quarter" idx="12"/>
          </p:nvPr>
        </p:nvSpPr>
        <p:spPr/>
        <p:txBody>
          <a:bodyPr/>
          <a:lstStyle>
            <a:lvl1pPr>
              <a:defRPr/>
            </a:lvl1pPr>
          </a:lstStyle>
          <a:p>
            <a:fld id="{197BFCF6-3343-0C44-B31F-E72648DF71F5}"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136752991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DC432724-93A2-2542-B8E6-BD2AE23EB386}"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2301551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GB" altLang="en-US">
              <a:solidFill>
                <a:srgbClr val="000000"/>
              </a:solidFill>
            </a:endParaRPr>
          </a:p>
        </p:txBody>
      </p:sp>
      <p:sp>
        <p:nvSpPr>
          <p:cNvPr id="5" name="Footer Placeholder 4"/>
          <p:cNvSpPr>
            <a:spLocks noGrp="1"/>
          </p:cNvSpPr>
          <p:nvPr>
            <p:ph type="ftr" sz="quarter" idx="11"/>
          </p:nvPr>
        </p:nvSpPr>
        <p:spPr/>
        <p:txBody>
          <a:bodyPr/>
          <a:lstStyle>
            <a:lvl1pPr>
              <a:defRPr/>
            </a:lvl1pPr>
          </a:lstStyle>
          <a:p>
            <a:endParaRPr lang="en-GB" altLang="en-US">
              <a:solidFill>
                <a:srgbClr val="000000"/>
              </a:solidFill>
            </a:endParaRPr>
          </a:p>
        </p:txBody>
      </p:sp>
      <p:sp>
        <p:nvSpPr>
          <p:cNvPr id="6" name="Slide Number Placeholder 5"/>
          <p:cNvSpPr>
            <a:spLocks noGrp="1"/>
          </p:cNvSpPr>
          <p:nvPr>
            <p:ph type="sldNum" sz="quarter" idx="12"/>
          </p:nvPr>
        </p:nvSpPr>
        <p:spPr/>
        <p:txBody>
          <a:bodyPr/>
          <a:lstStyle>
            <a:lvl1pPr>
              <a:defRPr/>
            </a:lvl1pPr>
          </a:lstStyle>
          <a:p>
            <a:fld id="{E7A0FBD5-58D5-EA43-AA7F-22B6ED2A99EC}" type="slidenum">
              <a:rPr lang="en-GB" altLang="en-US">
                <a:solidFill>
                  <a:srgbClr val="000000"/>
                </a:solidFill>
              </a:rPr>
              <a:pPr/>
              <a:t>‹#›</a:t>
            </a:fld>
            <a:endParaRPr lang="en-GB" altLang="en-US">
              <a:solidFill>
                <a:srgbClr val="000000"/>
              </a:solidFill>
            </a:endParaRPr>
          </a:p>
        </p:txBody>
      </p:sp>
    </p:spTree>
    <p:extLst>
      <p:ext uri="{BB962C8B-B14F-4D97-AF65-F5344CB8AC3E}">
        <p14:creationId xmlns:p14="http://schemas.microsoft.com/office/powerpoint/2010/main" val="9993599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ACCA6DC2-FF1A-4D0A-A632-39CC197148E9}"/>
              </a:ext>
            </a:extLst>
          </p:cNvPr>
          <p:cNvSpPr>
            <a:spLocks noChangeArrowheads="1"/>
          </p:cNvSpPr>
          <p:nvPr/>
        </p:nvSpPr>
        <p:spPr bwMode="white">
          <a:xfrm>
            <a:off x="0" y="6705600"/>
            <a:ext cx="12192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5" name="Rectangle 20">
            <a:extLst>
              <a:ext uri="{FF2B5EF4-FFF2-40B4-BE49-F238E27FC236}">
                <a16:creationId xmlns:a16="http://schemas.microsoft.com/office/drawing/2014/main" id="{F0615ADF-E23B-45BF-A7D1-07A771D24D03}"/>
              </a:ext>
            </a:extLst>
          </p:cNvPr>
          <p:cNvSpPr>
            <a:spLocks noChangeArrowheads="1"/>
          </p:cNvSpPr>
          <p:nvPr/>
        </p:nvSpPr>
        <p:spPr bwMode="white">
          <a:xfrm>
            <a:off x="11988800" y="3175"/>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6" name="Rectangle 21">
            <a:extLst>
              <a:ext uri="{FF2B5EF4-FFF2-40B4-BE49-F238E27FC236}">
                <a16:creationId xmlns:a16="http://schemas.microsoft.com/office/drawing/2014/main" id="{97C5459C-C152-4442-B872-4434B051C29D}"/>
              </a:ext>
            </a:extLst>
          </p:cNvPr>
          <p:cNvSpPr>
            <a:spLocks noChangeArrowheads="1"/>
          </p:cNvSpPr>
          <p:nvPr/>
        </p:nvSpPr>
        <p:spPr bwMode="white">
          <a:xfrm>
            <a:off x="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7" name="Rectangle 23">
            <a:extLst>
              <a:ext uri="{FF2B5EF4-FFF2-40B4-BE49-F238E27FC236}">
                <a16:creationId xmlns:a16="http://schemas.microsoft.com/office/drawing/2014/main" id="{416781D8-A961-448C-BA7B-FA78E3588A7E}"/>
              </a:ext>
            </a:extLst>
          </p:cNvPr>
          <p:cNvSpPr>
            <a:spLocks noChangeArrowheads="1"/>
          </p:cNvSpPr>
          <p:nvPr/>
        </p:nvSpPr>
        <p:spPr bwMode="white">
          <a:xfrm>
            <a:off x="0" y="0"/>
            <a:ext cx="12192000" cy="25146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10" name="Rectangle 9">
            <a:extLst>
              <a:ext uri="{FF2B5EF4-FFF2-40B4-BE49-F238E27FC236}">
                <a16:creationId xmlns:a16="http://schemas.microsoft.com/office/drawing/2014/main" id="{72B75088-037A-4543-A0E7-46150EBAD564}"/>
              </a:ext>
            </a:extLst>
          </p:cNvPr>
          <p:cNvSpPr>
            <a:spLocks noChangeArrowheads="1"/>
          </p:cNvSpPr>
          <p:nvPr/>
        </p:nvSpPr>
        <p:spPr bwMode="auto">
          <a:xfrm>
            <a:off x="194734" y="6391276"/>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solidFill>
                <a:prstClr val="black"/>
              </a:solidFill>
            </a:endParaRPr>
          </a:p>
        </p:txBody>
      </p:sp>
      <p:sp>
        <p:nvSpPr>
          <p:cNvPr id="11" name="Straight Connector 10">
            <a:extLst>
              <a:ext uri="{FF2B5EF4-FFF2-40B4-BE49-F238E27FC236}">
                <a16:creationId xmlns:a16="http://schemas.microsoft.com/office/drawing/2014/main" id="{F06011DF-2105-49C0-8828-A25C08758D56}"/>
              </a:ext>
            </a:extLst>
          </p:cNvPr>
          <p:cNvSpPr>
            <a:spLocks noChangeShapeType="1"/>
          </p:cNvSpPr>
          <p:nvPr/>
        </p:nvSpPr>
        <p:spPr bwMode="auto">
          <a:xfrm>
            <a:off x="207434" y="2419350"/>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solidFill>
                <a:prstClr val="black"/>
              </a:solidFill>
            </a:endParaRPr>
          </a:p>
        </p:txBody>
      </p:sp>
      <p:sp>
        <p:nvSpPr>
          <p:cNvPr id="12" name="Rectangle 11">
            <a:extLst>
              <a:ext uri="{FF2B5EF4-FFF2-40B4-BE49-F238E27FC236}">
                <a16:creationId xmlns:a16="http://schemas.microsoft.com/office/drawing/2014/main" id="{3466423A-8410-4F2D-BFF8-8DA86B2F5DC4}"/>
              </a:ext>
            </a:extLst>
          </p:cNvPr>
          <p:cNvSpPr>
            <a:spLocks noChangeArrowheads="1"/>
          </p:cNvSpPr>
          <p:nvPr/>
        </p:nvSpPr>
        <p:spPr bwMode="auto">
          <a:xfrm>
            <a:off x="203200" y="152400"/>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solidFill>
                <a:prstClr val="black"/>
              </a:solidFill>
            </a:endParaRPr>
          </a:p>
        </p:txBody>
      </p:sp>
      <p:sp>
        <p:nvSpPr>
          <p:cNvPr id="13" name="Oval 12">
            <a:extLst>
              <a:ext uri="{FF2B5EF4-FFF2-40B4-BE49-F238E27FC236}">
                <a16:creationId xmlns:a16="http://schemas.microsoft.com/office/drawing/2014/main" id="{BD3D3864-D1EB-4F1D-B30E-FE4B082AEA8F}"/>
              </a:ext>
            </a:extLst>
          </p:cNvPr>
          <p:cNvSpPr/>
          <p:nvPr/>
        </p:nvSpPr>
        <p:spPr>
          <a:xfrm>
            <a:off x="5689600" y="211455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4" name="Oval 13">
            <a:extLst>
              <a:ext uri="{FF2B5EF4-FFF2-40B4-BE49-F238E27FC236}">
                <a16:creationId xmlns:a16="http://schemas.microsoft.com/office/drawing/2014/main" id="{D0FC4833-4040-4BE4-8AD7-0B4E6DED3597}"/>
              </a:ext>
            </a:extLst>
          </p:cNvPr>
          <p:cNvSpPr/>
          <p:nvPr/>
        </p:nvSpPr>
        <p:spPr>
          <a:xfrm>
            <a:off x="5816600" y="2209800"/>
            <a:ext cx="5588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914400" y="381000"/>
            <a:ext cx="10363200" cy="1752600"/>
          </a:xfrm>
        </p:spPr>
        <p:txBody>
          <a:bodyPr/>
          <a:lstStyle>
            <a:lvl1pPr>
              <a:defRPr sz="4200">
                <a:solidFill>
                  <a:schemeClr val="accent1"/>
                </a:solidFill>
              </a:defRPr>
            </a:lvl1pPr>
          </a:lstStyle>
          <a:p>
            <a:r>
              <a:rPr lang="en-US"/>
              <a:t>Click to edit Master title style</a:t>
            </a:r>
          </a:p>
        </p:txBody>
      </p:sp>
      <p:sp>
        <p:nvSpPr>
          <p:cNvPr id="15" name="Date Placeholder 27">
            <a:extLst>
              <a:ext uri="{FF2B5EF4-FFF2-40B4-BE49-F238E27FC236}">
                <a16:creationId xmlns:a16="http://schemas.microsoft.com/office/drawing/2014/main" id="{DAB8EB16-1207-4F30-ADA1-059432E96F2A}"/>
              </a:ext>
            </a:extLst>
          </p:cNvPr>
          <p:cNvSpPr>
            <a:spLocks noGrp="1"/>
          </p:cNvSpPr>
          <p:nvPr>
            <p:ph type="dt" sz="half" idx="10"/>
          </p:nvPr>
        </p:nvSpPr>
        <p:spPr/>
        <p:txBody>
          <a:bodyPr/>
          <a:lstStyle>
            <a:lvl1pPr>
              <a:defRPr/>
            </a:lvl1pPr>
          </a:lstStyle>
          <a:p>
            <a:pPr>
              <a:defRPr/>
            </a:pPr>
            <a:fld id="{4122218E-B053-294C-8B8B-2BA5AE5CA2CD}" type="datetimeFigureOut">
              <a:rPr lang="en-US"/>
              <a:pPr>
                <a:defRPr/>
              </a:pPr>
              <a:t>2/19/20</a:t>
            </a:fld>
            <a:endParaRPr lang="en-US"/>
          </a:p>
        </p:txBody>
      </p:sp>
      <p:sp>
        <p:nvSpPr>
          <p:cNvPr id="16" name="Footer Placeholder 16">
            <a:extLst>
              <a:ext uri="{FF2B5EF4-FFF2-40B4-BE49-F238E27FC236}">
                <a16:creationId xmlns:a16="http://schemas.microsoft.com/office/drawing/2014/main" id="{233FFC94-3956-49DB-AF2A-E24322461096}"/>
              </a:ext>
            </a:extLst>
          </p:cNvPr>
          <p:cNvSpPr>
            <a:spLocks noGrp="1"/>
          </p:cNvSpPr>
          <p:nvPr>
            <p:ph type="ftr" sz="quarter" idx="11"/>
          </p:nvPr>
        </p:nvSpPr>
        <p:spPr/>
        <p:txBody>
          <a:bodyPr/>
          <a:lstStyle>
            <a:lvl1pPr>
              <a:defRPr/>
            </a:lvl1pPr>
          </a:lstStyle>
          <a:p>
            <a:pPr>
              <a:defRPr/>
            </a:pPr>
            <a:endParaRPr lang="en-US"/>
          </a:p>
        </p:txBody>
      </p:sp>
      <p:sp>
        <p:nvSpPr>
          <p:cNvPr id="17" name="Slide Number Placeholder 28">
            <a:extLst>
              <a:ext uri="{FF2B5EF4-FFF2-40B4-BE49-F238E27FC236}">
                <a16:creationId xmlns:a16="http://schemas.microsoft.com/office/drawing/2014/main" id="{1092E611-D256-4675-B27F-483F201EF896}"/>
              </a:ext>
            </a:extLst>
          </p:cNvPr>
          <p:cNvSpPr>
            <a:spLocks noGrp="1"/>
          </p:cNvSpPr>
          <p:nvPr>
            <p:ph type="sldNum" sz="quarter" idx="12"/>
          </p:nvPr>
        </p:nvSpPr>
        <p:spPr>
          <a:xfrm>
            <a:off x="5791200" y="2198689"/>
            <a:ext cx="609600" cy="441325"/>
          </a:xfrm>
        </p:spPr>
        <p:txBody>
          <a:bodyPr/>
          <a:lstStyle>
            <a:lvl1pPr>
              <a:defRPr/>
            </a:lvl1pPr>
          </a:lstStyle>
          <a:p>
            <a:pPr>
              <a:defRPr/>
            </a:pPr>
            <a:fld id="{C308DA46-6690-814A-BED6-4398239F8FD7}" type="slidenum">
              <a:rPr lang="en-US" altLang="en-US"/>
              <a:pPr>
                <a:defRPr/>
              </a:pPr>
              <a:t>‹#›</a:t>
            </a:fld>
            <a:endParaRPr lang="en-US" altLang="en-US"/>
          </a:p>
        </p:txBody>
      </p:sp>
    </p:spTree>
    <p:extLst>
      <p:ext uri="{BB962C8B-B14F-4D97-AF65-F5344CB8AC3E}">
        <p14:creationId xmlns:p14="http://schemas.microsoft.com/office/powerpoint/2010/main" val="1992718897"/>
      </p:ext>
    </p:extLst>
  </p:cSld>
  <p:clrMapOvr>
    <a:overrideClrMapping bg1="lt1" tx1="dk1" bg2="lt2" tx2="dk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a:t>Click to edit Master title style</a:t>
            </a:r>
          </a:p>
        </p:txBody>
      </p:sp>
      <p:sp>
        <p:nvSpPr>
          <p:cNvPr id="8" name="Content Placeholder 7"/>
          <p:cNvSpPr>
            <a:spLocks noGrp="1"/>
          </p:cNvSpPr>
          <p:nvPr>
            <p:ph sz="quarter" idx="1"/>
          </p:nvPr>
        </p:nvSpPr>
        <p:spPr>
          <a:xfrm>
            <a:off x="402336" y="1527048"/>
            <a:ext cx="1133856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9694B-CE62-4AF0-A56C-7CCC6E355F79}"/>
              </a:ext>
            </a:extLst>
          </p:cNvPr>
          <p:cNvSpPr>
            <a:spLocks noGrp="1"/>
          </p:cNvSpPr>
          <p:nvPr>
            <p:ph type="dt" sz="half" idx="10"/>
          </p:nvPr>
        </p:nvSpPr>
        <p:spPr/>
        <p:txBody>
          <a:bodyPr/>
          <a:lstStyle>
            <a:lvl1pPr>
              <a:defRPr/>
            </a:lvl1pPr>
          </a:lstStyle>
          <a:p>
            <a:pPr>
              <a:defRPr/>
            </a:pPr>
            <a:fld id="{0A231061-EF21-534F-AA44-A7E15D028C4F}" type="datetimeFigureOut">
              <a:rPr lang="en-US"/>
              <a:pPr>
                <a:defRPr/>
              </a:pPr>
              <a:t>2/19/20</a:t>
            </a:fld>
            <a:endParaRPr lang="en-US"/>
          </a:p>
        </p:txBody>
      </p:sp>
      <p:sp>
        <p:nvSpPr>
          <p:cNvPr id="5" name="Footer Placeholder 4">
            <a:extLst>
              <a:ext uri="{FF2B5EF4-FFF2-40B4-BE49-F238E27FC236}">
                <a16:creationId xmlns:a16="http://schemas.microsoft.com/office/drawing/2014/main" id="{FB50C0FF-E316-4327-B5FC-E07DAB3A09D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D8DD78B-1E76-4C14-8947-C2258E1E59BE}"/>
              </a:ext>
            </a:extLst>
          </p:cNvPr>
          <p:cNvSpPr>
            <a:spLocks noGrp="1"/>
          </p:cNvSpPr>
          <p:nvPr>
            <p:ph type="sldNum" sz="quarter" idx="12"/>
          </p:nvPr>
        </p:nvSpPr>
        <p:spPr>
          <a:xfrm>
            <a:off x="5816600" y="1027114"/>
            <a:ext cx="609600" cy="441325"/>
          </a:xfrm>
        </p:spPr>
        <p:txBody>
          <a:bodyPr/>
          <a:lstStyle>
            <a:lvl1pPr>
              <a:defRPr/>
            </a:lvl1pPr>
          </a:lstStyle>
          <a:p>
            <a:pPr>
              <a:defRPr/>
            </a:pPr>
            <a:fld id="{76A49D19-2F26-B143-BD19-93DA0C5B9521}" type="slidenum">
              <a:rPr lang="en-US" altLang="en-US"/>
              <a:pPr>
                <a:defRPr/>
              </a:pPr>
              <a:t>‹#›</a:t>
            </a:fld>
            <a:endParaRPr lang="en-US" altLang="en-US"/>
          </a:p>
        </p:txBody>
      </p:sp>
    </p:spTree>
    <p:extLst>
      <p:ext uri="{BB962C8B-B14F-4D97-AF65-F5344CB8AC3E}">
        <p14:creationId xmlns:p14="http://schemas.microsoft.com/office/powerpoint/2010/main" val="220052461"/>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07F5F080-72D1-466C-A43A-01A49C4EE08D}"/>
              </a:ext>
            </a:extLst>
          </p:cNvPr>
          <p:cNvSpPr>
            <a:spLocks noChangeArrowheads="1"/>
          </p:cNvSpPr>
          <p:nvPr/>
        </p:nvSpPr>
        <p:spPr bwMode="white">
          <a:xfrm>
            <a:off x="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5" name="Rectangle 20">
            <a:extLst>
              <a:ext uri="{FF2B5EF4-FFF2-40B4-BE49-F238E27FC236}">
                <a16:creationId xmlns:a16="http://schemas.microsoft.com/office/drawing/2014/main" id="{84315590-59E0-49AB-9469-0DCEF9BFC138}"/>
              </a:ext>
            </a:extLst>
          </p:cNvPr>
          <p:cNvSpPr>
            <a:spLocks noChangeArrowheads="1"/>
          </p:cNvSpPr>
          <p:nvPr/>
        </p:nvSpPr>
        <p:spPr bwMode="white">
          <a:xfrm>
            <a:off x="0" y="6705600"/>
            <a:ext cx="12192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6" name="Rectangle 21">
            <a:extLst>
              <a:ext uri="{FF2B5EF4-FFF2-40B4-BE49-F238E27FC236}">
                <a16:creationId xmlns:a16="http://schemas.microsoft.com/office/drawing/2014/main" id="{ACAA7756-28E5-4B57-A55B-F22C6BB663A1}"/>
              </a:ext>
            </a:extLst>
          </p:cNvPr>
          <p:cNvSpPr>
            <a:spLocks noChangeArrowheads="1"/>
          </p:cNvSpPr>
          <p:nvPr/>
        </p:nvSpPr>
        <p:spPr bwMode="white">
          <a:xfrm>
            <a:off x="0" y="0"/>
            <a:ext cx="12192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7" name="Rectangle 23">
            <a:extLst>
              <a:ext uri="{FF2B5EF4-FFF2-40B4-BE49-F238E27FC236}">
                <a16:creationId xmlns:a16="http://schemas.microsoft.com/office/drawing/2014/main" id="{07BBEE3D-F4F3-4B1F-872C-276A55D1AF26}"/>
              </a:ext>
            </a:extLst>
          </p:cNvPr>
          <p:cNvSpPr>
            <a:spLocks noChangeArrowheads="1"/>
          </p:cNvSpPr>
          <p:nvPr/>
        </p:nvSpPr>
        <p:spPr bwMode="white">
          <a:xfrm>
            <a:off x="11988800" y="1905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8" name="Rectangle 24">
            <a:extLst>
              <a:ext uri="{FF2B5EF4-FFF2-40B4-BE49-F238E27FC236}">
                <a16:creationId xmlns:a16="http://schemas.microsoft.com/office/drawing/2014/main" id="{C796B9E8-1C00-4C50-909C-014D824AED45}"/>
              </a:ext>
            </a:extLst>
          </p:cNvPr>
          <p:cNvSpPr>
            <a:spLocks noChangeArrowheads="1"/>
          </p:cNvSpPr>
          <p:nvPr/>
        </p:nvSpPr>
        <p:spPr bwMode="white">
          <a:xfrm>
            <a:off x="203200" y="2286000"/>
            <a:ext cx="11777133" cy="3048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9" name="Rectangle 25">
            <a:extLst>
              <a:ext uri="{FF2B5EF4-FFF2-40B4-BE49-F238E27FC236}">
                <a16:creationId xmlns:a16="http://schemas.microsoft.com/office/drawing/2014/main" id="{12F2400F-E093-4B9A-B834-001F66D45EDB}"/>
              </a:ext>
            </a:extLst>
          </p:cNvPr>
          <p:cNvSpPr>
            <a:spLocks noChangeArrowheads="1"/>
          </p:cNvSpPr>
          <p:nvPr/>
        </p:nvSpPr>
        <p:spPr bwMode="auto">
          <a:xfrm>
            <a:off x="207434" y="142875"/>
            <a:ext cx="11777133" cy="213995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10" name="Rectangle 9">
            <a:extLst>
              <a:ext uri="{FF2B5EF4-FFF2-40B4-BE49-F238E27FC236}">
                <a16:creationId xmlns:a16="http://schemas.microsoft.com/office/drawing/2014/main" id="{2922E083-B096-470C-B22E-82C8DCF84BC7}"/>
              </a:ext>
            </a:extLst>
          </p:cNvPr>
          <p:cNvSpPr>
            <a:spLocks noChangeArrowheads="1"/>
          </p:cNvSpPr>
          <p:nvPr/>
        </p:nvSpPr>
        <p:spPr bwMode="auto">
          <a:xfrm>
            <a:off x="194734" y="6391276"/>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solidFill>
                <a:prstClr val="black"/>
              </a:solidFill>
            </a:endParaRPr>
          </a:p>
        </p:txBody>
      </p:sp>
      <p:sp>
        <p:nvSpPr>
          <p:cNvPr id="11" name="Rectangle 10">
            <a:extLst>
              <a:ext uri="{FF2B5EF4-FFF2-40B4-BE49-F238E27FC236}">
                <a16:creationId xmlns:a16="http://schemas.microsoft.com/office/drawing/2014/main" id="{4531D630-6871-4AC4-B6DC-B53E68F973D4}"/>
              </a:ext>
            </a:extLst>
          </p:cNvPr>
          <p:cNvSpPr>
            <a:spLocks noChangeArrowheads="1"/>
          </p:cNvSpPr>
          <p:nvPr/>
        </p:nvSpPr>
        <p:spPr bwMode="auto">
          <a:xfrm>
            <a:off x="203200" y="152400"/>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solidFill>
                <a:prstClr val="black"/>
              </a:solidFill>
            </a:endParaRPr>
          </a:p>
        </p:txBody>
      </p:sp>
      <p:sp>
        <p:nvSpPr>
          <p:cNvPr id="12" name="Straight Connector 11">
            <a:extLst>
              <a:ext uri="{FF2B5EF4-FFF2-40B4-BE49-F238E27FC236}">
                <a16:creationId xmlns:a16="http://schemas.microsoft.com/office/drawing/2014/main" id="{DF142948-6DCA-4ED0-A12A-44CD6B7CF418}"/>
              </a:ext>
            </a:extLst>
          </p:cNvPr>
          <p:cNvSpPr>
            <a:spLocks noChangeShapeType="1"/>
          </p:cNvSpPr>
          <p:nvPr/>
        </p:nvSpPr>
        <p:spPr bwMode="auto">
          <a:xfrm>
            <a:off x="203200" y="2438400"/>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solidFill>
                <a:prstClr val="black"/>
              </a:solidFill>
            </a:endParaRPr>
          </a:p>
        </p:txBody>
      </p:sp>
      <p:sp>
        <p:nvSpPr>
          <p:cNvPr id="13" name="Oval 12">
            <a:extLst>
              <a:ext uri="{FF2B5EF4-FFF2-40B4-BE49-F238E27FC236}">
                <a16:creationId xmlns:a16="http://schemas.microsoft.com/office/drawing/2014/main" id="{BEDB4952-1140-45A9-AE13-A391CDF872D6}"/>
              </a:ext>
            </a:extLst>
          </p:cNvPr>
          <p:cNvSpPr/>
          <p:nvPr/>
        </p:nvSpPr>
        <p:spPr>
          <a:xfrm>
            <a:off x="5689600" y="211455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4" name="Oval 13">
            <a:extLst>
              <a:ext uri="{FF2B5EF4-FFF2-40B4-BE49-F238E27FC236}">
                <a16:creationId xmlns:a16="http://schemas.microsoft.com/office/drawing/2014/main" id="{9D82E171-334D-497C-B12B-6E158E737F7D}"/>
              </a:ext>
            </a:extLst>
          </p:cNvPr>
          <p:cNvSpPr/>
          <p:nvPr/>
        </p:nvSpPr>
        <p:spPr>
          <a:xfrm>
            <a:off x="5816600" y="2209800"/>
            <a:ext cx="5588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3" name="Text Placeholder 2"/>
          <p:cNvSpPr>
            <a:spLocks noGrp="1"/>
          </p:cNvSpPr>
          <p:nvPr>
            <p:ph type="body" idx="1"/>
          </p:nvPr>
        </p:nvSpPr>
        <p:spPr>
          <a:xfrm>
            <a:off x="1824568" y="2743200"/>
            <a:ext cx="8640232" cy="1673225"/>
          </a:xfrm>
        </p:spPr>
        <p:txBody>
          <a:bodyPr/>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963084" y="533400"/>
            <a:ext cx="10363200" cy="1524000"/>
          </a:xfrm>
        </p:spPr>
        <p:txBody>
          <a:bodyPr/>
          <a:lstStyle>
            <a:lvl1pPr algn="ctr">
              <a:buNone/>
              <a:defRPr sz="4200" b="0" cap="none" baseline="0">
                <a:solidFill>
                  <a:srgbClr val="FFFFFF"/>
                </a:solidFill>
              </a:defRPr>
            </a:lvl1pPr>
          </a:lstStyle>
          <a:p>
            <a:r>
              <a:rPr lang="en-US"/>
              <a:t>Click to edit Master title style</a:t>
            </a:r>
          </a:p>
        </p:txBody>
      </p:sp>
      <p:sp>
        <p:nvSpPr>
          <p:cNvPr id="15" name="Footer Placeholder 4">
            <a:extLst>
              <a:ext uri="{FF2B5EF4-FFF2-40B4-BE49-F238E27FC236}">
                <a16:creationId xmlns:a16="http://schemas.microsoft.com/office/drawing/2014/main" id="{9A34A249-E3D7-4A0D-9012-6094A67A5384}"/>
              </a:ext>
            </a:extLst>
          </p:cNvPr>
          <p:cNvSpPr>
            <a:spLocks noGrp="1"/>
          </p:cNvSpPr>
          <p:nvPr>
            <p:ph type="ftr" sz="quarter" idx="10"/>
          </p:nvPr>
        </p:nvSpPr>
        <p:spPr/>
        <p:txBody>
          <a:bodyPr/>
          <a:lstStyle>
            <a:lvl1pPr>
              <a:defRPr/>
            </a:lvl1pPr>
          </a:lstStyle>
          <a:p>
            <a:pPr>
              <a:defRPr/>
            </a:pPr>
            <a:endParaRPr lang="en-US"/>
          </a:p>
        </p:txBody>
      </p:sp>
      <p:sp>
        <p:nvSpPr>
          <p:cNvPr id="16" name="Date Placeholder 3">
            <a:extLst>
              <a:ext uri="{FF2B5EF4-FFF2-40B4-BE49-F238E27FC236}">
                <a16:creationId xmlns:a16="http://schemas.microsoft.com/office/drawing/2014/main" id="{AB31F632-5522-4262-BEE1-6F866112C1A7}"/>
              </a:ext>
            </a:extLst>
          </p:cNvPr>
          <p:cNvSpPr>
            <a:spLocks noGrp="1"/>
          </p:cNvSpPr>
          <p:nvPr>
            <p:ph type="dt" sz="half" idx="11"/>
          </p:nvPr>
        </p:nvSpPr>
        <p:spPr/>
        <p:txBody>
          <a:bodyPr/>
          <a:lstStyle>
            <a:lvl1pPr>
              <a:defRPr/>
            </a:lvl1pPr>
          </a:lstStyle>
          <a:p>
            <a:pPr>
              <a:defRPr/>
            </a:pPr>
            <a:fld id="{7A803D83-74AF-984B-8DC4-7AFB907B972C}" type="datetimeFigureOut">
              <a:rPr lang="en-US"/>
              <a:pPr>
                <a:defRPr/>
              </a:pPr>
              <a:t>2/19/20</a:t>
            </a:fld>
            <a:endParaRPr lang="en-US"/>
          </a:p>
        </p:txBody>
      </p:sp>
      <p:sp>
        <p:nvSpPr>
          <p:cNvPr id="17" name="Slide Number Placeholder 5">
            <a:extLst>
              <a:ext uri="{FF2B5EF4-FFF2-40B4-BE49-F238E27FC236}">
                <a16:creationId xmlns:a16="http://schemas.microsoft.com/office/drawing/2014/main" id="{F6490F6C-B712-4707-9B59-998CAEF9C09B}"/>
              </a:ext>
            </a:extLst>
          </p:cNvPr>
          <p:cNvSpPr>
            <a:spLocks noGrp="1"/>
          </p:cNvSpPr>
          <p:nvPr>
            <p:ph type="sldNum" sz="quarter" idx="12"/>
          </p:nvPr>
        </p:nvSpPr>
        <p:spPr>
          <a:xfrm>
            <a:off x="5791200" y="2198689"/>
            <a:ext cx="609600" cy="441325"/>
          </a:xfrm>
        </p:spPr>
        <p:txBody>
          <a:bodyPr/>
          <a:lstStyle>
            <a:lvl1pPr>
              <a:defRPr/>
            </a:lvl1pPr>
          </a:lstStyle>
          <a:p>
            <a:pPr>
              <a:defRPr/>
            </a:pPr>
            <a:fld id="{7DEC16EB-ACC2-284E-B5CC-EC725B7D5B82}" type="slidenum">
              <a:rPr lang="en-US" altLang="en-US"/>
              <a:pPr>
                <a:defRPr/>
              </a:pPr>
              <a:t>‹#›</a:t>
            </a:fld>
            <a:endParaRPr lang="en-US" altLang="en-US"/>
          </a:p>
        </p:txBody>
      </p:sp>
    </p:spTree>
    <p:extLst>
      <p:ext uri="{BB962C8B-B14F-4D97-AF65-F5344CB8AC3E}">
        <p14:creationId xmlns:p14="http://schemas.microsoft.com/office/powerpoint/2010/main" val="2137605978"/>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2"/>
        </a:solidFill>
        <a:effectLst/>
      </p:bgPr>
    </p:bg>
    <p:spTree>
      <p:nvGrpSpPr>
        <p:cNvPr id="1" name=""/>
        <p:cNvGrpSpPr/>
        <p:nvPr/>
      </p:nvGrpSpPr>
      <p:grpSpPr>
        <a:xfrm>
          <a:off x="0" y="0"/>
          <a:ext cx="0" cy="0"/>
          <a:chOff x="0" y="0"/>
          <a:chExt cx="0" cy="0"/>
        </a:xfrm>
      </p:grpSpPr>
      <p:sp>
        <p:nvSpPr>
          <p:cNvPr id="5" name="Straight Connector 19"/>
          <p:cNvSpPr>
            <a:spLocks noChangeShapeType="1"/>
          </p:cNvSpPr>
          <p:nvPr/>
        </p:nvSpPr>
        <p:spPr bwMode="auto">
          <a:xfrm flipV="1">
            <a:off x="6083301" y="1576388"/>
            <a:ext cx="12700" cy="4818062"/>
          </a:xfrm>
          <a:prstGeom prst="line">
            <a:avLst/>
          </a:prstGeom>
          <a:noFill/>
          <a:ln w="9525">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charset="0"/>
            </a:endParaRPr>
          </a:p>
        </p:txBody>
      </p:sp>
      <p:sp>
        <p:nvSpPr>
          <p:cNvPr id="2" name="Title 1"/>
          <p:cNvSpPr>
            <a:spLocks noGrp="1"/>
          </p:cNvSpPr>
          <p:nvPr>
            <p:ph type="title"/>
          </p:nvPr>
        </p:nvSpPr>
        <p:spPr>
          <a:xfrm>
            <a:off x="402336" y="228600"/>
            <a:ext cx="11379200" cy="758952"/>
          </a:xfrm>
        </p:spPr>
        <p:txBody>
          <a:bodyPr/>
          <a:lstStyle/>
          <a:p>
            <a:r>
              <a:rPr lang="en-US"/>
              <a:t>Click to edit Master title style</a:t>
            </a:r>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C443E240-8A52-429A-9CC7-E518CB0EEF3B}"/>
              </a:ext>
            </a:extLst>
          </p:cNvPr>
          <p:cNvSpPr>
            <a:spLocks noGrp="1"/>
          </p:cNvSpPr>
          <p:nvPr>
            <p:ph type="dt" sz="half" idx="10"/>
          </p:nvPr>
        </p:nvSpPr>
        <p:spPr>
          <a:xfrm>
            <a:off x="7721601" y="6410326"/>
            <a:ext cx="4059767" cy="365125"/>
          </a:xfrm>
        </p:spPr>
        <p:txBody>
          <a:bodyPr/>
          <a:lstStyle>
            <a:lvl1pPr>
              <a:defRPr/>
            </a:lvl1pPr>
          </a:lstStyle>
          <a:p>
            <a:pPr>
              <a:defRPr/>
            </a:pPr>
            <a:fld id="{FA5AB836-4F94-8547-827D-DDD448F5CFA8}" type="datetimeFigureOut">
              <a:rPr lang="en-US"/>
              <a:pPr>
                <a:defRPr/>
              </a:pPr>
              <a:t>2/19/20</a:t>
            </a:fld>
            <a:endParaRPr lang="en-US"/>
          </a:p>
        </p:txBody>
      </p:sp>
      <p:sp>
        <p:nvSpPr>
          <p:cNvPr id="7" name="Footer Placeholder 5">
            <a:extLst>
              <a:ext uri="{FF2B5EF4-FFF2-40B4-BE49-F238E27FC236}">
                <a16:creationId xmlns:a16="http://schemas.microsoft.com/office/drawing/2014/main" id="{096EAB25-60D3-4339-A817-765574DED52D}"/>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A694D8EB-326A-447F-8FBE-90F5F3B6FAD8}"/>
              </a:ext>
            </a:extLst>
          </p:cNvPr>
          <p:cNvSpPr>
            <a:spLocks noGrp="1"/>
          </p:cNvSpPr>
          <p:nvPr>
            <p:ph type="sldNum" sz="quarter" idx="12"/>
          </p:nvPr>
        </p:nvSpPr>
        <p:spPr/>
        <p:txBody>
          <a:bodyPr/>
          <a:lstStyle>
            <a:lvl1pPr>
              <a:defRPr/>
            </a:lvl1pPr>
          </a:lstStyle>
          <a:p>
            <a:pPr>
              <a:defRPr/>
            </a:pPr>
            <a:fld id="{9D85B7BB-9678-454B-911D-B175E7402525}" type="slidenum">
              <a:rPr lang="en-US" altLang="en-US"/>
              <a:pPr>
                <a:defRPr/>
              </a:pPr>
              <a:t>‹#›</a:t>
            </a:fld>
            <a:endParaRPr lang="en-US" altLang="en-US"/>
          </a:p>
        </p:txBody>
      </p:sp>
    </p:spTree>
    <p:extLst>
      <p:ext uri="{BB962C8B-B14F-4D97-AF65-F5344CB8AC3E}">
        <p14:creationId xmlns:p14="http://schemas.microsoft.com/office/powerpoint/2010/main" val="574945108"/>
      </p:ext>
    </p:extLst>
  </p:cSld>
  <p:clrMapOvr>
    <a:overrideClrMapping bg1="lt1" tx1="dk1" bg2="lt2" tx2="dk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solidFill>
          <a:schemeClr val="bg2"/>
        </a:solidFill>
        <a:effectLst/>
      </p:bgPr>
    </p:bg>
    <p:spTree>
      <p:nvGrpSpPr>
        <p:cNvPr id="1" name=""/>
        <p:cNvGrpSpPr/>
        <p:nvPr/>
      </p:nvGrpSpPr>
      <p:grpSpPr>
        <a:xfrm>
          <a:off x="0" y="0"/>
          <a:ext cx="0" cy="0"/>
          <a:chOff x="0" y="0"/>
          <a:chExt cx="0" cy="0"/>
        </a:xfrm>
      </p:grpSpPr>
      <p:sp>
        <p:nvSpPr>
          <p:cNvPr id="7" name="Straight Connector 19"/>
          <p:cNvSpPr>
            <a:spLocks noChangeShapeType="1"/>
          </p:cNvSpPr>
          <p:nvPr/>
        </p:nvSpPr>
        <p:spPr bwMode="auto">
          <a:xfrm flipV="1">
            <a:off x="6096000" y="2200276"/>
            <a:ext cx="0" cy="4187825"/>
          </a:xfrm>
          <a:prstGeom prst="line">
            <a:avLst/>
          </a:prstGeom>
          <a:noFill/>
          <a:ln w="9525">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charset="0"/>
            </a:endParaRPr>
          </a:p>
        </p:txBody>
      </p:sp>
      <p:sp>
        <p:nvSpPr>
          <p:cNvPr id="8" name="Rectangle 20">
            <a:extLst>
              <a:ext uri="{FF2B5EF4-FFF2-40B4-BE49-F238E27FC236}">
                <a16:creationId xmlns:a16="http://schemas.microsoft.com/office/drawing/2014/main" id="{9D83EAC9-E1A0-42DC-8782-F2124F02EEA0}"/>
              </a:ext>
            </a:extLst>
          </p:cNvPr>
          <p:cNvSpPr>
            <a:spLocks noChangeArrowheads="1"/>
          </p:cNvSpPr>
          <p:nvPr/>
        </p:nvSpPr>
        <p:spPr bwMode="white">
          <a:xfrm>
            <a:off x="0" y="0"/>
            <a:ext cx="12192000" cy="14478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9" name="Rectangle 21">
            <a:extLst>
              <a:ext uri="{FF2B5EF4-FFF2-40B4-BE49-F238E27FC236}">
                <a16:creationId xmlns:a16="http://schemas.microsoft.com/office/drawing/2014/main" id="{AFEEC24E-338B-4EB6-B826-A61FF78C06B1}"/>
              </a:ext>
            </a:extLst>
          </p:cNvPr>
          <p:cNvSpPr>
            <a:spLocks noChangeArrowheads="1"/>
          </p:cNvSpPr>
          <p:nvPr/>
        </p:nvSpPr>
        <p:spPr bwMode="white">
          <a:xfrm>
            <a:off x="0" y="6705600"/>
            <a:ext cx="12192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10" name="Rectangle 23">
            <a:extLst>
              <a:ext uri="{FF2B5EF4-FFF2-40B4-BE49-F238E27FC236}">
                <a16:creationId xmlns:a16="http://schemas.microsoft.com/office/drawing/2014/main" id="{998F7112-A714-421F-9DEE-742716D8E37C}"/>
              </a:ext>
            </a:extLst>
          </p:cNvPr>
          <p:cNvSpPr>
            <a:spLocks noChangeArrowheads="1"/>
          </p:cNvSpPr>
          <p:nvPr/>
        </p:nvSpPr>
        <p:spPr bwMode="white">
          <a:xfrm>
            <a:off x="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11" name="Rectangle 24">
            <a:extLst>
              <a:ext uri="{FF2B5EF4-FFF2-40B4-BE49-F238E27FC236}">
                <a16:creationId xmlns:a16="http://schemas.microsoft.com/office/drawing/2014/main" id="{18F07863-1B27-4C60-94CE-938B7CA9CABE}"/>
              </a:ext>
            </a:extLst>
          </p:cNvPr>
          <p:cNvSpPr>
            <a:spLocks noChangeArrowheads="1"/>
          </p:cNvSpPr>
          <p:nvPr/>
        </p:nvSpPr>
        <p:spPr bwMode="white">
          <a:xfrm>
            <a:off x="1198880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12" name="Rectangle 11">
            <a:extLst>
              <a:ext uri="{FF2B5EF4-FFF2-40B4-BE49-F238E27FC236}">
                <a16:creationId xmlns:a16="http://schemas.microsoft.com/office/drawing/2014/main" id="{2E84AEA6-E93A-4881-A527-5FE5D6C2433B}"/>
              </a:ext>
            </a:extLst>
          </p:cNvPr>
          <p:cNvSpPr/>
          <p:nvPr/>
        </p:nvSpPr>
        <p:spPr>
          <a:xfrm>
            <a:off x="203200" y="1371600"/>
            <a:ext cx="11777133"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a:extLst>
              <a:ext uri="{FF2B5EF4-FFF2-40B4-BE49-F238E27FC236}">
                <a16:creationId xmlns:a16="http://schemas.microsoft.com/office/drawing/2014/main" id="{DE8DA9D0-B498-4FAE-A8E2-8486E427E042}"/>
              </a:ext>
            </a:extLst>
          </p:cNvPr>
          <p:cNvSpPr>
            <a:spLocks noChangeArrowheads="1"/>
          </p:cNvSpPr>
          <p:nvPr/>
        </p:nvSpPr>
        <p:spPr bwMode="auto">
          <a:xfrm>
            <a:off x="194734" y="6391275"/>
            <a:ext cx="11777133"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solidFill>
                <a:prstClr val="black"/>
              </a:solidFill>
            </a:endParaRPr>
          </a:p>
        </p:txBody>
      </p:sp>
      <p:sp>
        <p:nvSpPr>
          <p:cNvPr id="14" name="Straight Connector 13">
            <a:extLst>
              <a:ext uri="{FF2B5EF4-FFF2-40B4-BE49-F238E27FC236}">
                <a16:creationId xmlns:a16="http://schemas.microsoft.com/office/drawing/2014/main" id="{36D6C7C2-4BE1-4774-89AF-14CFFE173F74}"/>
              </a:ext>
            </a:extLst>
          </p:cNvPr>
          <p:cNvSpPr>
            <a:spLocks noChangeShapeType="1"/>
          </p:cNvSpPr>
          <p:nvPr/>
        </p:nvSpPr>
        <p:spPr bwMode="auto">
          <a:xfrm>
            <a:off x="203200" y="1279525"/>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solidFill>
                <a:prstClr val="black"/>
              </a:solidFill>
            </a:endParaRPr>
          </a:p>
        </p:txBody>
      </p:sp>
      <p:sp>
        <p:nvSpPr>
          <p:cNvPr id="15" name="Rectangle 14">
            <a:extLst>
              <a:ext uri="{FF2B5EF4-FFF2-40B4-BE49-F238E27FC236}">
                <a16:creationId xmlns:a16="http://schemas.microsoft.com/office/drawing/2014/main" id="{A67086EA-F2A4-4378-888D-7A3A2A4B396A}"/>
              </a:ext>
            </a:extLst>
          </p:cNvPr>
          <p:cNvSpPr>
            <a:spLocks noChangeArrowheads="1"/>
          </p:cNvSpPr>
          <p:nvPr/>
        </p:nvSpPr>
        <p:spPr bwMode="auto">
          <a:xfrm>
            <a:off x="203200" y="155575"/>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solidFill>
                <a:prstClr val="black"/>
              </a:solidFill>
            </a:endParaRPr>
          </a:p>
        </p:txBody>
      </p:sp>
      <p:sp>
        <p:nvSpPr>
          <p:cNvPr id="16" name="Oval 15">
            <a:extLst>
              <a:ext uri="{FF2B5EF4-FFF2-40B4-BE49-F238E27FC236}">
                <a16:creationId xmlns:a16="http://schemas.microsoft.com/office/drawing/2014/main" id="{540E1FEA-01FD-4F50-A0AE-EE7CD7268AF8}"/>
              </a:ext>
            </a:extLst>
          </p:cNvPr>
          <p:cNvSpPr/>
          <p:nvPr/>
        </p:nvSpPr>
        <p:spPr>
          <a:xfrm>
            <a:off x="5689600" y="955675"/>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7" name="Oval 16">
            <a:extLst>
              <a:ext uri="{FF2B5EF4-FFF2-40B4-BE49-F238E27FC236}">
                <a16:creationId xmlns:a16="http://schemas.microsoft.com/office/drawing/2014/main" id="{5F40D130-D588-4D97-BA6A-27D4D608F1AF}"/>
              </a:ext>
            </a:extLst>
          </p:cNvPr>
          <p:cNvSpPr/>
          <p:nvPr/>
        </p:nvSpPr>
        <p:spPr>
          <a:xfrm>
            <a:off x="5816600" y="1050925"/>
            <a:ext cx="5588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4" name="Content Placeholder 23"/>
          <p:cNvSpPr>
            <a:spLocks noGrp="1"/>
          </p:cNvSpPr>
          <p:nvPr>
            <p:ph sz="quarter" idx="2"/>
          </p:nvPr>
        </p:nvSpPr>
        <p:spPr>
          <a:xfrm>
            <a:off x="402336" y="2471383"/>
            <a:ext cx="5388864" cy="3818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p:cNvSpPr>
            <a:spLocks noGrp="1"/>
          </p:cNvSpPr>
          <p:nvPr>
            <p:ph sz="quarter" idx="4"/>
          </p:nvPr>
        </p:nvSpPr>
        <p:spPr>
          <a:xfrm>
            <a:off x="6400800" y="2471383"/>
            <a:ext cx="5384800" cy="3822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22"/>
          <p:cNvSpPr>
            <a:spLocks noGrp="1"/>
          </p:cNvSpPr>
          <p:nvPr>
            <p:ph type="title"/>
          </p:nvPr>
        </p:nvSpPr>
        <p:spPr/>
        <p:txBody>
          <a:bodyPr rtlCol="0"/>
          <a:lstStyle/>
          <a:p>
            <a:r>
              <a:rPr lang="en-US"/>
              <a:t>Click to edit Master title style</a:t>
            </a:r>
          </a:p>
        </p:txBody>
      </p:sp>
      <p:sp>
        <p:nvSpPr>
          <p:cNvPr id="18" name="Date Placeholder 6">
            <a:extLst>
              <a:ext uri="{FF2B5EF4-FFF2-40B4-BE49-F238E27FC236}">
                <a16:creationId xmlns:a16="http://schemas.microsoft.com/office/drawing/2014/main" id="{148B7E7C-CE4A-4A4F-B006-C11E531065CD}"/>
              </a:ext>
            </a:extLst>
          </p:cNvPr>
          <p:cNvSpPr>
            <a:spLocks noGrp="1"/>
          </p:cNvSpPr>
          <p:nvPr>
            <p:ph type="dt" sz="half" idx="10"/>
          </p:nvPr>
        </p:nvSpPr>
        <p:spPr/>
        <p:txBody>
          <a:bodyPr/>
          <a:lstStyle>
            <a:lvl1pPr>
              <a:defRPr/>
            </a:lvl1pPr>
          </a:lstStyle>
          <a:p>
            <a:pPr>
              <a:defRPr/>
            </a:pPr>
            <a:fld id="{003DA615-5702-9940-A925-A773DD63F822}" type="datetimeFigureOut">
              <a:rPr lang="en-US"/>
              <a:pPr>
                <a:defRPr/>
              </a:pPr>
              <a:t>2/19/20</a:t>
            </a:fld>
            <a:endParaRPr lang="en-US"/>
          </a:p>
        </p:txBody>
      </p:sp>
      <p:sp>
        <p:nvSpPr>
          <p:cNvPr id="19" name="Footer Placeholder 7">
            <a:extLst>
              <a:ext uri="{FF2B5EF4-FFF2-40B4-BE49-F238E27FC236}">
                <a16:creationId xmlns:a16="http://schemas.microsoft.com/office/drawing/2014/main" id="{5B875F12-1675-4C64-9B51-056629F537A3}"/>
              </a:ext>
            </a:extLst>
          </p:cNvPr>
          <p:cNvSpPr>
            <a:spLocks noGrp="1"/>
          </p:cNvSpPr>
          <p:nvPr>
            <p:ph type="ftr" sz="quarter" idx="11"/>
          </p:nvPr>
        </p:nvSpPr>
        <p:spPr>
          <a:xfrm>
            <a:off x="406400" y="6410326"/>
            <a:ext cx="4775200" cy="365125"/>
          </a:xfrm>
        </p:spPr>
        <p:txBody>
          <a:bodyPr/>
          <a:lstStyle>
            <a:lvl1pPr>
              <a:defRPr/>
            </a:lvl1pPr>
          </a:lstStyle>
          <a:p>
            <a:pPr>
              <a:defRPr/>
            </a:pPr>
            <a:endParaRPr lang="en-US"/>
          </a:p>
        </p:txBody>
      </p:sp>
      <p:sp>
        <p:nvSpPr>
          <p:cNvPr id="20" name="Slide Number Placeholder 8">
            <a:extLst>
              <a:ext uri="{FF2B5EF4-FFF2-40B4-BE49-F238E27FC236}">
                <a16:creationId xmlns:a16="http://schemas.microsoft.com/office/drawing/2014/main" id="{1580A337-C598-488E-B882-F50B54186C26}"/>
              </a:ext>
            </a:extLst>
          </p:cNvPr>
          <p:cNvSpPr>
            <a:spLocks noGrp="1"/>
          </p:cNvSpPr>
          <p:nvPr>
            <p:ph type="sldNum" sz="quarter" idx="12"/>
          </p:nvPr>
        </p:nvSpPr>
        <p:spPr>
          <a:xfrm>
            <a:off x="5791200" y="1042989"/>
            <a:ext cx="609600" cy="441325"/>
          </a:xfrm>
        </p:spPr>
        <p:txBody>
          <a:bodyPr/>
          <a:lstStyle>
            <a:lvl1pPr>
              <a:defRPr/>
            </a:lvl1pPr>
          </a:lstStyle>
          <a:p>
            <a:pPr>
              <a:defRPr/>
            </a:pPr>
            <a:fld id="{00C2318E-D2B9-F847-9ABA-64A193B40FDE}" type="slidenum">
              <a:rPr lang="en-US" altLang="en-US"/>
              <a:pPr>
                <a:defRPr/>
              </a:pPr>
              <a:t>‹#›</a:t>
            </a:fld>
            <a:endParaRPr lang="en-US" altLang="en-US"/>
          </a:p>
        </p:txBody>
      </p:sp>
    </p:spTree>
    <p:extLst>
      <p:ext uri="{BB962C8B-B14F-4D97-AF65-F5344CB8AC3E}">
        <p14:creationId xmlns:p14="http://schemas.microsoft.com/office/powerpoint/2010/main" val="1739577363"/>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55B394C-CA16-43AA-BDDE-3976C51DEB0C}"/>
              </a:ext>
            </a:extLst>
          </p:cNvPr>
          <p:cNvSpPr>
            <a:spLocks noGrp="1"/>
          </p:cNvSpPr>
          <p:nvPr>
            <p:ph type="dt" sz="half" idx="10"/>
          </p:nvPr>
        </p:nvSpPr>
        <p:spPr/>
        <p:txBody>
          <a:bodyPr/>
          <a:lstStyle>
            <a:lvl1pPr>
              <a:defRPr/>
            </a:lvl1pPr>
          </a:lstStyle>
          <a:p>
            <a:pPr>
              <a:defRPr/>
            </a:pPr>
            <a:fld id="{4775643A-66CB-CC46-A86B-37DE41EFB7F8}" type="datetimeFigureOut">
              <a:rPr lang="en-US"/>
              <a:pPr>
                <a:defRPr/>
              </a:pPr>
              <a:t>2/19/20</a:t>
            </a:fld>
            <a:endParaRPr lang="en-US"/>
          </a:p>
        </p:txBody>
      </p:sp>
      <p:sp>
        <p:nvSpPr>
          <p:cNvPr id="4" name="Footer Placeholder 3">
            <a:extLst>
              <a:ext uri="{FF2B5EF4-FFF2-40B4-BE49-F238E27FC236}">
                <a16:creationId xmlns:a16="http://schemas.microsoft.com/office/drawing/2014/main" id="{D8030A96-42BC-430F-81A3-6E5FC57150D6}"/>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66AEDDC2-ECCD-45E9-A118-A1F5F7C6DCBF}"/>
              </a:ext>
            </a:extLst>
          </p:cNvPr>
          <p:cNvSpPr>
            <a:spLocks noGrp="1"/>
          </p:cNvSpPr>
          <p:nvPr>
            <p:ph type="sldNum" sz="quarter" idx="12"/>
          </p:nvPr>
        </p:nvSpPr>
        <p:spPr>
          <a:xfrm>
            <a:off x="5791200" y="1036639"/>
            <a:ext cx="609600" cy="441325"/>
          </a:xfrm>
        </p:spPr>
        <p:txBody>
          <a:bodyPr/>
          <a:lstStyle>
            <a:lvl1pPr>
              <a:defRPr/>
            </a:lvl1pPr>
          </a:lstStyle>
          <a:p>
            <a:pPr>
              <a:defRPr/>
            </a:pPr>
            <a:fld id="{6CB75D22-6E5E-A64B-8787-400FD6575E8F}" type="slidenum">
              <a:rPr lang="en-US" altLang="en-US"/>
              <a:pPr>
                <a:defRPr/>
              </a:pPr>
              <a:t>‹#›</a:t>
            </a:fld>
            <a:endParaRPr lang="en-US" altLang="en-US"/>
          </a:p>
        </p:txBody>
      </p:sp>
    </p:spTree>
    <p:extLst>
      <p:ext uri="{BB962C8B-B14F-4D97-AF65-F5344CB8AC3E}">
        <p14:creationId xmlns:p14="http://schemas.microsoft.com/office/powerpoint/2010/main" val="13592321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9">
            <a:extLst>
              <a:ext uri="{FF2B5EF4-FFF2-40B4-BE49-F238E27FC236}">
                <a16:creationId xmlns:a16="http://schemas.microsoft.com/office/drawing/2014/main" id="{66A51EF8-42A2-4920-B675-31BA454EC039}"/>
              </a:ext>
            </a:extLst>
          </p:cNvPr>
          <p:cNvSpPr>
            <a:spLocks noChangeArrowheads="1"/>
          </p:cNvSpPr>
          <p:nvPr/>
        </p:nvSpPr>
        <p:spPr bwMode="white">
          <a:xfrm>
            <a:off x="0" y="6705600"/>
            <a:ext cx="12192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3" name="Rectangle 20">
            <a:extLst>
              <a:ext uri="{FF2B5EF4-FFF2-40B4-BE49-F238E27FC236}">
                <a16:creationId xmlns:a16="http://schemas.microsoft.com/office/drawing/2014/main" id="{E57E99F4-C302-437A-B676-F10405BCB914}"/>
              </a:ext>
            </a:extLst>
          </p:cNvPr>
          <p:cNvSpPr>
            <a:spLocks noChangeArrowheads="1"/>
          </p:cNvSpPr>
          <p:nvPr/>
        </p:nvSpPr>
        <p:spPr bwMode="white">
          <a:xfrm>
            <a:off x="0" y="1"/>
            <a:ext cx="12192000" cy="15557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4" name="Rectangle 21">
            <a:extLst>
              <a:ext uri="{FF2B5EF4-FFF2-40B4-BE49-F238E27FC236}">
                <a16:creationId xmlns:a16="http://schemas.microsoft.com/office/drawing/2014/main" id="{94F444F6-B30B-455B-8F56-03749D741317}"/>
              </a:ext>
            </a:extLst>
          </p:cNvPr>
          <p:cNvSpPr>
            <a:spLocks noChangeArrowheads="1"/>
          </p:cNvSpPr>
          <p:nvPr/>
        </p:nvSpPr>
        <p:spPr bwMode="white">
          <a:xfrm>
            <a:off x="1198880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5" name="Rectangle 23">
            <a:extLst>
              <a:ext uri="{FF2B5EF4-FFF2-40B4-BE49-F238E27FC236}">
                <a16:creationId xmlns:a16="http://schemas.microsoft.com/office/drawing/2014/main" id="{07FD51D2-7931-4177-9E30-7D4959C86746}"/>
              </a:ext>
            </a:extLst>
          </p:cNvPr>
          <p:cNvSpPr>
            <a:spLocks noChangeArrowheads="1"/>
          </p:cNvSpPr>
          <p:nvPr/>
        </p:nvSpPr>
        <p:spPr bwMode="white">
          <a:xfrm>
            <a:off x="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6" name="Rectangle 5">
            <a:extLst>
              <a:ext uri="{FF2B5EF4-FFF2-40B4-BE49-F238E27FC236}">
                <a16:creationId xmlns:a16="http://schemas.microsoft.com/office/drawing/2014/main" id="{5053C725-14C8-4B70-ADEE-333EBA71D93D}"/>
              </a:ext>
            </a:extLst>
          </p:cNvPr>
          <p:cNvSpPr>
            <a:spLocks noChangeArrowheads="1"/>
          </p:cNvSpPr>
          <p:nvPr/>
        </p:nvSpPr>
        <p:spPr bwMode="auto">
          <a:xfrm>
            <a:off x="194734" y="6391276"/>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solidFill>
                <a:prstClr val="black"/>
              </a:solidFill>
            </a:endParaRPr>
          </a:p>
        </p:txBody>
      </p:sp>
      <p:sp>
        <p:nvSpPr>
          <p:cNvPr id="7" name="Rectangle 6">
            <a:extLst>
              <a:ext uri="{FF2B5EF4-FFF2-40B4-BE49-F238E27FC236}">
                <a16:creationId xmlns:a16="http://schemas.microsoft.com/office/drawing/2014/main" id="{2ABFFE6A-0633-42F4-A93B-554EC019E96D}"/>
              </a:ext>
            </a:extLst>
          </p:cNvPr>
          <p:cNvSpPr>
            <a:spLocks noChangeArrowheads="1"/>
          </p:cNvSpPr>
          <p:nvPr/>
        </p:nvSpPr>
        <p:spPr bwMode="auto">
          <a:xfrm>
            <a:off x="203200" y="158750"/>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solidFill>
                <a:prstClr val="black"/>
              </a:solidFill>
            </a:endParaRPr>
          </a:p>
        </p:txBody>
      </p:sp>
      <p:sp>
        <p:nvSpPr>
          <p:cNvPr id="8" name="Date Placeholder 1">
            <a:extLst>
              <a:ext uri="{FF2B5EF4-FFF2-40B4-BE49-F238E27FC236}">
                <a16:creationId xmlns:a16="http://schemas.microsoft.com/office/drawing/2014/main" id="{6D080FBD-20E6-4FEA-ACB1-AA238220AD03}"/>
              </a:ext>
            </a:extLst>
          </p:cNvPr>
          <p:cNvSpPr>
            <a:spLocks noGrp="1"/>
          </p:cNvSpPr>
          <p:nvPr>
            <p:ph type="dt" sz="half" idx="10"/>
          </p:nvPr>
        </p:nvSpPr>
        <p:spPr/>
        <p:txBody>
          <a:bodyPr/>
          <a:lstStyle>
            <a:lvl1pPr>
              <a:defRPr/>
            </a:lvl1pPr>
          </a:lstStyle>
          <a:p>
            <a:pPr>
              <a:defRPr/>
            </a:pPr>
            <a:fld id="{1C08CD15-FCF0-FD4D-83DC-6A88268919BB}" type="datetimeFigureOut">
              <a:rPr lang="en-US"/>
              <a:pPr>
                <a:defRPr/>
              </a:pPr>
              <a:t>2/19/20</a:t>
            </a:fld>
            <a:endParaRPr lang="en-US"/>
          </a:p>
        </p:txBody>
      </p:sp>
      <p:sp>
        <p:nvSpPr>
          <p:cNvPr id="9" name="Footer Placeholder 2">
            <a:extLst>
              <a:ext uri="{FF2B5EF4-FFF2-40B4-BE49-F238E27FC236}">
                <a16:creationId xmlns:a16="http://schemas.microsoft.com/office/drawing/2014/main" id="{F20631D2-9C5D-4762-949C-9EF553FCD3F8}"/>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3">
            <a:extLst>
              <a:ext uri="{FF2B5EF4-FFF2-40B4-BE49-F238E27FC236}">
                <a16:creationId xmlns:a16="http://schemas.microsoft.com/office/drawing/2014/main" id="{AE2B7547-1702-4DCA-B00E-763D6DF33A25}"/>
              </a:ext>
            </a:extLst>
          </p:cNvPr>
          <p:cNvSpPr>
            <a:spLocks noGrp="1"/>
          </p:cNvSpPr>
          <p:nvPr>
            <p:ph type="sldNum" sz="quarter" idx="12"/>
          </p:nvPr>
        </p:nvSpPr>
        <p:spPr>
          <a:xfrm>
            <a:off x="5689600" y="6324601"/>
            <a:ext cx="812800" cy="441325"/>
          </a:xfrm>
        </p:spPr>
        <p:txBody>
          <a:bodyPr/>
          <a:lstStyle>
            <a:lvl1pPr>
              <a:defRPr>
                <a:solidFill>
                  <a:srgbClr val="FFFFFF"/>
                </a:solidFill>
              </a:defRPr>
            </a:lvl1pPr>
          </a:lstStyle>
          <a:p>
            <a:pPr>
              <a:defRPr/>
            </a:pPr>
            <a:fld id="{92432063-1B0E-BD4F-864C-A9D228364794}" type="slidenum">
              <a:rPr lang="en-US" altLang="en-US"/>
              <a:pPr>
                <a:defRPr/>
              </a:pPr>
              <a:t>‹#›</a:t>
            </a:fld>
            <a:endParaRPr lang="en-US" altLang="en-US"/>
          </a:p>
        </p:txBody>
      </p:sp>
    </p:spTree>
    <p:extLst>
      <p:ext uri="{BB962C8B-B14F-4D97-AF65-F5344CB8AC3E}">
        <p14:creationId xmlns:p14="http://schemas.microsoft.com/office/powerpoint/2010/main" val="665634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73ED582-C013-4FFF-84B0-10DEE091C9D2}"/>
              </a:ext>
            </a:extLst>
          </p:cNvPr>
          <p:cNvSpPr>
            <a:spLocks noChangeArrowheads="1"/>
          </p:cNvSpPr>
          <p:nvPr/>
        </p:nvSpPr>
        <p:spPr bwMode="auto">
          <a:xfrm>
            <a:off x="203200" y="152400"/>
            <a:ext cx="11777133"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solidFill>
                <a:prstClr val="black"/>
              </a:solidFill>
            </a:endParaRPr>
          </a:p>
        </p:txBody>
      </p:sp>
      <p:sp>
        <p:nvSpPr>
          <p:cNvPr id="6" name="Rectangle 20">
            <a:extLst>
              <a:ext uri="{FF2B5EF4-FFF2-40B4-BE49-F238E27FC236}">
                <a16:creationId xmlns:a16="http://schemas.microsoft.com/office/drawing/2014/main" id="{BC6B2666-37D7-4F2B-9AB1-39A4138857BB}"/>
              </a:ext>
            </a:extLst>
          </p:cNvPr>
          <p:cNvSpPr>
            <a:spLocks noChangeArrowheads="1"/>
          </p:cNvSpPr>
          <p:nvPr/>
        </p:nvSpPr>
        <p:spPr bwMode="white">
          <a:xfrm>
            <a:off x="0" y="6705600"/>
            <a:ext cx="12192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7" name="Rectangle 21">
            <a:extLst>
              <a:ext uri="{FF2B5EF4-FFF2-40B4-BE49-F238E27FC236}">
                <a16:creationId xmlns:a16="http://schemas.microsoft.com/office/drawing/2014/main" id="{5E87FC12-E139-494B-A654-EE51433E2399}"/>
              </a:ext>
            </a:extLst>
          </p:cNvPr>
          <p:cNvSpPr>
            <a:spLocks noChangeArrowheads="1"/>
          </p:cNvSpPr>
          <p:nvPr/>
        </p:nvSpPr>
        <p:spPr bwMode="white">
          <a:xfrm>
            <a:off x="1198880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8" name="Rectangle 23">
            <a:extLst>
              <a:ext uri="{FF2B5EF4-FFF2-40B4-BE49-F238E27FC236}">
                <a16:creationId xmlns:a16="http://schemas.microsoft.com/office/drawing/2014/main" id="{BB058EF3-14FB-45B4-A842-879245EE6517}"/>
              </a:ext>
            </a:extLst>
          </p:cNvPr>
          <p:cNvSpPr>
            <a:spLocks noChangeArrowheads="1"/>
          </p:cNvSpPr>
          <p:nvPr/>
        </p:nvSpPr>
        <p:spPr bwMode="white">
          <a:xfrm>
            <a:off x="0" y="1"/>
            <a:ext cx="12192000" cy="119063"/>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9" name="Rectangle 24">
            <a:extLst>
              <a:ext uri="{FF2B5EF4-FFF2-40B4-BE49-F238E27FC236}">
                <a16:creationId xmlns:a16="http://schemas.microsoft.com/office/drawing/2014/main" id="{01A2BFD7-5FB0-4EF4-AE7D-848052D6EEBE}"/>
              </a:ext>
            </a:extLst>
          </p:cNvPr>
          <p:cNvSpPr>
            <a:spLocks noChangeArrowheads="1"/>
          </p:cNvSpPr>
          <p:nvPr/>
        </p:nvSpPr>
        <p:spPr bwMode="white">
          <a:xfrm>
            <a:off x="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10" name="Rectangle 9">
            <a:extLst>
              <a:ext uri="{FF2B5EF4-FFF2-40B4-BE49-F238E27FC236}">
                <a16:creationId xmlns:a16="http://schemas.microsoft.com/office/drawing/2014/main" id="{F8CDC159-4065-4108-B447-01CF8B9DFFBE}"/>
              </a:ext>
            </a:extLst>
          </p:cNvPr>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9755C48-40AE-4843-928A-44D2942EA4E1}"/>
              </a:ext>
            </a:extLst>
          </p:cNvPr>
          <p:cNvSpPr>
            <a:spLocks noChangeArrowheads="1"/>
          </p:cNvSpPr>
          <p:nvPr/>
        </p:nvSpPr>
        <p:spPr bwMode="auto">
          <a:xfrm>
            <a:off x="203200" y="152400"/>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solidFill>
                <a:prstClr val="black"/>
              </a:solidFill>
            </a:endParaRPr>
          </a:p>
        </p:txBody>
      </p:sp>
      <p:sp>
        <p:nvSpPr>
          <p:cNvPr id="12" name="Straight Connector 11">
            <a:extLst>
              <a:ext uri="{FF2B5EF4-FFF2-40B4-BE49-F238E27FC236}">
                <a16:creationId xmlns:a16="http://schemas.microsoft.com/office/drawing/2014/main" id="{804B146F-2746-491B-AAF7-305BB8BD8C93}"/>
              </a:ext>
            </a:extLst>
          </p:cNvPr>
          <p:cNvSpPr>
            <a:spLocks noChangeShapeType="1"/>
          </p:cNvSpPr>
          <p:nvPr/>
        </p:nvSpPr>
        <p:spPr bwMode="auto">
          <a:xfrm>
            <a:off x="203200" y="533400"/>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solidFill>
                <a:prstClr val="black"/>
              </a:solidFill>
            </a:endParaRPr>
          </a:p>
        </p:txBody>
      </p:sp>
      <p:sp>
        <p:nvSpPr>
          <p:cNvPr id="13" name="Oval 12">
            <a:extLst>
              <a:ext uri="{FF2B5EF4-FFF2-40B4-BE49-F238E27FC236}">
                <a16:creationId xmlns:a16="http://schemas.microsoft.com/office/drawing/2014/main" id="{AD991758-4E9B-448E-B27F-5D22B59690E4}"/>
              </a:ext>
            </a:extLst>
          </p:cNvPr>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4" name="Oval 13">
            <a:extLst>
              <a:ext uri="{FF2B5EF4-FFF2-40B4-BE49-F238E27FC236}">
                <a16:creationId xmlns:a16="http://schemas.microsoft.com/office/drawing/2014/main" id="{DABC9EEA-76EE-458C-BA9D-6F9ACC2F3C6A}"/>
              </a:ext>
            </a:extLst>
          </p:cNvPr>
          <p:cNvSpPr/>
          <p:nvPr/>
        </p:nvSpPr>
        <p:spPr>
          <a:xfrm>
            <a:off x="1854200" y="323850"/>
            <a:ext cx="5588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a:extLst>
              <a:ext uri="{FF2B5EF4-FFF2-40B4-BE49-F238E27FC236}">
                <a16:creationId xmlns:a16="http://schemas.microsoft.com/office/drawing/2014/main" id="{F43FE0F5-57C6-4259-8BE7-BC7C0BAC8A12}"/>
              </a:ext>
            </a:extLst>
          </p:cNvPr>
          <p:cNvSpPr>
            <a:spLocks noChangeArrowheads="1"/>
          </p:cNvSpPr>
          <p:nvPr/>
        </p:nvSpPr>
        <p:spPr bwMode="auto">
          <a:xfrm>
            <a:off x="198967" y="6388101"/>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solidFill>
                <a:prstClr val="black"/>
              </a:solidFill>
            </a:endParaRPr>
          </a:p>
        </p:txBody>
      </p:sp>
      <p:sp>
        <p:nvSpPr>
          <p:cNvPr id="2" name="Title 1"/>
          <p:cNvSpPr>
            <a:spLocks noGrp="1"/>
          </p:cNvSpPr>
          <p:nvPr>
            <p:ph type="title"/>
          </p:nvPr>
        </p:nvSpPr>
        <p:spPr>
          <a:xfrm>
            <a:off x="508000" y="914400"/>
            <a:ext cx="3149600" cy="990600"/>
          </a:xfrm>
        </p:spPr>
        <p:txBody>
          <a:bodyPr>
            <a:noAutofit/>
          </a:bodyPr>
          <a:lstStyle>
            <a:lvl1pPr algn="l">
              <a:buNone/>
              <a:defRPr sz="2200" b="1">
                <a:solidFill>
                  <a:srgbClr val="FFFFFF"/>
                </a:solidFill>
              </a:defRPr>
            </a:lvl1pPr>
          </a:lstStyle>
          <a:p>
            <a:r>
              <a:rPr lang="en-US"/>
              <a:t>Click to edit Master title style</a:t>
            </a:r>
          </a:p>
        </p:txBody>
      </p:sp>
      <p:sp>
        <p:nvSpPr>
          <p:cNvPr id="3" name="Text Placeholder 2"/>
          <p:cNvSpPr>
            <a:spLocks noGrp="1"/>
          </p:cNvSpPr>
          <p:nvPr>
            <p:ph type="body" idx="2"/>
          </p:nvPr>
        </p:nvSpPr>
        <p:spPr>
          <a:xfrm>
            <a:off x="508000" y="1981201"/>
            <a:ext cx="31496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0" name="Content Placeholder 19"/>
          <p:cNvSpPr>
            <a:spLocks noGrp="1"/>
          </p:cNvSpPr>
          <p:nvPr>
            <p:ph sz="quarter" idx="1"/>
          </p:nvPr>
        </p:nvSpPr>
        <p:spPr>
          <a:xfrm>
            <a:off x="4165600" y="685800"/>
            <a:ext cx="75184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6">
            <a:extLst>
              <a:ext uri="{FF2B5EF4-FFF2-40B4-BE49-F238E27FC236}">
                <a16:creationId xmlns:a16="http://schemas.microsoft.com/office/drawing/2014/main" id="{3C56C43B-7AF5-41C2-A25C-F50F603D3104}"/>
              </a:ext>
            </a:extLst>
          </p:cNvPr>
          <p:cNvSpPr>
            <a:spLocks noGrp="1"/>
          </p:cNvSpPr>
          <p:nvPr>
            <p:ph type="sldNum" sz="quarter" idx="10"/>
          </p:nvPr>
        </p:nvSpPr>
        <p:spPr>
          <a:xfrm>
            <a:off x="1828800" y="312739"/>
            <a:ext cx="609600" cy="441325"/>
          </a:xfrm>
        </p:spPr>
        <p:txBody>
          <a:bodyPr/>
          <a:lstStyle>
            <a:lvl1pPr>
              <a:defRPr/>
            </a:lvl1pPr>
          </a:lstStyle>
          <a:p>
            <a:pPr>
              <a:defRPr/>
            </a:pPr>
            <a:fld id="{2211F9A9-7586-7742-8D7E-A4DA49B5A175}" type="slidenum">
              <a:rPr lang="en-US" altLang="en-US"/>
              <a:pPr>
                <a:defRPr/>
              </a:pPr>
              <a:t>‹#›</a:t>
            </a:fld>
            <a:endParaRPr lang="en-US" altLang="en-US"/>
          </a:p>
        </p:txBody>
      </p:sp>
      <p:sp>
        <p:nvSpPr>
          <p:cNvPr id="17" name="Date Placeholder 4">
            <a:extLst>
              <a:ext uri="{FF2B5EF4-FFF2-40B4-BE49-F238E27FC236}">
                <a16:creationId xmlns:a16="http://schemas.microsoft.com/office/drawing/2014/main" id="{799C905D-43C5-4B61-B681-49BFB603D93D}"/>
              </a:ext>
            </a:extLst>
          </p:cNvPr>
          <p:cNvSpPr>
            <a:spLocks noGrp="1"/>
          </p:cNvSpPr>
          <p:nvPr>
            <p:ph type="dt" sz="half" idx="11"/>
          </p:nvPr>
        </p:nvSpPr>
        <p:spPr/>
        <p:txBody>
          <a:bodyPr/>
          <a:lstStyle>
            <a:lvl1pPr>
              <a:defRPr/>
            </a:lvl1pPr>
          </a:lstStyle>
          <a:p>
            <a:pPr>
              <a:defRPr/>
            </a:pPr>
            <a:fld id="{01E7F2B1-F4DC-8B44-9407-F729F17C8F4B}" type="datetimeFigureOut">
              <a:rPr lang="en-US"/>
              <a:pPr>
                <a:defRPr/>
              </a:pPr>
              <a:t>2/19/20</a:t>
            </a:fld>
            <a:endParaRPr lang="en-US"/>
          </a:p>
        </p:txBody>
      </p:sp>
      <p:sp>
        <p:nvSpPr>
          <p:cNvPr id="18" name="Footer Placeholder 5">
            <a:extLst>
              <a:ext uri="{FF2B5EF4-FFF2-40B4-BE49-F238E27FC236}">
                <a16:creationId xmlns:a16="http://schemas.microsoft.com/office/drawing/2014/main" id="{6E26EBB6-5BAF-43BD-ACDA-6F59B4FE1F2E}"/>
              </a:ext>
            </a:extLst>
          </p:cNvPr>
          <p:cNvSpPr>
            <a:spLocks noGrp="1"/>
          </p:cNvSpPr>
          <p:nvPr>
            <p:ph type="ftr" sz="quarter" idx="12"/>
          </p:nvPr>
        </p:nvSpPr>
        <p:spPr>
          <a:xfrm>
            <a:off x="402168" y="6410326"/>
            <a:ext cx="4510617" cy="366713"/>
          </a:xfrm>
        </p:spPr>
        <p:txBody>
          <a:bodyPr/>
          <a:lstStyle>
            <a:lvl1pPr>
              <a:defRPr/>
            </a:lvl1pPr>
          </a:lstStyle>
          <a:p>
            <a:pPr>
              <a:defRPr/>
            </a:pPr>
            <a:endParaRPr lang="en-US"/>
          </a:p>
        </p:txBody>
      </p:sp>
    </p:spTree>
    <p:extLst>
      <p:ext uri="{BB962C8B-B14F-4D97-AF65-F5344CB8AC3E}">
        <p14:creationId xmlns:p14="http://schemas.microsoft.com/office/powerpoint/2010/main" val="2055668115"/>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DA390E6F-3FCB-4BB1-BCA3-59A7B79E42B1}"/>
              </a:ext>
            </a:extLst>
          </p:cNvPr>
          <p:cNvSpPr>
            <a:spLocks noChangeShapeType="1"/>
          </p:cNvSpPr>
          <p:nvPr/>
        </p:nvSpPr>
        <p:spPr bwMode="auto">
          <a:xfrm>
            <a:off x="203200" y="533400"/>
            <a:ext cx="11777133"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solidFill>
                <a:prstClr val="black"/>
              </a:solidFill>
            </a:endParaRPr>
          </a:p>
        </p:txBody>
      </p:sp>
      <p:sp>
        <p:nvSpPr>
          <p:cNvPr id="6" name="Rectangle 20">
            <a:extLst>
              <a:ext uri="{FF2B5EF4-FFF2-40B4-BE49-F238E27FC236}">
                <a16:creationId xmlns:a16="http://schemas.microsoft.com/office/drawing/2014/main" id="{E3D363B5-D2A1-4671-B19A-E19A099C0F6A}"/>
              </a:ext>
            </a:extLst>
          </p:cNvPr>
          <p:cNvSpPr>
            <a:spLocks noChangeArrowheads="1"/>
          </p:cNvSpPr>
          <p:nvPr/>
        </p:nvSpPr>
        <p:spPr bwMode="white">
          <a:xfrm>
            <a:off x="0" y="6705600"/>
            <a:ext cx="12192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7" name="Rectangle 21">
            <a:extLst>
              <a:ext uri="{FF2B5EF4-FFF2-40B4-BE49-F238E27FC236}">
                <a16:creationId xmlns:a16="http://schemas.microsoft.com/office/drawing/2014/main" id="{029F056C-EE3F-4200-BA04-B6648986AD50}"/>
              </a:ext>
            </a:extLst>
          </p:cNvPr>
          <p:cNvSpPr>
            <a:spLocks noChangeArrowheads="1"/>
          </p:cNvSpPr>
          <p:nvPr/>
        </p:nvSpPr>
        <p:spPr bwMode="white">
          <a:xfrm>
            <a:off x="1198880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8" name="Rectangle 23">
            <a:extLst>
              <a:ext uri="{FF2B5EF4-FFF2-40B4-BE49-F238E27FC236}">
                <a16:creationId xmlns:a16="http://schemas.microsoft.com/office/drawing/2014/main" id="{51C8C63C-DD3E-49BB-94B7-598059FD6385}"/>
              </a:ext>
            </a:extLst>
          </p:cNvPr>
          <p:cNvSpPr>
            <a:spLocks noChangeArrowheads="1"/>
          </p:cNvSpPr>
          <p:nvPr/>
        </p:nvSpPr>
        <p:spPr bwMode="white">
          <a:xfrm>
            <a:off x="0" y="0"/>
            <a:ext cx="12192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9" name="Rectangle 24">
            <a:extLst>
              <a:ext uri="{FF2B5EF4-FFF2-40B4-BE49-F238E27FC236}">
                <a16:creationId xmlns:a16="http://schemas.microsoft.com/office/drawing/2014/main" id="{234FD39B-3774-4A8E-B606-1B75F7727014}"/>
              </a:ext>
            </a:extLst>
          </p:cNvPr>
          <p:cNvSpPr>
            <a:spLocks noChangeArrowheads="1"/>
          </p:cNvSpPr>
          <p:nvPr/>
        </p:nvSpPr>
        <p:spPr bwMode="white">
          <a:xfrm>
            <a:off x="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10" name="Rectangle 9">
            <a:extLst>
              <a:ext uri="{FF2B5EF4-FFF2-40B4-BE49-F238E27FC236}">
                <a16:creationId xmlns:a16="http://schemas.microsoft.com/office/drawing/2014/main" id="{B1CA4063-2624-40AF-94DF-D04941C163E1}"/>
              </a:ext>
            </a:extLst>
          </p:cNvPr>
          <p:cNvSpPr>
            <a:spLocks noChangeArrowheads="1"/>
          </p:cNvSpPr>
          <p:nvPr/>
        </p:nvSpPr>
        <p:spPr bwMode="auto">
          <a:xfrm>
            <a:off x="203200" y="152401"/>
            <a:ext cx="11777133"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solidFill>
                <a:prstClr val="black"/>
              </a:solidFill>
            </a:endParaRPr>
          </a:p>
        </p:txBody>
      </p:sp>
      <p:sp>
        <p:nvSpPr>
          <p:cNvPr id="11" name="Rectangle 10">
            <a:extLst>
              <a:ext uri="{FF2B5EF4-FFF2-40B4-BE49-F238E27FC236}">
                <a16:creationId xmlns:a16="http://schemas.microsoft.com/office/drawing/2014/main" id="{326DE290-5D61-4A48-B684-BA99E3992917}"/>
              </a:ext>
            </a:extLst>
          </p:cNvPr>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a:extLst>
              <a:ext uri="{FF2B5EF4-FFF2-40B4-BE49-F238E27FC236}">
                <a16:creationId xmlns:a16="http://schemas.microsoft.com/office/drawing/2014/main" id="{06C45151-5922-4D67-BE28-9DF45456B4E3}"/>
              </a:ext>
            </a:extLst>
          </p:cNvPr>
          <p:cNvSpPr>
            <a:spLocks noChangeArrowheads="1"/>
          </p:cNvSpPr>
          <p:nvPr/>
        </p:nvSpPr>
        <p:spPr bwMode="auto">
          <a:xfrm>
            <a:off x="203200" y="155575"/>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solidFill>
                <a:prstClr val="black"/>
              </a:solidFill>
            </a:endParaRPr>
          </a:p>
        </p:txBody>
      </p:sp>
      <p:sp>
        <p:nvSpPr>
          <p:cNvPr id="13" name="Oval 12">
            <a:extLst>
              <a:ext uri="{FF2B5EF4-FFF2-40B4-BE49-F238E27FC236}">
                <a16:creationId xmlns:a16="http://schemas.microsoft.com/office/drawing/2014/main" id="{310B0815-1293-47BB-8153-07D314D464E1}"/>
              </a:ext>
            </a:extLst>
          </p:cNvPr>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4" name="Oval 13">
            <a:extLst>
              <a:ext uri="{FF2B5EF4-FFF2-40B4-BE49-F238E27FC236}">
                <a16:creationId xmlns:a16="http://schemas.microsoft.com/office/drawing/2014/main" id="{368F624D-EAB9-4A45-AAF2-92650DDB0304}"/>
              </a:ext>
            </a:extLst>
          </p:cNvPr>
          <p:cNvSpPr/>
          <p:nvPr/>
        </p:nvSpPr>
        <p:spPr>
          <a:xfrm>
            <a:off x="1854200" y="323850"/>
            <a:ext cx="5588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5" name="Rectangle 14">
            <a:extLst>
              <a:ext uri="{FF2B5EF4-FFF2-40B4-BE49-F238E27FC236}">
                <a16:creationId xmlns:a16="http://schemas.microsoft.com/office/drawing/2014/main" id="{23304259-D36F-4DDE-8FCF-BFEBCA0E2F0B}"/>
              </a:ext>
            </a:extLst>
          </p:cNvPr>
          <p:cNvSpPr>
            <a:spLocks noChangeArrowheads="1"/>
          </p:cNvSpPr>
          <p:nvPr/>
        </p:nvSpPr>
        <p:spPr bwMode="auto">
          <a:xfrm>
            <a:off x="198967" y="6388101"/>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solidFill>
                <a:prstClr val="black"/>
              </a:solidFill>
            </a:endParaRPr>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lang="en-US"/>
              <a:t>Click to edit Master title style</a:t>
            </a:r>
          </a:p>
        </p:txBody>
      </p:sp>
      <p:sp>
        <p:nvSpPr>
          <p:cNvPr id="3" name="Picture Placeholder 2"/>
          <p:cNvSpPr>
            <a:spLocks noGrp="1"/>
          </p:cNvSpPr>
          <p:nvPr>
            <p:ph type="pic" idx="1"/>
          </p:nvPr>
        </p:nvSpPr>
        <p:spPr>
          <a:xfrm>
            <a:off x="4000500" y="609600"/>
            <a:ext cx="7823200" cy="4267200"/>
          </a:xfrm>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a:r>
              <a:rPr lang="en-US"/>
              <a:t>Click to edit Master text styles</a:t>
            </a:r>
          </a:p>
        </p:txBody>
      </p:sp>
      <p:sp>
        <p:nvSpPr>
          <p:cNvPr id="16" name="Slide Number Placeholder 6">
            <a:extLst>
              <a:ext uri="{FF2B5EF4-FFF2-40B4-BE49-F238E27FC236}">
                <a16:creationId xmlns:a16="http://schemas.microsoft.com/office/drawing/2014/main" id="{04C3AE54-B427-4159-A240-0DC637DB4C15}"/>
              </a:ext>
            </a:extLst>
          </p:cNvPr>
          <p:cNvSpPr>
            <a:spLocks noGrp="1"/>
          </p:cNvSpPr>
          <p:nvPr>
            <p:ph type="sldNum" sz="quarter" idx="10"/>
          </p:nvPr>
        </p:nvSpPr>
        <p:spPr>
          <a:xfrm>
            <a:off x="1828800" y="312739"/>
            <a:ext cx="609600" cy="441325"/>
          </a:xfrm>
        </p:spPr>
        <p:txBody>
          <a:bodyPr/>
          <a:lstStyle>
            <a:lvl1pPr>
              <a:defRPr/>
            </a:lvl1pPr>
          </a:lstStyle>
          <a:p>
            <a:pPr>
              <a:defRPr/>
            </a:pPr>
            <a:fld id="{B3BEC3A6-AE05-8945-B7F0-92E0E842E169}" type="slidenum">
              <a:rPr lang="en-US" altLang="en-US"/>
              <a:pPr>
                <a:defRPr/>
              </a:pPr>
              <a:t>‹#›</a:t>
            </a:fld>
            <a:endParaRPr lang="en-US" altLang="en-US"/>
          </a:p>
        </p:txBody>
      </p:sp>
      <p:sp>
        <p:nvSpPr>
          <p:cNvPr id="17" name="Date Placeholder 4">
            <a:extLst>
              <a:ext uri="{FF2B5EF4-FFF2-40B4-BE49-F238E27FC236}">
                <a16:creationId xmlns:a16="http://schemas.microsoft.com/office/drawing/2014/main" id="{23CD61A0-F155-4870-B11A-5F303FF38AD9}"/>
              </a:ext>
            </a:extLst>
          </p:cNvPr>
          <p:cNvSpPr>
            <a:spLocks noGrp="1"/>
          </p:cNvSpPr>
          <p:nvPr>
            <p:ph type="dt" sz="half" idx="11"/>
          </p:nvPr>
        </p:nvSpPr>
        <p:spPr>
          <a:xfrm>
            <a:off x="7717367" y="6405564"/>
            <a:ext cx="4059767" cy="365125"/>
          </a:xfrm>
        </p:spPr>
        <p:txBody>
          <a:bodyPr/>
          <a:lstStyle>
            <a:lvl1pPr>
              <a:defRPr/>
            </a:lvl1pPr>
          </a:lstStyle>
          <a:p>
            <a:pPr>
              <a:defRPr/>
            </a:pPr>
            <a:fld id="{B413E7C5-3934-EB44-BA59-A7A4ADD2DA80}" type="datetimeFigureOut">
              <a:rPr lang="en-US"/>
              <a:pPr>
                <a:defRPr/>
              </a:pPr>
              <a:t>2/19/20</a:t>
            </a:fld>
            <a:endParaRPr lang="en-US"/>
          </a:p>
        </p:txBody>
      </p:sp>
      <p:sp>
        <p:nvSpPr>
          <p:cNvPr id="18" name="Footer Placeholder 5">
            <a:extLst>
              <a:ext uri="{FF2B5EF4-FFF2-40B4-BE49-F238E27FC236}">
                <a16:creationId xmlns:a16="http://schemas.microsoft.com/office/drawing/2014/main" id="{D4E2F923-F7A8-4FA9-9991-197DE8C6564D}"/>
              </a:ext>
            </a:extLst>
          </p:cNvPr>
          <p:cNvSpPr>
            <a:spLocks noGrp="1"/>
          </p:cNvSpPr>
          <p:nvPr>
            <p:ph type="ftr" sz="quarter" idx="12"/>
          </p:nvPr>
        </p:nvSpPr>
        <p:spPr>
          <a:xfrm>
            <a:off x="402168" y="6410326"/>
            <a:ext cx="4779433" cy="366713"/>
          </a:xfrm>
        </p:spPr>
        <p:txBody>
          <a:bodyPr/>
          <a:lstStyle>
            <a:lvl1pPr>
              <a:defRPr/>
            </a:lvl1pPr>
          </a:lstStyle>
          <a:p>
            <a:pPr>
              <a:defRPr/>
            </a:pPr>
            <a:endParaRPr lang="en-US"/>
          </a:p>
        </p:txBody>
      </p:sp>
    </p:spTree>
    <p:extLst>
      <p:ext uri="{BB962C8B-B14F-4D97-AF65-F5344CB8AC3E}">
        <p14:creationId xmlns:p14="http://schemas.microsoft.com/office/powerpoint/2010/main" val="75846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6E1C96-EF1E-48D1-A9C3-24CA439333A6}"/>
              </a:ext>
            </a:extLst>
          </p:cNvPr>
          <p:cNvSpPr>
            <a:spLocks noGrp="1"/>
          </p:cNvSpPr>
          <p:nvPr>
            <p:ph type="dt" sz="half" idx="10"/>
          </p:nvPr>
        </p:nvSpPr>
        <p:spPr/>
        <p:txBody>
          <a:bodyPr/>
          <a:lstStyle>
            <a:lvl1pPr>
              <a:defRPr/>
            </a:lvl1pPr>
          </a:lstStyle>
          <a:p>
            <a:pPr>
              <a:defRPr/>
            </a:pPr>
            <a:fld id="{28F49691-8E0C-C44C-8527-8AFEC55B982A}" type="datetimeFigureOut">
              <a:rPr lang="en-US"/>
              <a:pPr>
                <a:defRPr/>
              </a:pPr>
              <a:t>2/19/20</a:t>
            </a:fld>
            <a:endParaRPr lang="en-US"/>
          </a:p>
        </p:txBody>
      </p:sp>
      <p:sp>
        <p:nvSpPr>
          <p:cNvPr id="5" name="Footer Placeholder 4">
            <a:extLst>
              <a:ext uri="{FF2B5EF4-FFF2-40B4-BE49-F238E27FC236}">
                <a16:creationId xmlns:a16="http://schemas.microsoft.com/office/drawing/2014/main" id="{E44267C6-9964-4C13-AEBA-B5A362DBB90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C02AA3C-A826-4C7B-A37A-F214EFFE7341}"/>
              </a:ext>
            </a:extLst>
          </p:cNvPr>
          <p:cNvSpPr>
            <a:spLocks noGrp="1"/>
          </p:cNvSpPr>
          <p:nvPr>
            <p:ph type="sldNum" sz="quarter" idx="12"/>
          </p:nvPr>
        </p:nvSpPr>
        <p:spPr/>
        <p:txBody>
          <a:bodyPr/>
          <a:lstStyle>
            <a:lvl1pPr>
              <a:defRPr/>
            </a:lvl1pPr>
          </a:lstStyle>
          <a:p>
            <a:pPr>
              <a:defRPr/>
            </a:pPr>
            <a:fld id="{0CB84CD3-276E-534A-B7D3-2047F1935A54}" type="slidenum">
              <a:rPr lang="en-US" altLang="en-US"/>
              <a:pPr>
                <a:defRPr/>
              </a:pPr>
              <a:t>‹#›</a:t>
            </a:fld>
            <a:endParaRPr lang="en-US" altLang="en-US"/>
          </a:p>
        </p:txBody>
      </p:sp>
    </p:spTree>
    <p:extLst>
      <p:ext uri="{BB962C8B-B14F-4D97-AF65-F5344CB8AC3E}">
        <p14:creationId xmlns:p14="http://schemas.microsoft.com/office/powerpoint/2010/main" val="291152226"/>
      </p:ext>
    </p:extLst>
  </p:cSld>
  <p:clrMapOvr>
    <a:overrideClrMapping bg1="lt1" tx1="dk1" bg2="lt2" tx2="dk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Pr>
        <a:solidFill>
          <a:schemeClr val="bg2"/>
        </a:solidFill>
        <a:effectLst/>
      </p:bgPr>
    </p:bg>
    <p:spTree>
      <p:nvGrpSpPr>
        <p:cNvPr id="1" name=""/>
        <p:cNvGrpSpPr/>
        <p:nvPr/>
      </p:nvGrpSpPr>
      <p:grpSpPr>
        <a:xfrm>
          <a:off x="0" y="0"/>
          <a:ext cx="0" cy="0"/>
          <a:chOff x="0" y="0"/>
          <a:chExt cx="0" cy="0"/>
        </a:xfrm>
      </p:grpSpPr>
      <p:sp>
        <p:nvSpPr>
          <p:cNvPr id="4" name="Rectangle 19">
            <a:extLst>
              <a:ext uri="{FF2B5EF4-FFF2-40B4-BE49-F238E27FC236}">
                <a16:creationId xmlns:a16="http://schemas.microsoft.com/office/drawing/2014/main" id="{F0A751C8-5934-4BA4-866E-39AE7CD2A203}"/>
              </a:ext>
            </a:extLst>
          </p:cNvPr>
          <p:cNvSpPr>
            <a:spLocks noChangeArrowheads="1"/>
          </p:cNvSpPr>
          <p:nvPr/>
        </p:nvSpPr>
        <p:spPr bwMode="white">
          <a:xfrm>
            <a:off x="0" y="6705600"/>
            <a:ext cx="12192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5" name="Rectangle 20">
            <a:extLst>
              <a:ext uri="{FF2B5EF4-FFF2-40B4-BE49-F238E27FC236}">
                <a16:creationId xmlns:a16="http://schemas.microsoft.com/office/drawing/2014/main" id="{D53571CA-5167-45B3-AA72-88407FE467A2}"/>
              </a:ext>
            </a:extLst>
          </p:cNvPr>
          <p:cNvSpPr>
            <a:spLocks noChangeArrowheads="1"/>
          </p:cNvSpPr>
          <p:nvPr/>
        </p:nvSpPr>
        <p:spPr bwMode="white">
          <a:xfrm>
            <a:off x="9347200" y="0"/>
            <a:ext cx="28448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6" name="Rectangle 21">
            <a:extLst>
              <a:ext uri="{FF2B5EF4-FFF2-40B4-BE49-F238E27FC236}">
                <a16:creationId xmlns:a16="http://schemas.microsoft.com/office/drawing/2014/main" id="{89520F21-F8A6-4465-94BE-6C9DD263D243}"/>
              </a:ext>
            </a:extLst>
          </p:cNvPr>
          <p:cNvSpPr>
            <a:spLocks noChangeArrowheads="1"/>
          </p:cNvSpPr>
          <p:nvPr/>
        </p:nvSpPr>
        <p:spPr bwMode="white">
          <a:xfrm>
            <a:off x="0" y="1"/>
            <a:ext cx="12192000" cy="15557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7" name="Rectangle 23">
            <a:extLst>
              <a:ext uri="{FF2B5EF4-FFF2-40B4-BE49-F238E27FC236}">
                <a16:creationId xmlns:a16="http://schemas.microsoft.com/office/drawing/2014/main" id="{EC5A7029-F6A8-4DE4-B017-EA1AEA5D8492}"/>
              </a:ext>
            </a:extLst>
          </p:cNvPr>
          <p:cNvSpPr>
            <a:spLocks noChangeArrowheads="1"/>
          </p:cNvSpPr>
          <p:nvPr/>
        </p:nvSpPr>
        <p:spPr bwMode="white">
          <a:xfrm>
            <a:off x="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8" name="Rectangle 7">
            <a:extLst>
              <a:ext uri="{FF2B5EF4-FFF2-40B4-BE49-F238E27FC236}">
                <a16:creationId xmlns:a16="http://schemas.microsoft.com/office/drawing/2014/main" id="{1FD65986-E54D-4E0D-BF9F-2CE7EC3BB10C}"/>
              </a:ext>
            </a:extLst>
          </p:cNvPr>
          <p:cNvSpPr>
            <a:spLocks noChangeArrowheads="1"/>
          </p:cNvSpPr>
          <p:nvPr/>
        </p:nvSpPr>
        <p:spPr bwMode="auto">
          <a:xfrm>
            <a:off x="194734" y="6391276"/>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solidFill>
                <a:prstClr val="black"/>
              </a:solidFill>
            </a:endParaRPr>
          </a:p>
        </p:txBody>
      </p:sp>
      <p:sp>
        <p:nvSpPr>
          <p:cNvPr id="9" name="Rectangle 8">
            <a:extLst>
              <a:ext uri="{FF2B5EF4-FFF2-40B4-BE49-F238E27FC236}">
                <a16:creationId xmlns:a16="http://schemas.microsoft.com/office/drawing/2014/main" id="{A1FBDF3B-2F75-4F14-A1F4-EE662EAE28CC}"/>
              </a:ext>
            </a:extLst>
          </p:cNvPr>
          <p:cNvSpPr>
            <a:spLocks noChangeArrowheads="1"/>
          </p:cNvSpPr>
          <p:nvPr/>
        </p:nvSpPr>
        <p:spPr bwMode="auto">
          <a:xfrm>
            <a:off x="203200" y="155575"/>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solidFill>
                <a:prstClr val="black"/>
              </a:solidFill>
            </a:endParaRPr>
          </a:p>
        </p:txBody>
      </p:sp>
      <p:sp>
        <p:nvSpPr>
          <p:cNvPr id="10" name="Straight Connector 9">
            <a:extLst>
              <a:ext uri="{FF2B5EF4-FFF2-40B4-BE49-F238E27FC236}">
                <a16:creationId xmlns:a16="http://schemas.microsoft.com/office/drawing/2014/main" id="{3EC2C076-E606-4182-B640-26AA20454D05}"/>
              </a:ext>
            </a:extLst>
          </p:cNvPr>
          <p:cNvSpPr>
            <a:spLocks noChangeShapeType="1"/>
          </p:cNvSpPr>
          <p:nvPr/>
        </p:nvSpPr>
        <p:spPr bwMode="auto">
          <a:xfrm rot="5400000">
            <a:off x="6402388"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solidFill>
                <a:prstClr val="black"/>
              </a:solidFill>
            </a:endParaRPr>
          </a:p>
        </p:txBody>
      </p:sp>
      <p:sp>
        <p:nvSpPr>
          <p:cNvPr id="11" name="Oval 10">
            <a:extLst>
              <a:ext uri="{FF2B5EF4-FFF2-40B4-BE49-F238E27FC236}">
                <a16:creationId xmlns:a16="http://schemas.microsoft.com/office/drawing/2014/main" id="{58E0274A-F254-473D-AD40-9FD111B3AB85}"/>
              </a:ext>
            </a:extLst>
          </p:cNvPr>
          <p:cNvSpPr/>
          <p:nvPr/>
        </p:nvSpPr>
        <p:spPr>
          <a:xfrm>
            <a:off x="9118600"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2" name="Oval 11">
            <a:extLst>
              <a:ext uri="{FF2B5EF4-FFF2-40B4-BE49-F238E27FC236}">
                <a16:creationId xmlns:a16="http://schemas.microsoft.com/office/drawing/2014/main" id="{9DE70557-A4D8-4187-BE08-73E22D857533}"/>
              </a:ext>
            </a:extLst>
          </p:cNvPr>
          <p:cNvSpPr/>
          <p:nvPr/>
        </p:nvSpPr>
        <p:spPr>
          <a:xfrm>
            <a:off x="9245600" y="3021013"/>
            <a:ext cx="560917"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3" name="Vertical Text Placeholder 2"/>
          <p:cNvSpPr>
            <a:spLocks noGrp="1"/>
          </p:cNvSpPr>
          <p:nvPr>
            <p:ph type="body" orient="vert" idx="1"/>
          </p:nvPr>
        </p:nvSpPr>
        <p:spPr>
          <a:xfrm>
            <a:off x="406400" y="304800"/>
            <a:ext cx="8737600" cy="58213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9855200" y="304802"/>
            <a:ext cx="1930400" cy="5851525"/>
          </a:xfrm>
        </p:spPr>
        <p:txBody>
          <a:bodyPr vert="eaVert"/>
          <a:lstStyle/>
          <a:p>
            <a:r>
              <a:rPr lang="en-US"/>
              <a:t>Click to edit Master title style</a:t>
            </a:r>
          </a:p>
        </p:txBody>
      </p:sp>
      <p:sp>
        <p:nvSpPr>
          <p:cNvPr id="13" name="Slide Number Placeholder 5">
            <a:extLst>
              <a:ext uri="{FF2B5EF4-FFF2-40B4-BE49-F238E27FC236}">
                <a16:creationId xmlns:a16="http://schemas.microsoft.com/office/drawing/2014/main" id="{6621A088-B7B5-41CA-8BF4-9545C5AB4D62}"/>
              </a:ext>
            </a:extLst>
          </p:cNvPr>
          <p:cNvSpPr>
            <a:spLocks noGrp="1"/>
          </p:cNvSpPr>
          <p:nvPr>
            <p:ph type="sldNum" sz="quarter" idx="10"/>
          </p:nvPr>
        </p:nvSpPr>
        <p:spPr>
          <a:xfrm>
            <a:off x="9220200" y="3009901"/>
            <a:ext cx="609600" cy="441325"/>
          </a:xfrm>
        </p:spPr>
        <p:txBody>
          <a:bodyPr/>
          <a:lstStyle>
            <a:lvl1pPr>
              <a:defRPr/>
            </a:lvl1pPr>
          </a:lstStyle>
          <a:p>
            <a:pPr>
              <a:defRPr/>
            </a:pPr>
            <a:fld id="{0F9601A1-37A8-D543-9FC7-B62317E5F825}" type="slidenum">
              <a:rPr lang="en-US" altLang="en-US"/>
              <a:pPr>
                <a:defRPr/>
              </a:pPr>
              <a:t>‹#›</a:t>
            </a:fld>
            <a:endParaRPr lang="en-US" altLang="en-US"/>
          </a:p>
        </p:txBody>
      </p:sp>
      <p:sp>
        <p:nvSpPr>
          <p:cNvPr id="14" name="Date Placeholder 3">
            <a:extLst>
              <a:ext uri="{FF2B5EF4-FFF2-40B4-BE49-F238E27FC236}">
                <a16:creationId xmlns:a16="http://schemas.microsoft.com/office/drawing/2014/main" id="{60E6B972-FC90-4B8D-ADF5-F32161D2A292}"/>
              </a:ext>
            </a:extLst>
          </p:cNvPr>
          <p:cNvSpPr>
            <a:spLocks noGrp="1"/>
          </p:cNvSpPr>
          <p:nvPr>
            <p:ph type="dt" sz="half" idx="11"/>
          </p:nvPr>
        </p:nvSpPr>
        <p:spPr/>
        <p:txBody>
          <a:bodyPr/>
          <a:lstStyle>
            <a:lvl1pPr>
              <a:defRPr/>
            </a:lvl1pPr>
          </a:lstStyle>
          <a:p>
            <a:pPr>
              <a:defRPr/>
            </a:pPr>
            <a:fld id="{0FE5D8C2-0A46-134A-A03A-9DB310554713}" type="datetimeFigureOut">
              <a:rPr lang="en-US"/>
              <a:pPr>
                <a:defRPr/>
              </a:pPr>
              <a:t>2/19/20</a:t>
            </a:fld>
            <a:endParaRPr lang="en-US"/>
          </a:p>
        </p:txBody>
      </p:sp>
      <p:sp>
        <p:nvSpPr>
          <p:cNvPr id="15" name="Footer Placeholder 4">
            <a:extLst>
              <a:ext uri="{FF2B5EF4-FFF2-40B4-BE49-F238E27FC236}">
                <a16:creationId xmlns:a16="http://schemas.microsoft.com/office/drawing/2014/main" id="{D45E8395-3D30-45A3-8AC6-307E025307D7}"/>
              </a:ext>
            </a:extLst>
          </p:cNvPr>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176308248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theme" Target="../theme/theme3.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theme" Target="../theme/theme4.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theme" Target="../theme/theme5.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CDF082-0CFF-3948-879B-35CD2B582D06}"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6386BC-8333-0041-99BB-1570457313A0}"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63684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AU"/>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1BB76E-88A9-1142-82B9-33E4469E9A60}" type="datetimeFigureOut">
              <a:rPr lang="en-US" smtClean="0">
                <a:solidFill>
                  <a:prstClr val="black">
                    <a:tint val="75000"/>
                  </a:prstClr>
                </a:solidFill>
              </a:rPr>
              <a:pPr/>
              <a:t>2/19/20</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9A3D96-D033-C847-870B-488D6DDCB44C}"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5474257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2532" name="Rectangle 4"/>
          <p:cNvSpPr>
            <a:spLocks noGrp="1" noChangeArrowheads="1"/>
          </p:cNvSpPr>
          <p:nvPr>
            <p:ph type="dt" sz="half" idx="2"/>
          </p:nvPr>
        </p:nvSpPr>
        <p:spPr bwMode="auto">
          <a:xfrm>
            <a:off x="9144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3" name="Rectangle 5"/>
          <p:cNvSpPr>
            <a:spLocks noGrp="1" noChangeArrowheads="1"/>
          </p:cNvSpPr>
          <p:nvPr>
            <p:ph type="ftr" sz="quarter" idx="3"/>
          </p:nvPr>
        </p:nvSpPr>
        <p:spPr bwMode="auto">
          <a:xfrm>
            <a:off x="4165600" y="6248400"/>
            <a:ext cx="38608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ctr">
              <a:defRPr sz="1400">
                <a:latin typeface="Arial" charset="0"/>
                <a:ea typeface="+mn-ea"/>
                <a:cs typeface="+mn-cs"/>
              </a:defRPr>
            </a:lvl1pPr>
          </a:lstStyle>
          <a:p>
            <a:pPr eaLnBrk="0" fontAlgn="base" hangingPunct="0">
              <a:spcBef>
                <a:spcPct val="0"/>
              </a:spcBef>
              <a:spcAft>
                <a:spcPct val="0"/>
              </a:spcAft>
              <a:defRPr/>
            </a:pPr>
            <a:endParaRPr lang="en-US">
              <a:solidFill>
                <a:srgbClr val="000000"/>
              </a:solidFill>
            </a:endParaRPr>
          </a:p>
        </p:txBody>
      </p:sp>
      <p:sp>
        <p:nvSpPr>
          <p:cNvPr id="22534" name="Rectangle 6"/>
          <p:cNvSpPr>
            <a:spLocks noGrp="1" noChangeArrowheads="1"/>
          </p:cNvSpPr>
          <p:nvPr>
            <p:ph type="sldNum" sz="quarter" idx="4"/>
          </p:nvPr>
        </p:nvSpPr>
        <p:spPr bwMode="auto">
          <a:xfrm>
            <a:off x="8737600" y="6248400"/>
            <a:ext cx="2540000" cy="457200"/>
          </a:xfrm>
          <a:prstGeom prst="rect">
            <a:avLst/>
          </a:prstGeom>
          <a:noFill/>
          <a:ln>
            <a:noFill/>
          </a:ln>
          <a:effectLst/>
          <a:extLst>
            <a:ext uri="{909E8E84-426E-40dd-AFC4-6F175D3DCCD1}"/>
            <a:ext uri="{91240B29-F687-4f45-9708-019B960494DF}"/>
            <a:ext uri="{AF507438-7753-43e0-B8FC-AC1667EBCBE1}"/>
          </a:extLst>
        </p:spPr>
        <p:txBody>
          <a:bodyPr vert="horz" wrap="square" lIns="91440" tIns="45720" rIns="91440" bIns="45720" numCol="1" anchor="t" anchorCtr="0" compatLnSpc="1">
            <a:prstTxWarp prst="textNoShape">
              <a:avLst/>
            </a:prstTxWarp>
          </a:bodyPr>
          <a:lstStyle>
            <a:lvl1pPr algn="r">
              <a:defRPr sz="1400">
                <a:latin typeface="Arial" charset="0"/>
                <a:ea typeface="Osaka" charset="-128"/>
              </a:defRPr>
            </a:lvl1pPr>
          </a:lstStyle>
          <a:p>
            <a:pPr eaLnBrk="0" fontAlgn="base" hangingPunct="0">
              <a:spcBef>
                <a:spcPct val="0"/>
              </a:spcBef>
              <a:spcAft>
                <a:spcPct val="0"/>
              </a:spcAft>
              <a:defRPr/>
            </a:pPr>
            <a:fld id="{185BBF79-2763-BF4A-BFD3-32471AE9AEA8}" type="slidenum">
              <a:rPr lang="en-US" altLang="en-US">
                <a:solidFill>
                  <a:srgbClr val="000000"/>
                </a:solidFill>
              </a:rPr>
              <a:pPr eaLnBrk="0" fontAlgn="base" hangingPunct="0">
                <a:spcBef>
                  <a:spcPct val="0"/>
                </a:spcBef>
                <a:spcAft>
                  <a:spcPct val="0"/>
                </a:spcAft>
                <a:defRPr/>
              </a:pPr>
              <a:t>‹#›</a:t>
            </a:fld>
            <a:endParaRPr lang="en-US" altLang="en-US">
              <a:solidFill>
                <a:srgbClr val="000000"/>
              </a:solidFill>
            </a:endParaRPr>
          </a:p>
        </p:txBody>
      </p:sp>
    </p:spTree>
    <p:extLst>
      <p:ext uri="{BB962C8B-B14F-4D97-AF65-F5344CB8AC3E}">
        <p14:creationId xmlns:p14="http://schemas.microsoft.com/office/powerpoint/2010/main" val="54108009"/>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Osaka" charset="0"/>
          <a:cs typeface="Osaka" charset="0"/>
        </a:defRPr>
      </a:lvl2pPr>
      <a:lvl3pPr algn="ctr" rtl="0" eaLnBrk="0" fontAlgn="base" hangingPunct="0">
        <a:spcBef>
          <a:spcPct val="0"/>
        </a:spcBef>
        <a:spcAft>
          <a:spcPct val="0"/>
        </a:spcAft>
        <a:defRPr sz="4400">
          <a:solidFill>
            <a:schemeClr val="tx2"/>
          </a:solidFill>
          <a:latin typeface="Arial" charset="0"/>
          <a:ea typeface="Osaka" charset="0"/>
          <a:cs typeface="Osaka" charset="0"/>
        </a:defRPr>
      </a:lvl3pPr>
      <a:lvl4pPr algn="ctr" rtl="0" eaLnBrk="0" fontAlgn="base" hangingPunct="0">
        <a:spcBef>
          <a:spcPct val="0"/>
        </a:spcBef>
        <a:spcAft>
          <a:spcPct val="0"/>
        </a:spcAft>
        <a:defRPr sz="4400">
          <a:solidFill>
            <a:schemeClr val="tx2"/>
          </a:solidFill>
          <a:latin typeface="Arial" charset="0"/>
          <a:ea typeface="Osaka" charset="0"/>
          <a:cs typeface="Osaka" charset="0"/>
        </a:defRPr>
      </a:lvl4pPr>
      <a:lvl5pPr algn="ctr" rtl="0" eaLnBrk="0" fontAlgn="base" hangingPunct="0">
        <a:spcBef>
          <a:spcPct val="0"/>
        </a:spcBef>
        <a:spcAft>
          <a:spcPct val="0"/>
        </a:spcAft>
        <a:defRPr sz="4400">
          <a:solidFill>
            <a:schemeClr val="tx2"/>
          </a:solidFill>
          <a:latin typeface="Arial" charset="0"/>
          <a:ea typeface="Osaka" charset="0"/>
          <a:cs typeface="Osaka" charset="0"/>
        </a:defRPr>
      </a:lvl5pPr>
      <a:lvl6pPr marL="457200" algn="ctr" rtl="0" fontAlgn="base">
        <a:spcBef>
          <a:spcPct val="0"/>
        </a:spcBef>
        <a:spcAft>
          <a:spcPct val="0"/>
        </a:spcAft>
        <a:defRPr sz="4400">
          <a:solidFill>
            <a:schemeClr val="tx2"/>
          </a:solidFill>
          <a:latin typeface="Arial" charset="0"/>
          <a:ea typeface="Osaka" charset="0"/>
          <a:cs typeface="Osaka" charset="0"/>
        </a:defRPr>
      </a:lvl6pPr>
      <a:lvl7pPr marL="914400" algn="ctr" rtl="0" fontAlgn="base">
        <a:spcBef>
          <a:spcPct val="0"/>
        </a:spcBef>
        <a:spcAft>
          <a:spcPct val="0"/>
        </a:spcAft>
        <a:defRPr sz="4400">
          <a:solidFill>
            <a:schemeClr val="tx2"/>
          </a:solidFill>
          <a:latin typeface="Arial" charset="0"/>
          <a:ea typeface="Osaka" charset="0"/>
          <a:cs typeface="Osaka" charset="0"/>
        </a:defRPr>
      </a:lvl7pPr>
      <a:lvl8pPr marL="1371600" algn="ctr" rtl="0" fontAlgn="base">
        <a:spcBef>
          <a:spcPct val="0"/>
        </a:spcBef>
        <a:spcAft>
          <a:spcPct val="0"/>
        </a:spcAft>
        <a:defRPr sz="4400">
          <a:solidFill>
            <a:schemeClr val="tx2"/>
          </a:solidFill>
          <a:latin typeface="Arial" charset="0"/>
          <a:ea typeface="Osaka" charset="0"/>
          <a:cs typeface="Osaka" charset="0"/>
        </a:defRPr>
      </a:lvl8pPr>
      <a:lvl9pPr marL="1828800" algn="ctr" rtl="0" fontAlgn="base">
        <a:spcBef>
          <a:spcPct val="0"/>
        </a:spcBef>
        <a:spcAft>
          <a:spcPct val="0"/>
        </a:spcAft>
        <a:defRPr sz="4400">
          <a:solidFill>
            <a:schemeClr val="tx2"/>
          </a:solidFill>
          <a:latin typeface="Arial" charset="0"/>
          <a:ea typeface="Osaka" charset="0"/>
          <a:cs typeface="Osaka"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defRPr sz="1400"/>
            </a:lvl1pPr>
          </a:lstStyle>
          <a:p>
            <a:pPr fontAlgn="base">
              <a:spcBef>
                <a:spcPct val="0"/>
              </a:spcBef>
              <a:spcAft>
                <a:spcPct val="0"/>
              </a:spcAft>
            </a:pPr>
            <a:endParaRPr lang="en-GB" altLang="en-US">
              <a:solidFill>
                <a:srgbClr val="000000"/>
              </a:solidFill>
            </a:endParaRPr>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ctr">
              <a:defRPr sz="1400"/>
            </a:lvl1pPr>
          </a:lstStyle>
          <a:p>
            <a:pPr fontAlgn="base">
              <a:spcBef>
                <a:spcPct val="0"/>
              </a:spcBef>
              <a:spcAft>
                <a:spcPct val="0"/>
              </a:spcAft>
            </a:pPr>
            <a:endParaRPr lang="en-GB" altLang="en-US">
              <a:solidFill>
                <a:srgbClr val="000000"/>
              </a:solidFill>
            </a:endParaRPr>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algn="r">
              <a:defRPr sz="1400"/>
            </a:lvl1pPr>
          </a:lstStyle>
          <a:p>
            <a:pPr fontAlgn="base">
              <a:spcBef>
                <a:spcPct val="0"/>
              </a:spcBef>
              <a:spcAft>
                <a:spcPct val="0"/>
              </a:spcAft>
            </a:pPr>
            <a:fld id="{F991DFAF-AB1D-194E-9FFC-56956E69F5B7}" type="slidenum">
              <a:rPr lang="en-GB" altLang="en-US" smtClean="0">
                <a:solidFill>
                  <a:srgbClr val="000000"/>
                </a:solidFill>
              </a:rPr>
              <a:pPr fontAlgn="base">
                <a:spcBef>
                  <a:spcPct val="0"/>
                </a:spcBef>
                <a:spcAft>
                  <a:spcPct val="0"/>
                </a:spcAft>
              </a:pPr>
              <a:t>‹#›</a:t>
            </a:fld>
            <a:endParaRPr lang="en-GB" altLang="en-US">
              <a:solidFill>
                <a:srgbClr val="000000"/>
              </a:solidFill>
            </a:endParaRPr>
          </a:p>
        </p:txBody>
      </p:sp>
    </p:spTree>
    <p:extLst>
      <p:ext uri="{BB962C8B-B14F-4D97-AF65-F5344CB8AC3E}">
        <p14:creationId xmlns:p14="http://schemas.microsoft.com/office/powerpoint/2010/main" val="1929343644"/>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Arial" charset="0"/>
          <a:cs typeface="Arial" charset="0"/>
        </a:defRPr>
      </a:lvl2pPr>
      <a:lvl3pPr algn="ctr" rtl="0" fontAlgn="base">
        <a:spcBef>
          <a:spcPct val="0"/>
        </a:spcBef>
        <a:spcAft>
          <a:spcPct val="0"/>
        </a:spcAft>
        <a:defRPr sz="4400">
          <a:solidFill>
            <a:schemeClr val="tx2"/>
          </a:solidFill>
          <a:latin typeface="Arial" charset="0"/>
          <a:ea typeface="Arial" charset="0"/>
          <a:cs typeface="Arial" charset="0"/>
        </a:defRPr>
      </a:lvl3pPr>
      <a:lvl4pPr algn="ctr" rtl="0" fontAlgn="base">
        <a:spcBef>
          <a:spcPct val="0"/>
        </a:spcBef>
        <a:spcAft>
          <a:spcPct val="0"/>
        </a:spcAft>
        <a:defRPr sz="4400">
          <a:solidFill>
            <a:schemeClr val="tx2"/>
          </a:solidFill>
          <a:latin typeface="Arial" charset="0"/>
          <a:ea typeface="Arial" charset="0"/>
          <a:cs typeface="Arial" charset="0"/>
        </a:defRPr>
      </a:lvl4pPr>
      <a:lvl5pPr algn="ctr" rtl="0" fontAlgn="base">
        <a:spcBef>
          <a:spcPct val="0"/>
        </a:spcBef>
        <a:spcAft>
          <a:spcPct val="0"/>
        </a:spcAft>
        <a:defRPr sz="4400">
          <a:solidFill>
            <a:schemeClr val="tx2"/>
          </a:solidFill>
          <a:latin typeface="Arial" charset="0"/>
          <a:ea typeface="Arial" charset="0"/>
          <a:cs typeface="Arial"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6">
            <a:extLst>
              <a:ext uri="{FF2B5EF4-FFF2-40B4-BE49-F238E27FC236}">
                <a16:creationId xmlns:a16="http://schemas.microsoft.com/office/drawing/2014/main" id="{662422DE-762D-4FC4-B4D1-5ABE66D18134}"/>
              </a:ext>
            </a:extLst>
          </p:cNvPr>
          <p:cNvSpPr>
            <a:spLocks noChangeArrowheads="1"/>
          </p:cNvSpPr>
          <p:nvPr/>
        </p:nvSpPr>
        <p:spPr bwMode="white">
          <a:xfrm>
            <a:off x="0" y="6705600"/>
            <a:ext cx="12192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1027" name="Rectangle 15">
            <a:extLst>
              <a:ext uri="{FF2B5EF4-FFF2-40B4-BE49-F238E27FC236}">
                <a16:creationId xmlns:a16="http://schemas.microsoft.com/office/drawing/2014/main" id="{AE129264-DF72-44FE-B0AD-CD0D420E78C5}"/>
              </a:ext>
            </a:extLst>
          </p:cNvPr>
          <p:cNvSpPr>
            <a:spLocks noChangeArrowheads="1"/>
          </p:cNvSpPr>
          <p:nvPr/>
        </p:nvSpPr>
        <p:spPr bwMode="white">
          <a:xfrm>
            <a:off x="0" y="1"/>
            <a:ext cx="12192000" cy="139382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1028" name="Rectangle 17">
            <a:extLst>
              <a:ext uri="{FF2B5EF4-FFF2-40B4-BE49-F238E27FC236}">
                <a16:creationId xmlns:a16="http://schemas.microsoft.com/office/drawing/2014/main" id="{B0727FAB-B002-4305-B63D-C21E5D12296D}"/>
              </a:ext>
            </a:extLst>
          </p:cNvPr>
          <p:cNvSpPr>
            <a:spLocks noChangeArrowheads="1"/>
          </p:cNvSpPr>
          <p:nvPr/>
        </p:nvSpPr>
        <p:spPr bwMode="white">
          <a:xfrm>
            <a:off x="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1029" name="Rectangle 18">
            <a:extLst>
              <a:ext uri="{FF2B5EF4-FFF2-40B4-BE49-F238E27FC236}">
                <a16:creationId xmlns:a16="http://schemas.microsoft.com/office/drawing/2014/main" id="{8E714849-F8CB-44BA-93C2-B990C01CD7DE}"/>
              </a:ext>
            </a:extLst>
          </p:cNvPr>
          <p:cNvSpPr>
            <a:spLocks noChangeArrowheads="1"/>
          </p:cNvSpPr>
          <p:nvPr/>
        </p:nvSpPr>
        <p:spPr bwMode="white">
          <a:xfrm>
            <a:off x="11988800" y="0"/>
            <a:ext cx="2032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fontAlgn="base">
              <a:spcBef>
                <a:spcPct val="0"/>
              </a:spcBef>
              <a:spcAft>
                <a:spcPct val="0"/>
              </a:spcAft>
              <a:defRPr/>
            </a:pPr>
            <a:endParaRPr lang="en-US" altLang="en-US">
              <a:solidFill>
                <a:prstClr val="black"/>
              </a:solidFill>
              <a:latin typeface="Georgia" panose="02040502050405020303" pitchFamily="18" charset="0"/>
            </a:endParaRPr>
          </a:p>
        </p:txBody>
      </p:sp>
      <p:sp>
        <p:nvSpPr>
          <p:cNvPr id="9" name="Rectangle 8">
            <a:extLst>
              <a:ext uri="{FF2B5EF4-FFF2-40B4-BE49-F238E27FC236}">
                <a16:creationId xmlns:a16="http://schemas.microsoft.com/office/drawing/2014/main" id="{769B8265-120B-4E26-8856-A760E79EE694}"/>
              </a:ext>
            </a:extLst>
          </p:cNvPr>
          <p:cNvSpPr>
            <a:spLocks noChangeArrowheads="1"/>
          </p:cNvSpPr>
          <p:nvPr/>
        </p:nvSpPr>
        <p:spPr bwMode="auto">
          <a:xfrm>
            <a:off x="198967" y="6388101"/>
            <a:ext cx="11777133"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a:defRPr/>
            </a:pPr>
            <a:endParaRPr lang="en-US">
              <a:solidFill>
                <a:prstClr val="black"/>
              </a:solidFill>
            </a:endParaRPr>
          </a:p>
        </p:txBody>
      </p:sp>
      <p:sp>
        <p:nvSpPr>
          <p:cNvPr id="14" name="Date Placeholder 13">
            <a:extLst>
              <a:ext uri="{FF2B5EF4-FFF2-40B4-BE49-F238E27FC236}">
                <a16:creationId xmlns:a16="http://schemas.microsoft.com/office/drawing/2014/main" id="{E9BA5A37-68C5-47E3-BFD0-390D80FA9775}"/>
              </a:ext>
            </a:extLst>
          </p:cNvPr>
          <p:cNvSpPr>
            <a:spLocks noGrp="1"/>
          </p:cNvSpPr>
          <p:nvPr>
            <p:ph type="dt" sz="half" idx="2"/>
          </p:nvPr>
        </p:nvSpPr>
        <p:spPr>
          <a:xfrm>
            <a:off x="7721601" y="6405564"/>
            <a:ext cx="4059767" cy="365125"/>
          </a:xfrm>
          <a:prstGeom prst="rect">
            <a:avLst/>
          </a:prstGeom>
        </p:spPr>
        <p:txBody>
          <a:bodyPr vert="horz"/>
          <a:lstStyle>
            <a:lvl1pPr algn="r" eaLnBrk="1" fontAlgn="auto" latinLnBrk="0" hangingPunct="1">
              <a:spcBef>
                <a:spcPts val="0"/>
              </a:spcBef>
              <a:spcAft>
                <a:spcPts val="0"/>
              </a:spcAft>
              <a:defRPr kumimoji="0" sz="1400">
                <a:solidFill>
                  <a:srgbClr val="FFFFFF"/>
                </a:solidFill>
                <a:latin typeface="+mn-lt"/>
              </a:defRPr>
            </a:lvl1pPr>
          </a:lstStyle>
          <a:p>
            <a:pPr>
              <a:defRPr/>
            </a:pPr>
            <a:fld id="{313A555F-2E39-7341-B32E-49DB3DD45657}" type="datetimeFigureOut">
              <a:rPr lang="en-US"/>
              <a:pPr>
                <a:defRPr/>
              </a:pPr>
              <a:t>2/19/20</a:t>
            </a:fld>
            <a:endParaRPr lang="en-US"/>
          </a:p>
        </p:txBody>
      </p:sp>
      <p:sp>
        <p:nvSpPr>
          <p:cNvPr id="3" name="Footer Placeholder 2">
            <a:extLst>
              <a:ext uri="{FF2B5EF4-FFF2-40B4-BE49-F238E27FC236}">
                <a16:creationId xmlns:a16="http://schemas.microsoft.com/office/drawing/2014/main" id="{88EA3439-F72A-4ECF-B411-7BEC77C19145}"/>
              </a:ext>
            </a:extLst>
          </p:cNvPr>
          <p:cNvSpPr>
            <a:spLocks noGrp="1"/>
          </p:cNvSpPr>
          <p:nvPr>
            <p:ph type="ftr" sz="quarter" idx="3"/>
          </p:nvPr>
        </p:nvSpPr>
        <p:spPr>
          <a:xfrm>
            <a:off x="406400" y="6410326"/>
            <a:ext cx="4775200" cy="366713"/>
          </a:xfrm>
          <a:prstGeom prst="rect">
            <a:avLst/>
          </a:prstGeom>
        </p:spPr>
        <p:txBody>
          <a:bodyPr vert="horz"/>
          <a:lstStyle>
            <a:lvl1pPr algn="l" eaLnBrk="1" fontAlgn="auto" latinLnBrk="0" hangingPunct="1">
              <a:spcBef>
                <a:spcPts val="0"/>
              </a:spcBef>
              <a:spcAft>
                <a:spcPts val="0"/>
              </a:spcAft>
              <a:defRPr kumimoji="0" sz="1200">
                <a:solidFill>
                  <a:srgbClr val="FFFFFF"/>
                </a:solidFill>
                <a:latin typeface="+mn-lt"/>
              </a:defRPr>
            </a:lvl1pPr>
          </a:lstStyle>
          <a:p>
            <a:pPr>
              <a:defRPr/>
            </a:pPr>
            <a:endParaRPr lang="en-US"/>
          </a:p>
        </p:txBody>
      </p:sp>
      <p:sp>
        <p:nvSpPr>
          <p:cNvPr id="8" name="Rectangle 7">
            <a:extLst>
              <a:ext uri="{FF2B5EF4-FFF2-40B4-BE49-F238E27FC236}">
                <a16:creationId xmlns:a16="http://schemas.microsoft.com/office/drawing/2014/main" id="{8CFDA7B6-A9DD-447A-B1D0-1ED6D2B97F3B}"/>
              </a:ext>
            </a:extLst>
          </p:cNvPr>
          <p:cNvSpPr>
            <a:spLocks noChangeArrowheads="1"/>
          </p:cNvSpPr>
          <p:nvPr/>
        </p:nvSpPr>
        <p:spPr bwMode="auto">
          <a:xfrm>
            <a:off x="203200" y="155575"/>
            <a:ext cx="11777133"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a:defRPr/>
            </a:pPr>
            <a:endParaRPr lang="en-US" dirty="0">
              <a:solidFill>
                <a:prstClr val="black"/>
              </a:solidFill>
            </a:endParaRPr>
          </a:p>
        </p:txBody>
      </p:sp>
      <p:sp>
        <p:nvSpPr>
          <p:cNvPr id="10" name="Straight Connector 9">
            <a:extLst>
              <a:ext uri="{FF2B5EF4-FFF2-40B4-BE49-F238E27FC236}">
                <a16:creationId xmlns:a16="http://schemas.microsoft.com/office/drawing/2014/main" id="{F28EDBE3-3795-4021-BBF0-33BBB7AE34B0}"/>
              </a:ext>
            </a:extLst>
          </p:cNvPr>
          <p:cNvSpPr>
            <a:spLocks noChangeShapeType="1"/>
          </p:cNvSpPr>
          <p:nvPr/>
        </p:nvSpPr>
        <p:spPr bwMode="auto">
          <a:xfrm>
            <a:off x="203200" y="1276350"/>
            <a:ext cx="11777133"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a:defRPr/>
            </a:pPr>
            <a:endParaRPr lang="en-US">
              <a:solidFill>
                <a:prstClr val="black"/>
              </a:solidFill>
            </a:endParaRPr>
          </a:p>
        </p:txBody>
      </p:sp>
      <p:sp>
        <p:nvSpPr>
          <p:cNvPr id="12" name="Oval 11">
            <a:extLst>
              <a:ext uri="{FF2B5EF4-FFF2-40B4-BE49-F238E27FC236}">
                <a16:creationId xmlns:a16="http://schemas.microsoft.com/office/drawing/2014/main" id="{A9B6F6DD-ADF5-49AF-B8EF-4431C3373BDE}"/>
              </a:ext>
            </a:extLst>
          </p:cNvPr>
          <p:cNvSpPr/>
          <p:nvPr/>
        </p:nvSpPr>
        <p:spPr>
          <a:xfrm>
            <a:off x="5689600" y="955675"/>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15" name="Oval 14">
            <a:extLst>
              <a:ext uri="{FF2B5EF4-FFF2-40B4-BE49-F238E27FC236}">
                <a16:creationId xmlns:a16="http://schemas.microsoft.com/office/drawing/2014/main" id="{0ED05DBF-DCCD-4881-8396-47B5DBA0F077}"/>
              </a:ext>
            </a:extLst>
          </p:cNvPr>
          <p:cNvSpPr/>
          <p:nvPr/>
        </p:nvSpPr>
        <p:spPr>
          <a:xfrm>
            <a:off x="5816600" y="1050925"/>
            <a:ext cx="5588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solidFill>
                <a:prstClr val="white"/>
              </a:solidFill>
            </a:endParaRPr>
          </a:p>
        </p:txBody>
      </p:sp>
      <p:sp>
        <p:nvSpPr>
          <p:cNvPr id="23" name="Slide Number Placeholder 22">
            <a:extLst>
              <a:ext uri="{FF2B5EF4-FFF2-40B4-BE49-F238E27FC236}">
                <a16:creationId xmlns:a16="http://schemas.microsoft.com/office/drawing/2014/main" id="{959FF76D-124E-4B6B-BB47-A22E47931466}"/>
              </a:ext>
            </a:extLst>
          </p:cNvPr>
          <p:cNvSpPr>
            <a:spLocks noGrp="1"/>
          </p:cNvSpPr>
          <p:nvPr>
            <p:ph type="sldNum" sz="quarter" idx="4"/>
          </p:nvPr>
        </p:nvSpPr>
        <p:spPr>
          <a:xfrm>
            <a:off x="5791200" y="1039814"/>
            <a:ext cx="609600" cy="441325"/>
          </a:xfrm>
          <a:prstGeom prst="rect">
            <a:avLst/>
          </a:prstGeom>
        </p:spPr>
        <p:txBody>
          <a:bodyPr vert="horz" wrap="square" lIns="45720" tIns="45720" rIns="45720" bIns="45720" numCol="1" anchor="ctr" anchorCtr="0" compatLnSpc="1">
            <a:prstTxWarp prst="textNoShape">
              <a:avLst/>
            </a:prstTxWarp>
            <a:normAutofit/>
          </a:bodyPr>
          <a:lstStyle>
            <a:lvl1pPr algn="ctr" eaLnBrk="1" hangingPunct="1">
              <a:defRPr sz="1600">
                <a:solidFill>
                  <a:srgbClr val="7B9899"/>
                </a:solidFill>
                <a:latin typeface="Georgia" panose="02040502050405020303" pitchFamily="18" charset="0"/>
              </a:defRPr>
            </a:lvl1pPr>
          </a:lstStyle>
          <a:p>
            <a:pPr fontAlgn="base">
              <a:spcBef>
                <a:spcPct val="0"/>
              </a:spcBef>
              <a:spcAft>
                <a:spcPct val="0"/>
              </a:spcAft>
              <a:defRPr/>
            </a:pPr>
            <a:fld id="{638A450E-C362-D347-A178-1FC77763BC55}" type="slidenum">
              <a:rPr lang="en-US" altLang="en-US"/>
              <a:pPr fontAlgn="base">
                <a:spcBef>
                  <a:spcPct val="0"/>
                </a:spcBef>
                <a:spcAft>
                  <a:spcPct val="0"/>
                </a:spcAft>
                <a:defRPr/>
              </a:pPr>
              <a:t>‹#›</a:t>
            </a:fld>
            <a:endParaRPr lang="en-US" altLang="en-US"/>
          </a:p>
        </p:txBody>
      </p:sp>
      <p:sp>
        <p:nvSpPr>
          <p:cNvPr id="1038" name="Title Placeholder 21"/>
          <p:cNvSpPr>
            <a:spLocks noGrp="1"/>
          </p:cNvSpPr>
          <p:nvPr>
            <p:ph type="title"/>
          </p:nvPr>
        </p:nvSpPr>
        <p:spPr bwMode="auto">
          <a:xfrm>
            <a:off x="402167" y="228601"/>
            <a:ext cx="113792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9" name="Text Placeholder 12"/>
          <p:cNvSpPr>
            <a:spLocks noGrp="1"/>
          </p:cNvSpPr>
          <p:nvPr>
            <p:ph type="body" idx="1"/>
          </p:nvPr>
        </p:nvSpPr>
        <p:spPr bwMode="auto">
          <a:xfrm>
            <a:off x="402167" y="1524000"/>
            <a:ext cx="11379200" cy="459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extLst>
      <p:ext uri="{BB962C8B-B14F-4D97-AF65-F5344CB8AC3E}">
        <p14:creationId xmlns:p14="http://schemas.microsoft.com/office/powerpoint/2010/main" val="39488029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ctr" rtl="0" eaLnBrk="0" fontAlgn="base" hangingPunct="0">
        <a:spcBef>
          <a:spcPct val="0"/>
        </a:spcBef>
        <a:spcAft>
          <a:spcPct val="0"/>
        </a:spcAft>
        <a:defRPr sz="3300" kern="1200">
          <a:solidFill>
            <a:srgbClr val="7B9899"/>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p:titleStyle>
    <p:bodyStyle>
      <a:lvl1pPr marL="273050" indent="-273050" algn="l" rtl="0" eaLnBrk="0" fontAlgn="base" hangingPunct="0">
        <a:spcBef>
          <a:spcPct val="20000"/>
        </a:spcBef>
        <a:spcAft>
          <a:spcPct val="0"/>
        </a:spcAft>
        <a:buClr>
          <a:schemeClr val="accent1"/>
        </a:buClr>
        <a:buSzPct val="85000"/>
        <a:buFont typeface="Wingdings 2"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8CADAE"/>
        </a:buClr>
        <a:buSzPct val="75000"/>
        <a:buFont typeface="Wingdings 2"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8C7B70"/>
        </a:buClr>
        <a:buSzPct val="70000"/>
        <a:buFont typeface="Wingdings"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8FB08C"/>
        </a:buClr>
        <a:buChar char="•"/>
        <a:defRPr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hyperlink" Target="https://www.youtube.com/watch?reload=9&amp;v=7A2BxcrZh-E&amp;list=RDIOT16v5lCjw&amp;index=22" TargetMode="Externa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5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0.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0.xml"/></Relationships>
</file>

<file path=ppt/slides/_rels/slide2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jp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jp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47.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wmf"/><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5.jp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jp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5.xml.rels><?xml version="1.0" encoding="UTF-8" standalone="yes"?>
<Relationships xmlns="http://schemas.openxmlformats.org/package/2006/relationships"><Relationship Id="rId2" Type="http://schemas.openxmlformats.org/officeDocument/2006/relationships/hyperlink" Target="#top"/><Relationship Id="rId1" Type="http://schemas.openxmlformats.org/officeDocument/2006/relationships/slideLayout" Target="../slideLayouts/slideLayout56.xml"/></Relationships>
</file>

<file path=ppt/slides/_rels/slide46.xml.rels><?xml version="1.0" encoding="UTF-8" standalone="yes"?>
<Relationships xmlns="http://schemas.openxmlformats.org/package/2006/relationships"><Relationship Id="rId2" Type="http://schemas.openxmlformats.org/officeDocument/2006/relationships/hyperlink" Target="#top"/><Relationship Id="rId1" Type="http://schemas.openxmlformats.org/officeDocument/2006/relationships/slideLayout" Target="../slideLayouts/slideLayout5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49.xml.rels><?xml version="1.0" encoding="UTF-8" standalone="yes"?>
<Relationships xmlns="http://schemas.openxmlformats.org/package/2006/relationships"><Relationship Id="rId3" Type="http://schemas.openxmlformats.org/officeDocument/2006/relationships/hyperlink" Target="http://en.wikipedia.org/wiki/Figure_of_speech" TargetMode="External"/><Relationship Id="rId2" Type="http://schemas.openxmlformats.org/officeDocument/2006/relationships/hyperlink" Target="http://en.wikipedia.org/wiki/Rhetoric" TargetMode="External"/><Relationship Id="rId1" Type="http://schemas.openxmlformats.org/officeDocument/2006/relationships/slideLayout" Target="../slideLayouts/slideLayout56.xml"/><Relationship Id="rId4" Type="http://schemas.openxmlformats.org/officeDocument/2006/relationships/hyperlink" Target="http://en.wikipedia.org/wiki/Question"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51.xml.rels><?xml version="1.0" encoding="UTF-8" standalone="yes"?>
<Relationships xmlns="http://schemas.openxmlformats.org/package/2006/relationships"><Relationship Id="rId2" Type="http://schemas.openxmlformats.org/officeDocument/2006/relationships/hyperlink" Target="#top"/><Relationship Id="rId1" Type="http://schemas.openxmlformats.org/officeDocument/2006/relationships/slideLayout" Target="../slideLayouts/slideLayout5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2B2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447" y="340659"/>
            <a:ext cx="11510681" cy="3169304"/>
          </a:xfrm>
        </p:spPr>
        <p:txBody>
          <a:bodyPr>
            <a:normAutofit/>
          </a:bodyPr>
          <a:lstStyle/>
          <a:p>
            <a:r>
              <a:rPr lang="en-US" b="1" dirty="0">
                <a:solidFill>
                  <a:schemeClr val="bg1"/>
                </a:solidFill>
                <a:latin typeface="+mn-lt"/>
              </a:rPr>
              <a:t>IB English Language and Literature</a:t>
            </a:r>
            <a:br>
              <a:rPr lang="en-US" b="1" dirty="0">
                <a:solidFill>
                  <a:schemeClr val="bg1"/>
                </a:solidFill>
                <a:latin typeface="+mn-lt"/>
              </a:rPr>
            </a:br>
            <a:r>
              <a:rPr lang="en-US" b="1" dirty="0">
                <a:solidFill>
                  <a:schemeClr val="bg1"/>
                </a:solidFill>
                <a:latin typeface="+mn-lt"/>
              </a:rPr>
              <a:t>6 ELL SL 4</a:t>
            </a:r>
            <a:br>
              <a:rPr lang="en-US" b="1" dirty="0">
                <a:solidFill>
                  <a:schemeClr val="bg1"/>
                </a:solidFill>
                <a:latin typeface="+mn-lt"/>
              </a:rPr>
            </a:br>
            <a:r>
              <a:rPr lang="en-US" b="1" dirty="0">
                <a:solidFill>
                  <a:schemeClr val="bg1"/>
                </a:solidFill>
                <a:latin typeface="+mn-lt"/>
              </a:rPr>
              <a:t>2019 - 2020</a:t>
            </a:r>
          </a:p>
        </p:txBody>
      </p:sp>
      <p:sp>
        <p:nvSpPr>
          <p:cNvPr id="3" name="Subtitle 2"/>
          <p:cNvSpPr>
            <a:spLocks noGrp="1"/>
          </p:cNvSpPr>
          <p:nvPr>
            <p:ph type="subTitle" idx="1"/>
          </p:nvPr>
        </p:nvSpPr>
        <p:spPr>
          <a:xfrm>
            <a:off x="0" y="3906838"/>
            <a:ext cx="12192000" cy="2691186"/>
          </a:xfrm>
        </p:spPr>
        <p:txBody>
          <a:bodyPr>
            <a:noAutofit/>
          </a:bodyPr>
          <a:lstStyle/>
          <a:p>
            <a:r>
              <a:rPr lang="en-US" sz="4400" b="1" u="sng" dirty="0">
                <a:solidFill>
                  <a:schemeClr val="accent1">
                    <a:lumMod val="20000"/>
                    <a:lumOff val="80000"/>
                  </a:schemeClr>
                </a:solidFill>
              </a:rPr>
              <a:t>Shape of the Week (7):</a:t>
            </a:r>
          </a:p>
          <a:p>
            <a:pPr lvl="0"/>
            <a:r>
              <a:rPr lang="en-US" sz="3200" dirty="0">
                <a:solidFill>
                  <a:prstClr val="white"/>
                </a:solidFill>
              </a:rPr>
              <a:t>Lesson 1: Finish Propaganda/ Speech Vocabulary</a:t>
            </a:r>
            <a:endParaRPr lang="en-US" sz="3200" dirty="0">
              <a:solidFill>
                <a:schemeClr val="bg1"/>
              </a:solidFill>
            </a:endParaRPr>
          </a:p>
          <a:p>
            <a:pPr lvl="0"/>
            <a:r>
              <a:rPr lang="en-US" sz="3200" dirty="0">
                <a:solidFill>
                  <a:prstClr val="white"/>
                </a:solidFill>
              </a:rPr>
              <a:t>Lesson 2: Speeches - Listening and Analysis</a:t>
            </a:r>
          </a:p>
          <a:p>
            <a:r>
              <a:rPr lang="en-US" sz="3200" dirty="0">
                <a:solidFill>
                  <a:schemeClr val="bg1"/>
                </a:solidFill>
              </a:rPr>
              <a:t>Lesson 3: Speech </a:t>
            </a:r>
            <a:r>
              <a:rPr lang="en-US" sz="3200" dirty="0">
                <a:solidFill>
                  <a:prstClr val="white"/>
                </a:solidFill>
              </a:rPr>
              <a:t>Vocab Test/ </a:t>
            </a:r>
            <a:r>
              <a:rPr lang="en-US" sz="3200" dirty="0">
                <a:solidFill>
                  <a:schemeClr val="bg1"/>
                </a:solidFill>
              </a:rPr>
              <a:t>Speech </a:t>
            </a:r>
            <a:r>
              <a:rPr lang="en-US" sz="3200" dirty="0">
                <a:solidFill>
                  <a:prstClr val="white"/>
                </a:solidFill>
              </a:rPr>
              <a:t>Vocab Test/ Written Task</a:t>
            </a:r>
            <a:endParaRPr lang="en-US" sz="3200" dirty="0">
              <a:solidFill>
                <a:schemeClr val="bg1"/>
              </a:solidFill>
            </a:endParaRPr>
          </a:p>
          <a:p>
            <a:endParaRPr lang="en-US" sz="3200" dirty="0">
              <a:solidFill>
                <a:schemeClr val="bg1"/>
              </a:solidFill>
            </a:endParaRPr>
          </a:p>
          <a:p>
            <a:endParaRPr lang="en-US" sz="3600" dirty="0">
              <a:solidFill>
                <a:schemeClr val="bg1"/>
              </a:solidFill>
            </a:endParaRPr>
          </a:p>
        </p:txBody>
      </p:sp>
    </p:spTree>
    <p:extLst>
      <p:ext uri="{BB962C8B-B14F-4D97-AF65-F5344CB8AC3E}">
        <p14:creationId xmlns:p14="http://schemas.microsoft.com/office/powerpoint/2010/main" val="737925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lstStyle/>
          <a:p>
            <a:r>
              <a:rPr lang="en-US" b="1" dirty="0">
                <a:solidFill>
                  <a:srgbClr val="FF0000"/>
                </a:solidFill>
                <a:latin typeface="Arial Rounded MT Bold" charset="0"/>
                <a:ea typeface="Arial Rounded MT Bold" charset="0"/>
                <a:cs typeface="Arial Rounded MT Bold" charset="0"/>
              </a:rPr>
              <a:t>ASSESSMENT TERM 1</a:t>
            </a:r>
          </a:p>
        </p:txBody>
      </p:sp>
      <p:sp>
        <p:nvSpPr>
          <p:cNvPr id="3" name="Content Placeholder 2"/>
          <p:cNvSpPr>
            <a:spLocks noGrp="1"/>
          </p:cNvSpPr>
          <p:nvPr>
            <p:ph sz="half" idx="1"/>
          </p:nvPr>
        </p:nvSpPr>
        <p:spPr>
          <a:xfrm>
            <a:off x="154547" y="1143000"/>
            <a:ext cx="7765960" cy="5715000"/>
          </a:xfrm>
        </p:spPr>
        <p:txBody>
          <a:bodyPr/>
          <a:lstStyle/>
          <a:p>
            <a:pPr marL="0" lvl="0" indent="0">
              <a:buNone/>
            </a:pPr>
            <a:r>
              <a:rPr lang="en-US" sz="3200" b="1" u="sng" dirty="0">
                <a:solidFill>
                  <a:prstClr val="black"/>
                </a:solidFill>
                <a:latin typeface="Calibri" panose="020F0502020204030204" pitchFamily="34" charset="0"/>
                <a:ea typeface="ＭＳ 明朝" charset="-128"/>
                <a:cs typeface="MS Mincho" charset="-128"/>
              </a:rPr>
              <a:t>School (Report SA)</a:t>
            </a:r>
          </a:p>
          <a:p>
            <a:pPr marL="0" indent="0">
              <a:buNone/>
            </a:pPr>
            <a:r>
              <a:rPr lang="en-US" sz="3200" strike="sngStrike" dirty="0">
                <a:solidFill>
                  <a:prstClr val="black"/>
                </a:solidFill>
                <a:latin typeface="MS Mincho" charset="-128"/>
                <a:ea typeface="ＭＳ 明朝" charset="-128"/>
                <a:cs typeface="MS Mincho" charset="-128"/>
              </a:rPr>
              <a:t>☑</a:t>
            </a:r>
            <a:r>
              <a:rPr lang="en-US" sz="3200" strike="sngStrike" dirty="0">
                <a:solidFill>
                  <a:prstClr val="black"/>
                </a:solidFill>
                <a:latin typeface="Calibri" charset="0"/>
                <a:ea typeface="MS Mincho" charset="-128"/>
                <a:cs typeface="MS Mincho" charset="-128"/>
              </a:rPr>
              <a:t> Paper 1 Commentary [EXAM Rubric] Week 4 100%  </a:t>
            </a:r>
          </a:p>
          <a:p>
            <a:pPr marL="0" indent="0">
              <a:buNone/>
            </a:pPr>
            <a:endParaRPr lang="en-US" sz="3200" b="1" u="sng" strike="sngStrike" dirty="0">
              <a:solidFill>
                <a:prstClr val="black"/>
              </a:solidFill>
              <a:latin typeface="Calibri" charset="0"/>
              <a:ea typeface="MS Mincho" charset="-128"/>
              <a:cs typeface="MS Mincho" charset="-128"/>
            </a:endParaRPr>
          </a:p>
          <a:p>
            <a:pPr marL="0" indent="0">
              <a:buNone/>
            </a:pPr>
            <a:r>
              <a:rPr lang="en-US" sz="3200" b="1" u="sng" dirty="0">
                <a:solidFill>
                  <a:srgbClr val="0432FF"/>
                </a:solidFill>
                <a:latin typeface="Calibri" charset="0"/>
                <a:ea typeface="MS Mincho" charset="-128"/>
                <a:cs typeface="MS Mincho" charset="-128"/>
              </a:rPr>
              <a:t>IB Assessment</a:t>
            </a:r>
          </a:p>
          <a:p>
            <a:pPr marL="0" indent="0">
              <a:buNone/>
            </a:pPr>
            <a:r>
              <a:rPr lang="en-US" sz="3200" dirty="0">
                <a:solidFill>
                  <a:srgbClr val="0432FF"/>
                </a:solidFill>
                <a:latin typeface="MS Mincho" charset="-128"/>
                <a:ea typeface="ＭＳ 明朝" charset="-128"/>
                <a:cs typeface="MS Mincho" charset="-128"/>
              </a:rPr>
              <a:t>☑ </a:t>
            </a:r>
            <a:r>
              <a:rPr lang="en-US" sz="3200" dirty="0">
                <a:solidFill>
                  <a:srgbClr val="0432FF"/>
                </a:solidFill>
                <a:latin typeface="Calibri" charset="0"/>
                <a:ea typeface="MS Mincho" charset="-128"/>
                <a:cs typeface="MS Mincho" charset="-128"/>
              </a:rPr>
              <a:t>IB FOA 2: Gender in Ads </a:t>
            </a:r>
            <a:r>
              <a:rPr lang="en-US" sz="3200" b="1" dirty="0">
                <a:solidFill>
                  <a:srgbClr val="0432FF"/>
                </a:solidFill>
                <a:latin typeface="Calibri" charset="0"/>
                <a:ea typeface="MS Mincho" charset="-128"/>
                <a:cs typeface="MS Mincho" charset="-128"/>
              </a:rPr>
              <a:t>Proposal due week 6 </a:t>
            </a:r>
            <a:r>
              <a:rPr lang="en-US" sz="3200" b="1" dirty="0">
                <a:solidFill>
                  <a:srgbClr val="000000"/>
                </a:solidFill>
                <a:latin typeface="Calibri" charset="0"/>
                <a:ea typeface="MS Mincho" charset="-128"/>
                <a:cs typeface="MS Mincho" charset="-128"/>
              </a:rPr>
              <a:t>due Tuesday 11</a:t>
            </a:r>
            <a:r>
              <a:rPr lang="en-US" sz="3200" b="1" baseline="30000" dirty="0">
                <a:solidFill>
                  <a:srgbClr val="000000"/>
                </a:solidFill>
                <a:latin typeface="Calibri" charset="0"/>
                <a:ea typeface="MS Mincho" charset="-128"/>
                <a:cs typeface="MS Mincho" charset="-128"/>
              </a:rPr>
              <a:t>th</a:t>
            </a:r>
            <a:r>
              <a:rPr lang="en-US" sz="3200" b="1" dirty="0">
                <a:solidFill>
                  <a:srgbClr val="000000"/>
                </a:solidFill>
                <a:latin typeface="Calibri" charset="0"/>
                <a:ea typeface="MS Mincho" charset="-128"/>
                <a:cs typeface="MS Mincho" charset="-128"/>
              </a:rPr>
              <a:t> Feb</a:t>
            </a:r>
            <a:r>
              <a:rPr lang="en-US" sz="3200" b="1" dirty="0">
                <a:solidFill>
                  <a:srgbClr val="0432FF"/>
                </a:solidFill>
                <a:latin typeface="Calibri" charset="0"/>
                <a:ea typeface="MS Mincho" charset="-128"/>
                <a:cs typeface="MS Mincho" charset="-128"/>
              </a:rPr>
              <a:t>,</a:t>
            </a:r>
            <a:r>
              <a:rPr lang="en-US" sz="3200" dirty="0">
                <a:solidFill>
                  <a:srgbClr val="0432FF"/>
                </a:solidFill>
                <a:latin typeface="Calibri" charset="0"/>
                <a:ea typeface="MS Mincho" charset="-128"/>
                <a:cs typeface="MS Mincho" charset="-128"/>
              </a:rPr>
              <a:t> FOA given week 1&amp;2 term 2</a:t>
            </a:r>
          </a:p>
          <a:p>
            <a:pPr marL="0" lvl="0" indent="0">
              <a:buNone/>
            </a:pPr>
            <a:r>
              <a:rPr lang="en-US" sz="3200" dirty="0">
                <a:solidFill>
                  <a:srgbClr val="0432FF"/>
                </a:solidFill>
                <a:latin typeface="MS Mincho" charset="-128"/>
                <a:ea typeface="ＭＳ 明朝" charset="-128"/>
                <a:cs typeface="MS Mincho" charset="-128"/>
              </a:rPr>
              <a:t>☑</a:t>
            </a:r>
            <a:r>
              <a:rPr lang="en-US" sz="3200" dirty="0">
                <a:solidFill>
                  <a:srgbClr val="0432FF"/>
                </a:solidFill>
                <a:latin typeface="Calibri" charset="0"/>
                <a:ea typeface="MS Mincho" charset="-128"/>
                <a:cs typeface="MS Mincho" charset="-128"/>
              </a:rPr>
              <a:t>  IB WT 2: Speeches/ Letters, First Draft Proposal Week 10, finished proposal week 1.</a:t>
            </a:r>
          </a:p>
          <a:p>
            <a:pPr marL="0" lvl="0" indent="0">
              <a:buNone/>
            </a:pPr>
            <a:endParaRPr lang="en-US" sz="3600" dirty="0">
              <a:solidFill>
                <a:prstClr val="black"/>
              </a:solidFill>
              <a:latin typeface="Calibri" charset="0"/>
              <a:ea typeface="MS Mincho" charset="-128"/>
              <a:cs typeface="MS Mincho" charset="-128"/>
            </a:endParaRPr>
          </a:p>
          <a:p>
            <a:pPr marL="0" lvl="0" indent="0">
              <a:buNone/>
            </a:pPr>
            <a:endParaRPr lang="en-US" sz="4800" dirty="0">
              <a:solidFill>
                <a:prstClr val="black"/>
              </a:solidFill>
              <a:latin typeface="Calibri" charset="0"/>
              <a:ea typeface="ＭＳ 明朝" charset="-128"/>
              <a:cs typeface="Times New Roman" charset="0"/>
            </a:endParaRPr>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920507" y="1749381"/>
            <a:ext cx="4114800" cy="4114800"/>
          </a:xfrm>
        </p:spPr>
      </p:pic>
    </p:spTree>
    <p:extLst>
      <p:ext uri="{BB962C8B-B14F-4D97-AF65-F5344CB8AC3E}">
        <p14:creationId xmlns:p14="http://schemas.microsoft.com/office/powerpoint/2010/main" val="814212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305677"/>
            <a:ext cx="6898426" cy="5167312"/>
          </a:xfrm>
          <a:solidFill>
            <a:schemeClr val="bg1"/>
          </a:solidFill>
        </p:spPr>
        <p:txBody>
          <a:bodyPr>
            <a:normAutofit/>
          </a:bodyPr>
          <a:lstStyle/>
          <a:p>
            <a:pPr marL="0" indent="0">
              <a:buNone/>
            </a:pP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r>
              <a:rPr lang="en-US" sz="3600" b="1" dirty="0">
                <a:solidFill>
                  <a:srgbClr val="000000"/>
                </a:solidFill>
                <a:latin typeface="Calibri" charset="0"/>
                <a:ea typeface="MS Mincho" charset="-128"/>
                <a:cs typeface="MS Mincho" charset="-128"/>
              </a:rPr>
              <a:t>Bert the Turtle and other propaganda films (MB) Tuesday 18</a:t>
            </a:r>
            <a:r>
              <a:rPr lang="en-US" sz="3600" b="1" baseline="30000" dirty="0">
                <a:solidFill>
                  <a:srgbClr val="000000"/>
                </a:solidFill>
                <a:latin typeface="Calibri" charset="0"/>
                <a:ea typeface="MS Mincho" charset="-128"/>
                <a:cs typeface="MS Mincho" charset="-128"/>
              </a:rPr>
              <a:t>th</a:t>
            </a: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r>
              <a:rPr lang="en-US" sz="3600" b="1" baseline="30000" dirty="0">
                <a:solidFill>
                  <a:srgbClr val="000000"/>
                </a:solidFill>
                <a:latin typeface="Calibri" charset="0"/>
                <a:ea typeface="MS Mincho" charset="-128"/>
                <a:cs typeface="MS Mincho" charset="-128"/>
                <a:hlinkClick r:id="rId2"/>
              </a:rPr>
              <a:t>https://www.youtube.com/watch?reload=9&amp;v=7A2BxcrZh-E&amp;list=RDIOT16v5lCjw&amp;index=22</a:t>
            </a:r>
            <a:endParaRPr lang="en-US" sz="3600" b="1" baseline="30000"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534836" y="402961"/>
            <a:ext cx="4370420" cy="6070028"/>
          </a:xfrm>
        </p:spPr>
      </p:pic>
    </p:spTree>
    <p:extLst>
      <p:ext uri="{BB962C8B-B14F-4D97-AF65-F5344CB8AC3E}">
        <p14:creationId xmlns:p14="http://schemas.microsoft.com/office/powerpoint/2010/main" val="1709758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4444" y="328246"/>
            <a:ext cx="12286444" cy="1058941"/>
          </a:xfrm>
        </p:spPr>
        <p:txBody>
          <a:bodyPr>
            <a:noAutofit/>
          </a:bodyPr>
          <a:lstStyle/>
          <a:p>
            <a:pPr lvl="0" algn="ctr"/>
            <a:r>
              <a:rPr lang="en-US" sz="5400" b="1" dirty="0">
                <a:solidFill>
                  <a:srgbClr val="FF0000"/>
                </a:solidFill>
                <a:latin typeface="+mn-lt"/>
              </a:rPr>
              <a:t>Lesson 1: Bert the Turtle/ Vocab for Speeches</a:t>
            </a:r>
            <a:endParaRPr lang="en-US" sz="5400" b="1" dirty="0">
              <a:solidFill>
                <a:srgbClr val="FF0000"/>
              </a:solidFill>
              <a:latin typeface="Calibri" charset="0"/>
              <a:ea typeface="MS Mincho" charset="-128"/>
              <a:cs typeface="MS Mincho" charset="-128"/>
            </a:endParaRPr>
          </a:p>
        </p:txBody>
      </p:sp>
      <p:sp>
        <p:nvSpPr>
          <p:cNvPr id="3" name="Content Placeholder 2"/>
          <p:cNvSpPr>
            <a:spLocks noGrp="1"/>
          </p:cNvSpPr>
          <p:nvPr>
            <p:ph idx="1"/>
          </p:nvPr>
        </p:nvSpPr>
        <p:spPr>
          <a:xfrm>
            <a:off x="302056" y="1947333"/>
            <a:ext cx="11889944" cy="4550570"/>
          </a:xfrm>
        </p:spPr>
        <p:txBody>
          <a:bodyPr>
            <a:normAutofit/>
          </a:bodyPr>
          <a:lstStyle/>
          <a:p>
            <a:pPr marL="0" indent="0">
              <a:buNone/>
            </a:pPr>
            <a:r>
              <a:rPr lang="en-US" sz="6000" b="1" dirty="0"/>
              <a:t>☑ Bert/ Daisy/ Mao</a:t>
            </a:r>
          </a:p>
          <a:p>
            <a:pPr marL="0" indent="0">
              <a:buNone/>
            </a:pPr>
            <a:endParaRPr lang="en-US" sz="6000" b="1" dirty="0">
              <a:latin typeface="Calibri" charset="0"/>
              <a:ea typeface="MS Mincho" charset="-128"/>
              <a:cs typeface="MS Mincho" charset="-128"/>
            </a:endParaRPr>
          </a:p>
          <a:p>
            <a:pPr marL="0" indent="0">
              <a:buNone/>
            </a:pPr>
            <a:r>
              <a:rPr lang="en-US" sz="6000" b="1" dirty="0"/>
              <a:t>☑ Vocab for Speeches.</a:t>
            </a:r>
          </a:p>
          <a:p>
            <a:pPr marL="0" indent="0">
              <a:buNone/>
            </a:pPr>
            <a:endParaRPr lang="en-US" sz="6000" dirty="0">
              <a:latin typeface="Calibri" charset="0"/>
              <a:ea typeface="MS Mincho" charset="-128"/>
              <a:cs typeface="MS Mincho" charset="-128"/>
            </a:endParaRPr>
          </a:p>
          <a:p>
            <a:pPr marL="0" indent="0">
              <a:buNone/>
            </a:pPr>
            <a:endParaRPr lang="en-US" sz="4000" dirty="0">
              <a:latin typeface="Calibri" charset="0"/>
              <a:ea typeface="MS Mincho" charset="-128"/>
              <a:cs typeface="MS Mincho" charset="-128"/>
            </a:endParaRPr>
          </a:p>
          <a:p>
            <a:pPr marL="0" indent="0">
              <a:buNone/>
            </a:pPr>
            <a:endParaRPr lang="en-US" sz="4000" dirty="0">
              <a:solidFill>
                <a:srgbClr val="0432FF"/>
              </a:solidFill>
            </a:endParaRPr>
          </a:p>
          <a:p>
            <a:pPr marL="0" indent="0">
              <a:buNone/>
            </a:pPr>
            <a:endParaRPr lang="en-US" sz="4000" dirty="0"/>
          </a:p>
          <a:p>
            <a:pPr marL="0" indent="0">
              <a:buNone/>
            </a:pPr>
            <a:endParaRPr lang="en-US" sz="4000" dirty="0"/>
          </a:p>
          <a:p>
            <a:pPr marL="0" indent="0">
              <a:buNone/>
            </a:pPr>
            <a:endParaRPr lang="en-US" sz="4400" dirty="0">
              <a:solidFill>
                <a:srgbClr val="0432FF"/>
              </a:solidFill>
            </a:endParaRPr>
          </a:p>
        </p:txBody>
      </p:sp>
    </p:spTree>
    <p:extLst>
      <p:ext uri="{BB962C8B-B14F-4D97-AF65-F5344CB8AC3E}">
        <p14:creationId xmlns:p14="http://schemas.microsoft.com/office/powerpoint/2010/main" val="1982140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54766" y="417879"/>
            <a:ext cx="4937234" cy="1325563"/>
          </a:xfrm>
        </p:spPr>
        <p:txBody>
          <a:bodyPr>
            <a:normAutofit fontScale="90000"/>
          </a:bodyPr>
          <a:lstStyle/>
          <a:p>
            <a:r>
              <a:rPr lang="en-US" sz="5400" b="1" dirty="0">
                <a:solidFill>
                  <a:schemeClr val="accent6"/>
                </a:solidFill>
                <a:latin typeface="+mn-lt"/>
              </a:rPr>
              <a:t>Duck and Cover/ The Daisy Ad</a:t>
            </a:r>
          </a:p>
        </p:txBody>
      </p:sp>
      <p:sp>
        <p:nvSpPr>
          <p:cNvPr id="3" name="Content Placeholder 2"/>
          <p:cNvSpPr>
            <a:spLocks noGrp="1"/>
          </p:cNvSpPr>
          <p:nvPr>
            <p:ph sz="half" idx="1"/>
          </p:nvPr>
        </p:nvSpPr>
        <p:spPr>
          <a:xfrm>
            <a:off x="116114" y="0"/>
            <a:ext cx="6566040" cy="6734629"/>
          </a:xfrm>
        </p:spPr>
        <p:txBody>
          <a:bodyPr>
            <a:normAutofit lnSpcReduction="10000"/>
          </a:bodyPr>
          <a:lstStyle/>
          <a:p>
            <a:r>
              <a:rPr lang="en-US" sz="4000" dirty="0"/>
              <a:t>Like the 80s, these are part of my family history – these things were actually shown and were taken seriously! </a:t>
            </a:r>
          </a:p>
          <a:p>
            <a:endParaRPr lang="en-US" sz="4000" dirty="0"/>
          </a:p>
          <a:p>
            <a:r>
              <a:rPr lang="en-US" sz="4000" dirty="0">
                <a:solidFill>
                  <a:srgbClr val="0432FF"/>
                </a:solidFill>
              </a:rPr>
              <a:t>How does Bert the Turtle try to create reassurance? (Narrator: It did not reassure).</a:t>
            </a:r>
          </a:p>
          <a:p>
            <a:endParaRPr lang="en-US" sz="4000" dirty="0">
              <a:solidFill>
                <a:srgbClr val="0432FF"/>
              </a:solidFill>
            </a:endParaRPr>
          </a:p>
          <a:p>
            <a:r>
              <a:rPr lang="en-US" sz="4000" dirty="0">
                <a:solidFill>
                  <a:srgbClr val="0432FF"/>
                </a:solidFill>
              </a:rPr>
              <a:t>How does the Daisy Ad try to create alarm? </a:t>
            </a: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010400" y="2146117"/>
            <a:ext cx="5181600" cy="3886200"/>
          </a:xfrm>
        </p:spPr>
      </p:pic>
    </p:spTree>
    <p:extLst>
      <p:ext uri="{BB962C8B-B14F-4D97-AF65-F5344CB8AC3E}">
        <p14:creationId xmlns:p14="http://schemas.microsoft.com/office/powerpoint/2010/main" val="159168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heel(1)">
                                      <p:cBhvr>
                                        <p:cTn id="1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GB" altLang="en-US" b="1" dirty="0">
                <a:solidFill>
                  <a:srgbClr val="00B050"/>
                </a:solidFill>
              </a:rPr>
              <a:t>Mao </a:t>
            </a:r>
            <a:r>
              <a:rPr lang="en-GB" altLang="en-US" b="1" dirty="0" err="1">
                <a:solidFill>
                  <a:srgbClr val="00B050"/>
                </a:solidFill>
              </a:rPr>
              <a:t>Tse</a:t>
            </a:r>
            <a:r>
              <a:rPr lang="en-GB" altLang="en-US" b="1" dirty="0">
                <a:solidFill>
                  <a:srgbClr val="00B050"/>
                </a:solidFill>
              </a:rPr>
              <a:t> Tung 1893-1976</a:t>
            </a:r>
          </a:p>
        </p:txBody>
      </p:sp>
      <p:pic>
        <p:nvPicPr>
          <p:cNvPr id="4101" name="Picture 5" descr="250px-LittleRedBoo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1628775"/>
            <a:ext cx="3371850" cy="4679950"/>
          </a:xfrm>
          <a:prstGeom prst="rect">
            <a:avLst/>
          </a:prstGeom>
          <a:noFill/>
          <a:extLst>
            <a:ext uri="{909E8E84-426E-40DD-AFC4-6F175D3DCCD1}">
              <a14:hiddenFill xmlns:a14="http://schemas.microsoft.com/office/drawing/2010/main">
                <a:solidFill>
                  <a:srgbClr val="FFFFFF"/>
                </a:solidFill>
              </a14:hiddenFill>
            </a:ext>
          </a:extLst>
        </p:spPr>
      </p:pic>
      <p:pic>
        <p:nvPicPr>
          <p:cNvPr id="4103" name="Picture 7" descr="5826_Mao%2520Zedo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26" y="1628775"/>
            <a:ext cx="3057525"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69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5154" y="263769"/>
            <a:ext cx="11840308" cy="6594231"/>
          </a:xfrm>
        </p:spPr>
        <p:txBody>
          <a:bodyPr/>
          <a:lstStyle/>
          <a:p>
            <a:pPr>
              <a:spcBef>
                <a:spcPct val="50000"/>
              </a:spcBef>
            </a:pPr>
            <a:r>
              <a:rPr lang="en-GB" altLang="en-US" sz="2600" dirty="0">
                <a:solidFill>
                  <a:srgbClr val="000000"/>
                </a:solidFill>
              </a:rPr>
              <a:t>Mao Zedong, also known as Mao </a:t>
            </a:r>
            <a:r>
              <a:rPr lang="en-GB" altLang="en-US" sz="2600" dirty="0" err="1">
                <a:solidFill>
                  <a:srgbClr val="000000"/>
                </a:solidFill>
              </a:rPr>
              <a:t>Tse</a:t>
            </a:r>
            <a:r>
              <a:rPr lang="en-GB" altLang="en-US" sz="2600" dirty="0">
                <a:solidFill>
                  <a:srgbClr val="000000"/>
                </a:solidFill>
              </a:rPr>
              <a:t>-Tung was the son of a peasant and was born in </a:t>
            </a:r>
            <a:r>
              <a:rPr lang="en-GB" altLang="en-US" sz="2600" dirty="0" err="1">
                <a:solidFill>
                  <a:srgbClr val="000000"/>
                </a:solidFill>
              </a:rPr>
              <a:t>Chaochan</a:t>
            </a:r>
            <a:r>
              <a:rPr lang="en-GB" altLang="en-US" sz="2600" dirty="0">
                <a:solidFill>
                  <a:srgbClr val="000000"/>
                </a:solidFill>
              </a:rPr>
              <a:t>, China in 1893. </a:t>
            </a:r>
          </a:p>
          <a:p>
            <a:pPr>
              <a:spcBef>
                <a:spcPct val="50000"/>
              </a:spcBef>
            </a:pPr>
            <a:endParaRPr lang="en-GB" altLang="en-US" sz="2600" dirty="0">
              <a:solidFill>
                <a:srgbClr val="000000"/>
              </a:solidFill>
            </a:endParaRPr>
          </a:p>
          <a:p>
            <a:pPr>
              <a:spcBef>
                <a:spcPct val="50000"/>
              </a:spcBef>
            </a:pPr>
            <a:r>
              <a:rPr lang="en-GB" altLang="en-US" sz="2600" dirty="0">
                <a:solidFill>
                  <a:srgbClr val="0432FF"/>
                </a:solidFill>
              </a:rPr>
              <a:t>He became Marxist while working as a library assistant at Peking University. </a:t>
            </a:r>
          </a:p>
          <a:p>
            <a:pPr>
              <a:spcBef>
                <a:spcPct val="50000"/>
              </a:spcBef>
            </a:pPr>
            <a:endParaRPr lang="en-GB" altLang="en-US" sz="2600" dirty="0">
              <a:solidFill>
                <a:srgbClr val="0432FF"/>
              </a:solidFill>
            </a:endParaRPr>
          </a:p>
          <a:p>
            <a:pPr>
              <a:spcBef>
                <a:spcPct val="50000"/>
              </a:spcBef>
            </a:pPr>
            <a:r>
              <a:rPr lang="en-GB" altLang="en-US" sz="2600" dirty="0">
                <a:solidFill>
                  <a:srgbClr val="000000"/>
                </a:solidFill>
              </a:rPr>
              <a:t>He served in the revolutionary army during the 1911 Chinese Revolution. </a:t>
            </a:r>
          </a:p>
          <a:p>
            <a:pPr>
              <a:spcBef>
                <a:spcPct val="50000"/>
              </a:spcBef>
            </a:pPr>
            <a:endParaRPr lang="en-GB" altLang="en-US" sz="2600" dirty="0">
              <a:solidFill>
                <a:srgbClr val="000000"/>
              </a:solidFill>
            </a:endParaRPr>
          </a:p>
          <a:p>
            <a:pPr>
              <a:spcBef>
                <a:spcPct val="50000"/>
              </a:spcBef>
            </a:pPr>
            <a:r>
              <a:rPr lang="en-GB" altLang="en-US" sz="2600" dirty="0">
                <a:solidFill>
                  <a:srgbClr val="0432FF"/>
                </a:solidFill>
              </a:rPr>
              <a:t>In 1921, the Chinese Communist Party was established and Mao Zedong was one of the first members along with </a:t>
            </a:r>
            <a:r>
              <a:rPr lang="en-GB" altLang="en-US" sz="2600" dirty="0" err="1">
                <a:solidFill>
                  <a:srgbClr val="0432FF"/>
                </a:solidFill>
              </a:rPr>
              <a:t>Zhoa</a:t>
            </a:r>
            <a:r>
              <a:rPr lang="en-GB" altLang="en-US" sz="2600" dirty="0">
                <a:solidFill>
                  <a:srgbClr val="0432FF"/>
                </a:solidFill>
              </a:rPr>
              <a:t> </a:t>
            </a:r>
            <a:r>
              <a:rPr lang="en-GB" altLang="en-US" sz="2600" dirty="0" err="1">
                <a:solidFill>
                  <a:srgbClr val="0432FF"/>
                </a:solidFill>
              </a:rPr>
              <a:t>Enlai</a:t>
            </a:r>
            <a:r>
              <a:rPr lang="en-GB" altLang="en-US" sz="2600" dirty="0">
                <a:solidFill>
                  <a:srgbClr val="0432FF"/>
                </a:solidFill>
              </a:rPr>
              <a:t>, Zhu De and Lin Biao. After the party was established, Mao started studying the Ideas and Policies of Vladimir Lenin. He studied him because he successfully revolutionized Russia and started the Communist party there. </a:t>
            </a:r>
          </a:p>
        </p:txBody>
      </p:sp>
    </p:spTree>
    <p:extLst>
      <p:ext uri="{BB962C8B-B14F-4D97-AF65-F5344CB8AC3E}">
        <p14:creationId xmlns:p14="http://schemas.microsoft.com/office/powerpoint/2010/main" val="816834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8246" y="123092"/>
            <a:ext cx="11734799" cy="6734908"/>
          </a:xfrm>
        </p:spPr>
        <p:txBody>
          <a:bodyPr/>
          <a:lstStyle/>
          <a:p>
            <a:pPr>
              <a:spcBef>
                <a:spcPct val="50000"/>
              </a:spcBef>
            </a:pPr>
            <a:r>
              <a:rPr lang="en-GB" altLang="en-US" sz="2600" dirty="0">
                <a:solidFill>
                  <a:srgbClr val="000000"/>
                </a:solidFill>
              </a:rPr>
              <a:t>In October, 1949, he announced the starting of the People's Republic of China. He was the leader and started an Industrial and cultural revolution known as "The Great Leap Forward". </a:t>
            </a:r>
            <a:r>
              <a:rPr lang="en-US" altLang="en-US" sz="2600" dirty="0">
                <a:solidFill>
                  <a:srgbClr val="000000"/>
                </a:solidFill>
              </a:rPr>
              <a:t>It was an attempt by Mao to re-impose his authority on the party and therefore the country.</a:t>
            </a:r>
          </a:p>
          <a:p>
            <a:pPr>
              <a:spcBef>
                <a:spcPct val="50000"/>
              </a:spcBef>
            </a:pPr>
            <a:endParaRPr lang="en-US" altLang="en-US" sz="2600" dirty="0">
              <a:solidFill>
                <a:srgbClr val="000000"/>
              </a:solidFill>
            </a:endParaRPr>
          </a:p>
          <a:p>
            <a:pPr>
              <a:spcBef>
                <a:spcPct val="50000"/>
              </a:spcBef>
            </a:pPr>
            <a:r>
              <a:rPr lang="en-US" altLang="en-US" sz="2600" dirty="0">
                <a:solidFill>
                  <a:srgbClr val="0432FF"/>
                </a:solidFill>
              </a:rPr>
              <a:t>Mao deliberately set out to create a cult for himself and to purge the Chinese Communist Party of anyone who did not fully support him. His main selling point was a desire to create a China which had peasants, workers and educated people working together – no-one was better than anyone else and all working for the good of China – a classless society.</a:t>
            </a:r>
          </a:p>
          <a:p>
            <a:pPr>
              <a:spcBef>
                <a:spcPct val="50000"/>
              </a:spcBef>
            </a:pPr>
            <a:endParaRPr lang="en-GB" altLang="en-US" sz="2600" dirty="0">
              <a:solidFill>
                <a:srgbClr val="000000"/>
              </a:solidFill>
            </a:endParaRPr>
          </a:p>
          <a:p>
            <a:pPr>
              <a:spcBef>
                <a:spcPct val="50000"/>
              </a:spcBef>
            </a:pPr>
            <a:r>
              <a:rPr lang="en-GB" altLang="en-US" sz="2600" dirty="0">
                <a:solidFill>
                  <a:srgbClr val="000000"/>
                </a:solidFill>
              </a:rPr>
              <a:t>The Cultural Revolution ended in October, 1968 when Liu </a:t>
            </a:r>
            <a:r>
              <a:rPr lang="en-GB" altLang="en-US" sz="2600" dirty="0" err="1">
                <a:solidFill>
                  <a:srgbClr val="000000"/>
                </a:solidFill>
              </a:rPr>
              <a:t>Shaoqi</a:t>
            </a:r>
            <a:r>
              <a:rPr lang="en-GB" altLang="en-US" sz="2600" dirty="0">
                <a:solidFill>
                  <a:srgbClr val="000000"/>
                </a:solidFill>
              </a:rPr>
              <a:t> resigned from his position in government. Mao died in </a:t>
            </a:r>
            <a:r>
              <a:rPr lang="en-GB" altLang="en-US" sz="2600" dirty="0" err="1">
                <a:solidFill>
                  <a:srgbClr val="000000"/>
                </a:solidFill>
              </a:rPr>
              <a:t>Beiijing</a:t>
            </a:r>
            <a:r>
              <a:rPr lang="en-GB" altLang="en-US" sz="2600" dirty="0">
                <a:solidFill>
                  <a:srgbClr val="000000"/>
                </a:solidFill>
              </a:rPr>
              <a:t> on September 9, 1976. </a:t>
            </a:r>
          </a:p>
          <a:p>
            <a:endParaRPr lang="en-US" dirty="0"/>
          </a:p>
        </p:txBody>
      </p:sp>
    </p:spTree>
    <p:extLst>
      <p:ext uri="{BB962C8B-B14F-4D97-AF65-F5344CB8AC3E}">
        <p14:creationId xmlns:p14="http://schemas.microsoft.com/office/powerpoint/2010/main" val="534215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e15-69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4632" y="175114"/>
            <a:ext cx="4854575"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3" name="Text Box 5"/>
          <p:cNvSpPr txBox="1">
            <a:spLocks noChangeArrowheads="1"/>
          </p:cNvSpPr>
          <p:nvPr/>
        </p:nvSpPr>
        <p:spPr bwMode="auto">
          <a:xfrm>
            <a:off x="615462" y="1628774"/>
            <a:ext cx="4401039" cy="5570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3200" i="1" dirty="0">
                <a:solidFill>
                  <a:srgbClr val="000000"/>
                </a:solidFill>
              </a:rPr>
              <a:t>The Little Red Book features quotations from Mao's writings. It is small and bound in a red plastic cover so you can always carry it with you. A good Red Guard knows the book by heart and rarely reads anything else.</a:t>
            </a:r>
            <a:br>
              <a:rPr lang="en-GB" altLang="en-US" sz="3200" i="1" dirty="0">
                <a:solidFill>
                  <a:srgbClr val="000000"/>
                </a:solidFill>
              </a:rPr>
            </a:br>
            <a:br>
              <a:rPr lang="en-GB" altLang="en-US" dirty="0">
                <a:solidFill>
                  <a:srgbClr val="000000"/>
                </a:solidFill>
              </a:rPr>
            </a:br>
            <a:endParaRPr lang="en-GB" altLang="en-US" dirty="0">
              <a:solidFill>
                <a:srgbClr val="000000"/>
              </a:solidFill>
            </a:endParaRPr>
          </a:p>
        </p:txBody>
      </p:sp>
      <p:sp>
        <p:nvSpPr>
          <p:cNvPr id="2055" name="Text Box 7"/>
          <p:cNvSpPr txBox="1">
            <a:spLocks noChangeArrowheads="1"/>
          </p:cNvSpPr>
          <p:nvPr/>
        </p:nvSpPr>
        <p:spPr bwMode="auto">
          <a:xfrm>
            <a:off x="158262" y="0"/>
            <a:ext cx="5404339"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4400" b="1" dirty="0">
                <a:solidFill>
                  <a:srgbClr val="FF0000"/>
                </a:solidFill>
              </a:rPr>
              <a:t>Cultural Revolution 1965 - 1968</a:t>
            </a:r>
          </a:p>
        </p:txBody>
      </p:sp>
    </p:spTree>
    <p:extLst>
      <p:ext uri="{BB962C8B-B14F-4D97-AF65-F5344CB8AC3E}">
        <p14:creationId xmlns:p14="http://schemas.microsoft.com/office/powerpoint/2010/main" val="207438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56491" y="0"/>
            <a:ext cx="10972800" cy="967154"/>
          </a:xfrm>
        </p:spPr>
        <p:txBody>
          <a:bodyPr/>
          <a:lstStyle/>
          <a:p>
            <a:r>
              <a:rPr lang="en-GB" altLang="en-US" sz="4000" b="1" dirty="0">
                <a:solidFill>
                  <a:srgbClr val="00B050"/>
                </a:solidFill>
              </a:rPr>
              <a:t>Quotations from Chairman Mao</a:t>
            </a:r>
          </a:p>
        </p:txBody>
      </p:sp>
      <p:sp>
        <p:nvSpPr>
          <p:cNvPr id="5123" name="Rectangle 3"/>
          <p:cNvSpPr>
            <a:spLocks noGrp="1" noChangeArrowheads="1"/>
          </p:cNvSpPr>
          <p:nvPr>
            <p:ph type="body" idx="1"/>
          </p:nvPr>
        </p:nvSpPr>
        <p:spPr>
          <a:xfrm>
            <a:off x="363415" y="1160585"/>
            <a:ext cx="11558953" cy="5451230"/>
          </a:xfrm>
        </p:spPr>
        <p:txBody>
          <a:bodyPr/>
          <a:lstStyle/>
          <a:p>
            <a:pPr>
              <a:lnSpc>
                <a:spcPct val="80000"/>
              </a:lnSpc>
            </a:pPr>
            <a:r>
              <a:rPr lang="en-GB" altLang="en-US" sz="2800" dirty="0"/>
              <a:t>The </a:t>
            </a:r>
            <a:r>
              <a:rPr lang="en-GB" altLang="en-US" sz="2800" i="1" dirty="0"/>
              <a:t>Quotations from Chairman Mao</a:t>
            </a:r>
            <a:r>
              <a:rPr lang="en-GB" altLang="en-US" sz="2800" dirty="0"/>
              <a:t>, the </a:t>
            </a:r>
            <a:r>
              <a:rPr lang="en-GB" altLang="en-US" sz="2800" i="1" dirty="0"/>
              <a:t>Mao </a:t>
            </a:r>
            <a:r>
              <a:rPr lang="en-GB" altLang="en-US" sz="2800" i="1" dirty="0" err="1"/>
              <a:t>zhuxi</a:t>
            </a:r>
            <a:r>
              <a:rPr lang="en-GB" altLang="en-US" sz="2800" i="1" dirty="0"/>
              <a:t> </a:t>
            </a:r>
            <a:r>
              <a:rPr lang="en-GB" altLang="en-US" sz="2800" i="1" dirty="0" err="1"/>
              <a:t>yulu</a:t>
            </a:r>
            <a:r>
              <a:rPr lang="en-GB" altLang="en-US" sz="2800" dirty="0"/>
              <a:t> (</a:t>
            </a:r>
            <a:r>
              <a:rPr lang="en-GB" altLang="en-US" sz="2800" dirty="0" err="1"/>
              <a:t>毛主席语</a:t>
            </a:r>
            <a:r>
              <a:rPr lang="en-GB" altLang="en-US" sz="2800" dirty="0"/>
              <a:t>), 426 in total, were culled from the numerous writings in which Mao had set out to signify Marxism-Leninism over the years and which had been brought together in the four-volume </a:t>
            </a:r>
            <a:r>
              <a:rPr lang="en-GB" altLang="en-US" sz="2800" i="1" dirty="0"/>
              <a:t>Selected Works of Mao Zedong</a:t>
            </a:r>
            <a:r>
              <a:rPr lang="en-GB" altLang="en-US" sz="2800" dirty="0"/>
              <a:t>.</a:t>
            </a:r>
          </a:p>
          <a:p>
            <a:pPr>
              <a:lnSpc>
                <a:spcPct val="80000"/>
              </a:lnSpc>
            </a:pPr>
            <a:endParaRPr lang="en-GB" altLang="en-US" sz="2800" dirty="0">
              <a:solidFill>
                <a:srgbClr val="0432FF"/>
              </a:solidFill>
            </a:endParaRPr>
          </a:p>
          <a:p>
            <a:pPr>
              <a:lnSpc>
                <a:spcPct val="80000"/>
              </a:lnSpc>
            </a:pPr>
            <a:r>
              <a:rPr lang="en-GB" altLang="en-US" sz="2800" dirty="0">
                <a:solidFill>
                  <a:srgbClr val="0432FF"/>
                </a:solidFill>
              </a:rPr>
              <a:t> Already in </a:t>
            </a:r>
            <a:r>
              <a:rPr lang="en-GB" altLang="en-US" sz="2800" dirty="0" err="1">
                <a:solidFill>
                  <a:srgbClr val="0432FF"/>
                </a:solidFill>
              </a:rPr>
              <a:t>Yan'an</a:t>
            </a:r>
            <a:r>
              <a:rPr lang="en-GB" altLang="en-US" sz="2800" dirty="0">
                <a:solidFill>
                  <a:srgbClr val="0432FF"/>
                </a:solidFill>
              </a:rPr>
              <a:t>, Mao was styling himself as the sole theoretician of Chinese communism, on a par with and later even superseding, Marx, Engels, Lenin and Stalin. </a:t>
            </a:r>
          </a:p>
          <a:p>
            <a:pPr>
              <a:lnSpc>
                <a:spcPct val="80000"/>
              </a:lnSpc>
            </a:pPr>
            <a:endParaRPr lang="en-GB" altLang="en-US" sz="2800" dirty="0"/>
          </a:p>
          <a:p>
            <a:pPr>
              <a:lnSpc>
                <a:spcPct val="80000"/>
              </a:lnSpc>
            </a:pPr>
            <a:r>
              <a:rPr lang="en-GB" altLang="en-US" sz="2800" dirty="0"/>
              <a:t>As a result of Mao's (re-)interpretations of the Marxist Classics, his writings became known as Mao Zedong Thought. The Quotations were first published in 1961 for use in the People's Liberation Army under Lin Biao.</a:t>
            </a:r>
          </a:p>
        </p:txBody>
      </p:sp>
    </p:spTree>
    <p:extLst>
      <p:ext uri="{BB962C8B-B14F-4D97-AF65-F5344CB8AC3E}">
        <p14:creationId xmlns:p14="http://schemas.microsoft.com/office/powerpoint/2010/main" val="1882412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4294967295"/>
          </p:nvPr>
        </p:nvSpPr>
        <p:spPr>
          <a:xfrm>
            <a:off x="298938" y="1700213"/>
            <a:ext cx="11711353" cy="5298464"/>
          </a:xfrm>
        </p:spPr>
        <p:txBody>
          <a:bodyPr/>
          <a:lstStyle/>
          <a:p>
            <a:pPr>
              <a:lnSpc>
                <a:spcPct val="80000"/>
              </a:lnSpc>
            </a:pPr>
            <a:r>
              <a:rPr lang="en-GB" altLang="en-US" sz="2400" dirty="0"/>
              <a:t>In the early 1960s, and during the first phase of the Cultural Revolution, the PLA played a major role in the popularization of the Quotations.</a:t>
            </a:r>
          </a:p>
          <a:p>
            <a:pPr>
              <a:lnSpc>
                <a:spcPct val="80000"/>
              </a:lnSpc>
            </a:pPr>
            <a:endParaRPr lang="en-GB" altLang="en-US" sz="2400" dirty="0"/>
          </a:p>
          <a:p>
            <a:pPr>
              <a:lnSpc>
                <a:spcPct val="80000"/>
              </a:lnSpc>
            </a:pPr>
            <a:r>
              <a:rPr lang="en-GB" altLang="en-US" sz="2400" dirty="0">
                <a:solidFill>
                  <a:srgbClr val="0432FF"/>
                </a:solidFill>
              </a:rPr>
              <a:t>According to Lin, "Everything that Mao Zedong says is the truth; every statement he utters is worth 10,000 sentences." </a:t>
            </a:r>
          </a:p>
          <a:p>
            <a:pPr>
              <a:lnSpc>
                <a:spcPct val="80000"/>
              </a:lnSpc>
            </a:pPr>
            <a:endParaRPr lang="en-GB" altLang="en-US" sz="2400" dirty="0"/>
          </a:p>
          <a:p>
            <a:pPr>
              <a:lnSpc>
                <a:spcPct val="80000"/>
              </a:lnSpc>
            </a:pPr>
            <a:r>
              <a:rPr lang="en-GB" altLang="en-US" sz="2400" dirty="0"/>
              <a:t>The more wide-spread the study of the book, the more devastating the effects that were ascribed to it. </a:t>
            </a:r>
          </a:p>
          <a:p>
            <a:pPr>
              <a:lnSpc>
                <a:spcPct val="80000"/>
              </a:lnSpc>
            </a:pPr>
            <a:endParaRPr lang="en-GB" altLang="en-US" sz="2400" dirty="0"/>
          </a:p>
          <a:p>
            <a:pPr>
              <a:lnSpc>
                <a:spcPct val="80000"/>
              </a:lnSpc>
            </a:pPr>
            <a:r>
              <a:rPr lang="en-GB" altLang="en-US" sz="2400" dirty="0">
                <a:solidFill>
                  <a:srgbClr val="0432FF"/>
                </a:solidFill>
              </a:rPr>
              <a:t>In 1960, Mao Thought was seen as an arrow aimed at the target of revolution; by 1965, the </a:t>
            </a:r>
            <a:r>
              <a:rPr lang="en-GB" altLang="en-US" sz="2400" i="1" dirty="0">
                <a:solidFill>
                  <a:srgbClr val="0432FF"/>
                </a:solidFill>
              </a:rPr>
              <a:t>Quotations</a:t>
            </a:r>
            <a:r>
              <a:rPr lang="en-GB" altLang="en-US" sz="2400" dirty="0">
                <a:solidFill>
                  <a:srgbClr val="0432FF"/>
                </a:solidFill>
              </a:rPr>
              <a:t> were seen as a mighty "ideological weapon" in the struggle against imperialism, revisionism and dogmatism. </a:t>
            </a:r>
          </a:p>
          <a:p>
            <a:pPr>
              <a:lnSpc>
                <a:spcPct val="80000"/>
              </a:lnSpc>
            </a:pPr>
            <a:endParaRPr lang="en-GB" altLang="en-US" sz="2400" dirty="0"/>
          </a:p>
          <a:p>
            <a:pPr>
              <a:lnSpc>
                <a:spcPct val="80000"/>
              </a:lnSpc>
            </a:pPr>
            <a:r>
              <a:rPr lang="en-GB" altLang="en-US" sz="2400" dirty="0"/>
              <a:t>One year later, Mao Thought had grown into a "spiritual atom bomb" of infinite power. </a:t>
            </a:r>
          </a:p>
        </p:txBody>
      </p:sp>
      <p:pic>
        <p:nvPicPr>
          <p:cNvPr id="6149" name="Picture 5" descr="ANd9GcRpkJlkqrHdQ-u39OZLzDUvr9HSDuWZuh28fzdbra4TdY7Tv67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613" y="260350"/>
            <a:ext cx="5905500" cy="133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5497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3" name="Picture 5" descr="Vigorously promote revolution and production, welcome the victorious convening of the 'Ninth Party Congress', 196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9513" y="260350"/>
            <a:ext cx="5033962" cy="659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581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5" name="Picture 5" descr="d29-18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32439" y="0"/>
            <a:ext cx="5083175" cy="6858000"/>
          </a:xfrm>
          <a:prstGeom prst="rect">
            <a:avLst/>
          </a:prstGeom>
          <a:noFill/>
          <a:extLst>
            <a:ext uri="{909E8E84-426E-40DD-AFC4-6F175D3DCCD1}">
              <a14:hiddenFill xmlns:a14="http://schemas.microsoft.com/office/drawing/2010/main">
                <a:solidFill>
                  <a:srgbClr val="FFFFFF"/>
                </a:solidFill>
              </a14:hiddenFill>
            </a:ext>
          </a:extLst>
        </p:spPr>
      </p:pic>
      <p:sp>
        <p:nvSpPr>
          <p:cNvPr id="10246" name="Text Box 6"/>
          <p:cNvSpPr txBox="1">
            <a:spLocks noChangeArrowheads="1"/>
          </p:cNvSpPr>
          <p:nvPr/>
        </p:nvSpPr>
        <p:spPr bwMode="auto">
          <a:xfrm>
            <a:off x="351693" y="620714"/>
            <a:ext cx="4591784"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4400" b="1" dirty="0">
                <a:solidFill>
                  <a:srgbClr val="FF0000"/>
                </a:solidFill>
              </a:rPr>
              <a:t>Scatter the old world, build a new world </a:t>
            </a:r>
          </a:p>
        </p:txBody>
      </p:sp>
      <p:sp>
        <p:nvSpPr>
          <p:cNvPr id="10247" name="Text Box 7"/>
          <p:cNvSpPr txBox="1">
            <a:spLocks noChangeArrowheads="1"/>
          </p:cNvSpPr>
          <p:nvPr/>
        </p:nvSpPr>
        <p:spPr bwMode="auto">
          <a:xfrm>
            <a:off x="351693" y="3253397"/>
            <a:ext cx="459178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2800" dirty="0">
                <a:solidFill>
                  <a:srgbClr val="000000"/>
                </a:solidFill>
              </a:rPr>
              <a:t>A Red Guard at work. The smashing is not just meant symbolically. Property of 'rightists', monasteries, temples and other things considered old, bourgeois or decadent are literally smashed to pieces. </a:t>
            </a:r>
          </a:p>
        </p:txBody>
      </p:sp>
    </p:spTree>
    <p:extLst>
      <p:ext uri="{BB962C8B-B14F-4D97-AF65-F5344CB8AC3E}">
        <p14:creationId xmlns:p14="http://schemas.microsoft.com/office/powerpoint/2010/main" val="104214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21" name="Picture 5" descr="g2-68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9002" y="0"/>
            <a:ext cx="4865198" cy="6701819"/>
          </a:xfrm>
          <a:prstGeom prst="rect">
            <a:avLst/>
          </a:prstGeom>
          <a:noFill/>
          <a:extLst>
            <a:ext uri="{909E8E84-426E-40DD-AFC4-6F175D3DCCD1}">
              <a14:hiddenFill xmlns:a14="http://schemas.microsoft.com/office/drawing/2010/main">
                <a:solidFill>
                  <a:srgbClr val="FFFFFF"/>
                </a:solidFill>
              </a14:hiddenFill>
            </a:ext>
          </a:extLst>
        </p:spPr>
      </p:pic>
      <p:sp>
        <p:nvSpPr>
          <p:cNvPr id="9222" name="Text Box 6"/>
          <p:cNvSpPr txBox="1">
            <a:spLocks noChangeArrowheads="1"/>
          </p:cNvSpPr>
          <p:nvPr/>
        </p:nvSpPr>
        <p:spPr bwMode="auto">
          <a:xfrm>
            <a:off x="334109" y="188914"/>
            <a:ext cx="504116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fontAlgn="base">
              <a:spcBef>
                <a:spcPct val="50000"/>
              </a:spcBef>
              <a:spcAft>
                <a:spcPct val="0"/>
              </a:spcAft>
            </a:pPr>
            <a:r>
              <a:rPr lang="en-GB" altLang="en-US" sz="4000" b="1" dirty="0">
                <a:solidFill>
                  <a:srgbClr val="FF0000"/>
                </a:solidFill>
              </a:rPr>
              <a:t>Down with Imperialism! – 1961-1966</a:t>
            </a:r>
          </a:p>
        </p:txBody>
      </p:sp>
      <p:sp>
        <p:nvSpPr>
          <p:cNvPr id="9223" name="Text Box 7"/>
          <p:cNvSpPr txBox="1">
            <a:spLocks noChangeArrowheads="1"/>
          </p:cNvSpPr>
          <p:nvPr/>
        </p:nvSpPr>
        <p:spPr bwMode="auto">
          <a:xfrm>
            <a:off x="545123" y="2492376"/>
            <a:ext cx="483015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3200" dirty="0">
                <a:solidFill>
                  <a:srgbClr val="000000"/>
                </a:solidFill>
              </a:rPr>
              <a:t>The </a:t>
            </a:r>
            <a:r>
              <a:rPr lang="en-GB" altLang="en-US" sz="3200" u="sng" dirty="0">
                <a:solidFill>
                  <a:srgbClr val="000000"/>
                </a:solidFill>
              </a:rPr>
              <a:t>Vietnam War</a:t>
            </a:r>
            <a:r>
              <a:rPr lang="en-GB" altLang="en-US" sz="3200" dirty="0">
                <a:solidFill>
                  <a:srgbClr val="000000"/>
                </a:solidFill>
              </a:rPr>
              <a:t> escalates around 1965. America supports the South, China the (communist) North. </a:t>
            </a:r>
          </a:p>
        </p:txBody>
      </p:sp>
    </p:spTree>
    <p:extLst>
      <p:ext uri="{BB962C8B-B14F-4D97-AF65-F5344CB8AC3E}">
        <p14:creationId xmlns:p14="http://schemas.microsoft.com/office/powerpoint/2010/main" val="1340635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9" name="Picture 5" descr="e13-8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1846" y="0"/>
            <a:ext cx="4700953" cy="6748280"/>
          </a:xfrm>
          <a:prstGeom prst="rect">
            <a:avLst/>
          </a:prstGeom>
          <a:noFill/>
          <a:extLst>
            <a:ext uri="{909E8E84-426E-40DD-AFC4-6F175D3DCCD1}">
              <a14:hiddenFill xmlns:a14="http://schemas.microsoft.com/office/drawing/2010/main">
                <a:solidFill>
                  <a:srgbClr val="FFFFFF"/>
                </a:solidFill>
              </a14:hiddenFill>
            </a:ext>
          </a:extLst>
        </p:spPr>
      </p:pic>
      <p:sp>
        <p:nvSpPr>
          <p:cNvPr id="11270" name="Text Box 6"/>
          <p:cNvSpPr txBox="1">
            <a:spLocks noChangeArrowheads="1"/>
          </p:cNvSpPr>
          <p:nvPr/>
        </p:nvSpPr>
        <p:spPr bwMode="auto">
          <a:xfrm>
            <a:off x="175846" y="333375"/>
            <a:ext cx="570425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3600" b="1" dirty="0">
                <a:solidFill>
                  <a:srgbClr val="FF0000"/>
                </a:solidFill>
              </a:rPr>
              <a:t>One Hundred Clowns - Drag out the counterrevolutionary revisionist elements and expose them!</a:t>
            </a:r>
            <a:r>
              <a:rPr lang="en-GB" altLang="en-US" sz="3600" dirty="0">
                <a:solidFill>
                  <a:srgbClr val="000000"/>
                </a:solidFill>
              </a:rPr>
              <a:t> (1967)</a:t>
            </a:r>
          </a:p>
        </p:txBody>
      </p:sp>
      <p:sp>
        <p:nvSpPr>
          <p:cNvPr id="11271" name="Text Box 7"/>
          <p:cNvSpPr txBox="1">
            <a:spLocks noChangeArrowheads="1"/>
          </p:cNvSpPr>
          <p:nvPr/>
        </p:nvSpPr>
        <p:spPr bwMode="auto">
          <a:xfrm>
            <a:off x="316523" y="3523675"/>
            <a:ext cx="514936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2400" dirty="0">
                <a:solidFill>
                  <a:srgbClr val="000000"/>
                </a:solidFill>
              </a:rPr>
              <a:t>Especially in the early phase of the Cultural Revolution, people are 'dragged out' by Red Guards and forced to wear caps, collars or placards identifying them as 'monsters', 'demons' or 'clowns' during humiliating public meetings.</a:t>
            </a:r>
            <a:br>
              <a:rPr lang="en-GB" altLang="en-US" sz="2400" dirty="0">
                <a:solidFill>
                  <a:srgbClr val="000000"/>
                </a:solidFill>
              </a:rPr>
            </a:br>
            <a:endParaRPr lang="en-GB" altLang="en-US" sz="2400" dirty="0">
              <a:solidFill>
                <a:srgbClr val="000000"/>
              </a:solidFill>
            </a:endParaRPr>
          </a:p>
        </p:txBody>
      </p:sp>
    </p:spTree>
    <p:extLst>
      <p:ext uri="{BB962C8B-B14F-4D97-AF65-F5344CB8AC3E}">
        <p14:creationId xmlns:p14="http://schemas.microsoft.com/office/powerpoint/2010/main" val="657180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3" name="Picture 5" descr="e12-6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508" y="0"/>
            <a:ext cx="6692359" cy="6757988"/>
          </a:xfrm>
          <a:prstGeom prst="rect">
            <a:avLst/>
          </a:prstGeom>
          <a:noFill/>
          <a:extLst>
            <a:ext uri="{909E8E84-426E-40DD-AFC4-6F175D3DCCD1}">
              <a14:hiddenFill xmlns:a14="http://schemas.microsoft.com/office/drawing/2010/main">
                <a:solidFill>
                  <a:srgbClr val="FFFFFF"/>
                </a:solidFill>
              </a14:hiddenFill>
            </a:ext>
          </a:extLst>
        </p:spPr>
      </p:pic>
      <p:sp>
        <p:nvSpPr>
          <p:cNvPr id="12294" name="Text Box 6"/>
          <p:cNvSpPr txBox="1">
            <a:spLocks noChangeArrowheads="1"/>
          </p:cNvSpPr>
          <p:nvPr/>
        </p:nvSpPr>
        <p:spPr bwMode="auto">
          <a:xfrm>
            <a:off x="193431" y="250336"/>
            <a:ext cx="438968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3200" b="1" dirty="0">
                <a:solidFill>
                  <a:srgbClr val="FF0000"/>
                </a:solidFill>
              </a:rPr>
              <a:t>Oppose </a:t>
            </a:r>
            <a:r>
              <a:rPr lang="en-GB" altLang="en-US" sz="3200" b="1" dirty="0" err="1">
                <a:solidFill>
                  <a:srgbClr val="FF0000"/>
                </a:solidFill>
              </a:rPr>
              <a:t>economism</a:t>
            </a:r>
            <a:r>
              <a:rPr lang="en-GB" altLang="en-US" sz="3200" b="1" dirty="0">
                <a:solidFill>
                  <a:srgbClr val="FF0000"/>
                </a:solidFill>
              </a:rPr>
              <a:t>: destroy the new counter-offensive of the capitalist class reactionary line</a:t>
            </a:r>
            <a:r>
              <a:rPr lang="en-GB" altLang="en-US" sz="3200" dirty="0">
                <a:solidFill>
                  <a:srgbClr val="000000"/>
                </a:solidFill>
              </a:rPr>
              <a:t> (1967)</a:t>
            </a:r>
          </a:p>
        </p:txBody>
      </p:sp>
      <p:sp>
        <p:nvSpPr>
          <p:cNvPr id="12295" name="Text Box 7"/>
          <p:cNvSpPr txBox="1">
            <a:spLocks noChangeArrowheads="1"/>
          </p:cNvSpPr>
          <p:nvPr/>
        </p:nvSpPr>
        <p:spPr bwMode="auto">
          <a:xfrm>
            <a:off x="193430" y="3644900"/>
            <a:ext cx="4955077" cy="311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2400" dirty="0">
                <a:solidFill>
                  <a:srgbClr val="000000"/>
                </a:solidFill>
              </a:rPr>
              <a:t>'</a:t>
            </a:r>
            <a:r>
              <a:rPr lang="en-GB" altLang="en-US" sz="2400" dirty="0" err="1">
                <a:solidFill>
                  <a:srgbClr val="000000"/>
                </a:solidFill>
              </a:rPr>
              <a:t>Economism</a:t>
            </a:r>
            <a:r>
              <a:rPr lang="en-GB" altLang="en-US" sz="2400" dirty="0">
                <a:solidFill>
                  <a:srgbClr val="000000"/>
                </a:solidFill>
              </a:rPr>
              <a:t>' is one of the tendencies combatted in the early phase of the Cultural Revolution. </a:t>
            </a:r>
            <a:r>
              <a:rPr lang="en-GB" altLang="en-US" sz="2400" dirty="0" err="1">
                <a:solidFill>
                  <a:srgbClr val="000000"/>
                </a:solidFill>
              </a:rPr>
              <a:t>Economism</a:t>
            </a:r>
            <a:r>
              <a:rPr lang="en-GB" altLang="en-US" sz="2400" dirty="0">
                <a:solidFill>
                  <a:srgbClr val="000000"/>
                </a:solidFill>
              </a:rPr>
              <a:t> simply means that economical factors have priority over political and ideological factors, an idea opposed by Mao and his supporters. </a:t>
            </a:r>
          </a:p>
        </p:txBody>
      </p:sp>
    </p:spTree>
    <p:extLst>
      <p:ext uri="{BB962C8B-B14F-4D97-AF65-F5344CB8AC3E}">
        <p14:creationId xmlns:p14="http://schemas.microsoft.com/office/powerpoint/2010/main" val="7224518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41" name="Picture 5" descr="e13-632_633_6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1" y="260351"/>
            <a:ext cx="8208963" cy="3457575"/>
          </a:xfrm>
          <a:prstGeom prst="rect">
            <a:avLst/>
          </a:prstGeom>
          <a:noFill/>
          <a:extLst>
            <a:ext uri="{909E8E84-426E-40DD-AFC4-6F175D3DCCD1}">
              <a14:hiddenFill xmlns:a14="http://schemas.microsoft.com/office/drawing/2010/main">
                <a:solidFill>
                  <a:srgbClr val="FFFFFF"/>
                </a:solidFill>
              </a14:hiddenFill>
            </a:ext>
          </a:extLst>
        </p:spPr>
      </p:pic>
      <p:sp>
        <p:nvSpPr>
          <p:cNvPr id="14342" name="Text Box 6"/>
          <p:cNvSpPr txBox="1">
            <a:spLocks noChangeArrowheads="1"/>
          </p:cNvSpPr>
          <p:nvPr/>
        </p:nvSpPr>
        <p:spPr bwMode="auto">
          <a:xfrm>
            <a:off x="0" y="3717926"/>
            <a:ext cx="12192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4000" b="1" dirty="0">
                <a:solidFill>
                  <a:srgbClr val="FF0000"/>
                </a:solidFill>
              </a:rPr>
              <a:t>Advance victoriously while following Chairman Mao's revolutionary line in literature and the arts</a:t>
            </a:r>
            <a:r>
              <a:rPr lang="en-GB" altLang="en-US" sz="4000" dirty="0">
                <a:solidFill>
                  <a:srgbClr val="000000"/>
                </a:solidFill>
              </a:rPr>
              <a:t> (1968)</a:t>
            </a:r>
          </a:p>
        </p:txBody>
      </p:sp>
      <p:sp>
        <p:nvSpPr>
          <p:cNvPr id="14343" name="Text Box 7"/>
          <p:cNvSpPr txBox="1">
            <a:spLocks noChangeArrowheads="1"/>
          </p:cNvSpPr>
          <p:nvPr/>
        </p:nvSpPr>
        <p:spPr bwMode="auto">
          <a:xfrm>
            <a:off x="1875205" y="5042118"/>
            <a:ext cx="9431703"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2800" dirty="0">
                <a:solidFill>
                  <a:srgbClr val="000000"/>
                </a:solidFill>
              </a:rPr>
              <a:t>At the height of the Mao worship, Mao appears as radiant sun, high above the masses. The dancing figures are from the revolutionary model operas developed by Mao's wife Jiang Qing. </a:t>
            </a:r>
          </a:p>
        </p:txBody>
      </p:sp>
    </p:spTree>
    <p:extLst>
      <p:ext uri="{BB962C8B-B14F-4D97-AF65-F5344CB8AC3E}">
        <p14:creationId xmlns:p14="http://schemas.microsoft.com/office/powerpoint/2010/main" val="375249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7" name="Picture 5" descr="e16-3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1" y="260351"/>
            <a:ext cx="4359275" cy="6335713"/>
          </a:xfrm>
          <a:prstGeom prst="rect">
            <a:avLst/>
          </a:prstGeom>
          <a:noFill/>
          <a:extLst>
            <a:ext uri="{909E8E84-426E-40DD-AFC4-6F175D3DCCD1}">
              <a14:hiddenFill xmlns:a14="http://schemas.microsoft.com/office/drawing/2010/main">
                <a:solidFill>
                  <a:srgbClr val="FFFFFF"/>
                </a:solidFill>
              </a14:hiddenFill>
            </a:ext>
          </a:extLst>
        </p:spPr>
      </p:pic>
      <p:sp>
        <p:nvSpPr>
          <p:cNvPr id="13318" name="Text Box 6"/>
          <p:cNvSpPr txBox="1">
            <a:spLocks noChangeArrowheads="1"/>
          </p:cNvSpPr>
          <p:nvPr/>
        </p:nvSpPr>
        <p:spPr bwMode="auto">
          <a:xfrm>
            <a:off x="474541" y="0"/>
            <a:ext cx="5369048"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3200" b="1" dirty="0">
                <a:solidFill>
                  <a:srgbClr val="FF0000"/>
                </a:solidFill>
              </a:rPr>
              <a:t>To villages we go, to the borders we go, to places in the fatherland where we are most needed we go</a:t>
            </a:r>
            <a:r>
              <a:rPr lang="en-GB" altLang="en-US" sz="3200" dirty="0">
                <a:solidFill>
                  <a:srgbClr val="000000"/>
                </a:solidFill>
              </a:rPr>
              <a:t> (1970)</a:t>
            </a:r>
          </a:p>
        </p:txBody>
      </p:sp>
      <p:sp>
        <p:nvSpPr>
          <p:cNvPr id="13319" name="Text Box 7"/>
          <p:cNvSpPr txBox="1">
            <a:spLocks noChangeArrowheads="1"/>
          </p:cNvSpPr>
          <p:nvPr/>
        </p:nvSpPr>
        <p:spPr bwMode="auto">
          <a:xfrm>
            <a:off x="211015" y="3284538"/>
            <a:ext cx="5380161" cy="3662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2800" dirty="0">
                <a:solidFill>
                  <a:srgbClr val="000000"/>
                </a:solidFill>
              </a:rPr>
              <a:t>From late 1968, millions of youth are sent from the cities to the countryside to learn from the peasants. This is meant to end the chaos and the struggle for power among the Red Guard groups.</a:t>
            </a:r>
            <a:br>
              <a:rPr lang="en-GB" altLang="en-US" sz="2800" dirty="0">
                <a:solidFill>
                  <a:srgbClr val="000000"/>
                </a:solidFill>
              </a:rPr>
            </a:br>
            <a:br>
              <a:rPr lang="en-GB" altLang="en-US" dirty="0">
                <a:solidFill>
                  <a:srgbClr val="000000"/>
                </a:solidFill>
              </a:rPr>
            </a:br>
            <a:endParaRPr lang="en-GB" altLang="en-US" dirty="0">
              <a:solidFill>
                <a:srgbClr val="000000"/>
              </a:solidFill>
            </a:endParaRPr>
          </a:p>
        </p:txBody>
      </p:sp>
    </p:spTree>
    <p:extLst>
      <p:ext uri="{BB962C8B-B14F-4D97-AF65-F5344CB8AC3E}">
        <p14:creationId xmlns:p14="http://schemas.microsoft.com/office/powerpoint/2010/main" val="17983419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5" name="Picture 5" descr="e13-7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9622" y="0"/>
            <a:ext cx="6364532" cy="6807789"/>
          </a:xfrm>
          <a:prstGeom prst="rect">
            <a:avLst/>
          </a:prstGeom>
          <a:noFill/>
          <a:extLst>
            <a:ext uri="{909E8E84-426E-40DD-AFC4-6F175D3DCCD1}">
              <a14:hiddenFill xmlns:a14="http://schemas.microsoft.com/office/drawing/2010/main">
                <a:solidFill>
                  <a:srgbClr val="FFFFFF"/>
                </a:solidFill>
              </a14:hiddenFill>
            </a:ext>
          </a:extLst>
        </p:spPr>
      </p:pic>
      <p:sp>
        <p:nvSpPr>
          <p:cNvPr id="15366" name="Text Box 6"/>
          <p:cNvSpPr txBox="1">
            <a:spLocks noChangeArrowheads="1"/>
          </p:cNvSpPr>
          <p:nvPr/>
        </p:nvSpPr>
        <p:spPr bwMode="auto">
          <a:xfrm>
            <a:off x="191172" y="98260"/>
            <a:ext cx="4322031"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3600" b="1" dirty="0">
                <a:solidFill>
                  <a:srgbClr val="FF0000"/>
                </a:solidFill>
              </a:rPr>
              <a:t>Long live chairman Mao! Long, long live!</a:t>
            </a:r>
            <a:r>
              <a:rPr lang="en-GB" altLang="en-US" sz="3600" dirty="0">
                <a:solidFill>
                  <a:srgbClr val="000000"/>
                </a:solidFill>
              </a:rPr>
              <a:t> (1970)</a:t>
            </a:r>
          </a:p>
        </p:txBody>
      </p:sp>
      <p:sp>
        <p:nvSpPr>
          <p:cNvPr id="15367" name="Text Box 7"/>
          <p:cNvSpPr txBox="1">
            <a:spLocks noChangeArrowheads="1"/>
          </p:cNvSpPr>
          <p:nvPr/>
        </p:nvSpPr>
        <p:spPr bwMode="auto">
          <a:xfrm>
            <a:off x="191172" y="2406584"/>
            <a:ext cx="492595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2800" dirty="0">
                <a:solidFill>
                  <a:srgbClr val="000000"/>
                </a:solidFill>
              </a:rPr>
              <a:t>People are on Tiananmen Square in Beijing, waving Little Red Books. They are looking towards the balcony where Mao appears a few times every year, for the commemoration of the proclamation of the People's Republic on 1 October or </a:t>
            </a:r>
            <a:r>
              <a:rPr lang="en-GB" altLang="en-US" sz="2800" dirty="0" err="1">
                <a:solidFill>
                  <a:srgbClr val="000000"/>
                </a:solidFill>
              </a:rPr>
              <a:t>Labor</a:t>
            </a:r>
            <a:r>
              <a:rPr lang="en-GB" altLang="en-US" sz="2800" dirty="0">
                <a:solidFill>
                  <a:srgbClr val="000000"/>
                </a:solidFill>
              </a:rPr>
              <a:t> Day on 1 May. </a:t>
            </a:r>
          </a:p>
        </p:txBody>
      </p:sp>
    </p:spTree>
    <p:extLst>
      <p:ext uri="{BB962C8B-B14F-4D97-AF65-F5344CB8AC3E}">
        <p14:creationId xmlns:p14="http://schemas.microsoft.com/office/powerpoint/2010/main" val="1048625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3" name="Picture 5" descr="e12-60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888" y="0"/>
            <a:ext cx="6767512" cy="4643438"/>
          </a:xfrm>
          <a:prstGeom prst="rect">
            <a:avLst/>
          </a:prstGeom>
          <a:noFill/>
          <a:extLst>
            <a:ext uri="{909E8E84-426E-40DD-AFC4-6F175D3DCCD1}">
              <a14:hiddenFill xmlns:a14="http://schemas.microsoft.com/office/drawing/2010/main">
                <a:solidFill>
                  <a:srgbClr val="FFFFFF"/>
                </a:solidFill>
              </a14:hiddenFill>
            </a:ext>
          </a:extLst>
        </p:spPr>
      </p:pic>
      <p:sp>
        <p:nvSpPr>
          <p:cNvPr id="17414" name="Text Box 6"/>
          <p:cNvSpPr txBox="1">
            <a:spLocks noChangeArrowheads="1"/>
          </p:cNvSpPr>
          <p:nvPr/>
        </p:nvSpPr>
        <p:spPr bwMode="auto">
          <a:xfrm>
            <a:off x="372513" y="4556614"/>
            <a:ext cx="11588262"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4400" b="1" dirty="0">
                <a:solidFill>
                  <a:srgbClr val="FF0000"/>
                </a:solidFill>
              </a:rPr>
              <a:t>Carry out birth planning for the revolution</a:t>
            </a:r>
            <a:r>
              <a:rPr lang="en-GB" altLang="en-US" sz="4400" dirty="0">
                <a:solidFill>
                  <a:srgbClr val="000000"/>
                </a:solidFill>
              </a:rPr>
              <a:t> (1974)</a:t>
            </a:r>
          </a:p>
        </p:txBody>
      </p:sp>
      <p:sp>
        <p:nvSpPr>
          <p:cNvPr id="17415" name="Text Box 7"/>
          <p:cNvSpPr txBox="1">
            <a:spLocks noChangeArrowheads="1"/>
          </p:cNvSpPr>
          <p:nvPr/>
        </p:nvSpPr>
        <p:spPr bwMode="auto">
          <a:xfrm>
            <a:off x="2927350" y="5288340"/>
            <a:ext cx="843231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3200" dirty="0">
                <a:solidFill>
                  <a:srgbClr val="000000"/>
                </a:solidFill>
              </a:rPr>
              <a:t>An intensive campaign for birth control is started in the 1970s. Contraceptives, such as the pill, are free.</a:t>
            </a:r>
            <a:endParaRPr lang="en-GB" altLang="en-US" dirty="0">
              <a:solidFill>
                <a:srgbClr val="000000"/>
              </a:solidFill>
            </a:endParaRPr>
          </a:p>
        </p:txBody>
      </p:sp>
    </p:spTree>
    <p:extLst>
      <p:ext uri="{BB962C8B-B14F-4D97-AF65-F5344CB8AC3E}">
        <p14:creationId xmlns:p14="http://schemas.microsoft.com/office/powerpoint/2010/main" val="19913324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9" name="Picture 5" descr="e13-9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3405" y="0"/>
            <a:ext cx="6919598" cy="6858000"/>
          </a:xfrm>
          <a:prstGeom prst="rect">
            <a:avLst/>
          </a:prstGeom>
          <a:noFill/>
          <a:extLst>
            <a:ext uri="{909E8E84-426E-40DD-AFC4-6F175D3DCCD1}">
              <a14:hiddenFill xmlns:a14="http://schemas.microsoft.com/office/drawing/2010/main">
                <a:solidFill>
                  <a:srgbClr val="FFFFFF"/>
                </a:solidFill>
              </a14:hiddenFill>
            </a:ext>
          </a:extLst>
        </p:spPr>
      </p:pic>
      <p:sp>
        <p:nvSpPr>
          <p:cNvPr id="16390" name="Text Box 6"/>
          <p:cNvSpPr txBox="1">
            <a:spLocks noChangeArrowheads="1"/>
          </p:cNvSpPr>
          <p:nvPr/>
        </p:nvSpPr>
        <p:spPr bwMode="auto">
          <a:xfrm>
            <a:off x="296619" y="498719"/>
            <a:ext cx="399915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3600" b="1" dirty="0">
                <a:solidFill>
                  <a:srgbClr val="FF0000"/>
                </a:solidFill>
              </a:rPr>
              <a:t>After the bumper harvest</a:t>
            </a:r>
            <a:r>
              <a:rPr lang="en-GB" altLang="en-US" sz="3600" dirty="0">
                <a:solidFill>
                  <a:srgbClr val="000000"/>
                </a:solidFill>
              </a:rPr>
              <a:t> (1974)</a:t>
            </a:r>
          </a:p>
        </p:txBody>
      </p:sp>
      <p:sp>
        <p:nvSpPr>
          <p:cNvPr id="16391" name="Text Box 7"/>
          <p:cNvSpPr txBox="1">
            <a:spLocks noChangeArrowheads="1"/>
          </p:cNvSpPr>
          <p:nvPr/>
        </p:nvSpPr>
        <p:spPr bwMode="auto">
          <a:xfrm>
            <a:off x="296619" y="2435592"/>
            <a:ext cx="4489206"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4000" dirty="0">
                <a:solidFill>
                  <a:srgbClr val="000000"/>
                </a:solidFill>
              </a:rPr>
              <a:t>The leaders of a production brigade discuss the successful harvest.</a:t>
            </a:r>
            <a:br>
              <a:rPr lang="en-GB" altLang="en-US" dirty="0">
                <a:solidFill>
                  <a:srgbClr val="000000"/>
                </a:solidFill>
              </a:rPr>
            </a:br>
            <a:br>
              <a:rPr lang="en-GB" altLang="en-US" dirty="0">
                <a:solidFill>
                  <a:srgbClr val="000000"/>
                </a:solidFill>
              </a:rPr>
            </a:br>
            <a:endParaRPr lang="en-GB" altLang="en-US" dirty="0">
              <a:solidFill>
                <a:srgbClr val="000000"/>
              </a:solidFill>
            </a:endParaRPr>
          </a:p>
        </p:txBody>
      </p:sp>
    </p:spTree>
    <p:extLst>
      <p:ext uri="{BB962C8B-B14F-4D97-AF65-F5344CB8AC3E}">
        <p14:creationId xmlns:p14="http://schemas.microsoft.com/office/powerpoint/2010/main" val="1939382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7" name="Picture 5" descr="e15-17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1007" y="0"/>
            <a:ext cx="6984931" cy="6858000"/>
          </a:xfrm>
          <a:prstGeom prst="rect">
            <a:avLst/>
          </a:prstGeom>
          <a:noFill/>
          <a:extLst>
            <a:ext uri="{909E8E84-426E-40DD-AFC4-6F175D3DCCD1}">
              <a14:hiddenFill xmlns:a14="http://schemas.microsoft.com/office/drawing/2010/main">
                <a:solidFill>
                  <a:srgbClr val="FFFFFF"/>
                </a:solidFill>
              </a14:hiddenFill>
            </a:ext>
          </a:extLst>
        </p:spPr>
      </p:pic>
      <p:sp>
        <p:nvSpPr>
          <p:cNvPr id="18438" name="Text Box 6"/>
          <p:cNvSpPr txBox="1">
            <a:spLocks noChangeArrowheads="1"/>
          </p:cNvSpPr>
          <p:nvPr/>
        </p:nvSpPr>
        <p:spPr bwMode="auto">
          <a:xfrm>
            <a:off x="921545" y="250338"/>
            <a:ext cx="372256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3200" b="1" dirty="0">
                <a:solidFill>
                  <a:srgbClr val="FF0000"/>
                </a:solidFill>
              </a:rPr>
              <a:t>Spring breeze in </a:t>
            </a:r>
            <a:r>
              <a:rPr lang="en-GB" altLang="en-US" sz="3200" b="1" dirty="0" err="1">
                <a:solidFill>
                  <a:srgbClr val="FF0000"/>
                </a:solidFill>
              </a:rPr>
              <a:t>Yangliu</a:t>
            </a:r>
            <a:r>
              <a:rPr lang="en-GB" altLang="en-US" sz="3200" dirty="0">
                <a:solidFill>
                  <a:srgbClr val="000000"/>
                </a:solidFill>
              </a:rPr>
              <a:t> (1975)</a:t>
            </a:r>
          </a:p>
        </p:txBody>
      </p:sp>
      <p:sp>
        <p:nvSpPr>
          <p:cNvPr id="18439" name="Text Box 7"/>
          <p:cNvSpPr txBox="1">
            <a:spLocks noChangeArrowheads="1"/>
          </p:cNvSpPr>
          <p:nvPr/>
        </p:nvSpPr>
        <p:spPr bwMode="auto">
          <a:xfrm>
            <a:off x="283125" y="1397675"/>
            <a:ext cx="4360985"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2800" dirty="0">
                <a:solidFill>
                  <a:srgbClr val="000000"/>
                </a:solidFill>
              </a:rPr>
              <a:t>Fresh-eyed youngsters from the city arrive in the countryside for resettlement. During the Cultural Revolution an estimated 12 million boys and girls were sent '</a:t>
            </a:r>
            <a:r>
              <a:rPr lang="en-GB" altLang="en-US" sz="2800" u="sng" dirty="0">
                <a:solidFill>
                  <a:srgbClr val="000000"/>
                </a:solidFill>
              </a:rPr>
              <a:t>Up to the mountains, down to the villages’</a:t>
            </a:r>
            <a:r>
              <a:rPr lang="en-GB" altLang="en-US" sz="2800" dirty="0">
                <a:solidFill>
                  <a:srgbClr val="000000"/>
                </a:solidFill>
              </a:rPr>
              <a:t> in order to be re-educated by the poor and lower-middle peasants</a:t>
            </a:r>
            <a:r>
              <a:rPr lang="en-GB" altLang="en-US" dirty="0">
                <a:solidFill>
                  <a:srgbClr val="000000"/>
                </a:solidFill>
              </a:rPr>
              <a:t>. </a:t>
            </a:r>
          </a:p>
        </p:txBody>
      </p:sp>
    </p:spTree>
    <p:extLst>
      <p:ext uri="{BB962C8B-B14F-4D97-AF65-F5344CB8AC3E}">
        <p14:creationId xmlns:p14="http://schemas.microsoft.com/office/powerpoint/2010/main" val="698631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1" name="Picture 5" descr="pc-1976-l-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0444" y="0"/>
            <a:ext cx="7920037" cy="3962400"/>
          </a:xfrm>
          <a:prstGeom prst="rect">
            <a:avLst/>
          </a:prstGeom>
          <a:noFill/>
          <a:extLst>
            <a:ext uri="{909E8E84-426E-40DD-AFC4-6F175D3DCCD1}">
              <a14:hiddenFill xmlns:a14="http://schemas.microsoft.com/office/drawing/2010/main">
                <a:solidFill>
                  <a:srgbClr val="FFFFFF"/>
                </a:solidFill>
              </a14:hiddenFill>
            </a:ext>
          </a:extLst>
        </p:spPr>
      </p:pic>
      <p:sp>
        <p:nvSpPr>
          <p:cNvPr id="19462" name="Text Box 6"/>
          <p:cNvSpPr txBox="1">
            <a:spLocks noChangeArrowheads="1"/>
          </p:cNvSpPr>
          <p:nvPr/>
        </p:nvSpPr>
        <p:spPr bwMode="auto">
          <a:xfrm>
            <a:off x="158262" y="3962400"/>
            <a:ext cx="117289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3200" b="1" dirty="0">
                <a:solidFill>
                  <a:srgbClr val="FF0000"/>
                </a:solidFill>
              </a:rPr>
              <a:t>Turn grief into strength, carry out Chairman Mao’s behests and carry the proletarian revolutionary cause through to the end</a:t>
            </a:r>
            <a:r>
              <a:rPr lang="en-GB" altLang="en-US" sz="3200" dirty="0">
                <a:solidFill>
                  <a:srgbClr val="000000"/>
                </a:solidFill>
              </a:rPr>
              <a:t> (1976)</a:t>
            </a:r>
          </a:p>
        </p:txBody>
      </p:sp>
      <p:sp>
        <p:nvSpPr>
          <p:cNvPr id="19464" name="Text Box 8"/>
          <p:cNvSpPr txBox="1">
            <a:spLocks noChangeArrowheads="1"/>
          </p:cNvSpPr>
          <p:nvPr/>
        </p:nvSpPr>
        <p:spPr bwMode="auto">
          <a:xfrm>
            <a:off x="351692" y="5473005"/>
            <a:ext cx="11840308"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fontAlgn="base">
              <a:spcBef>
                <a:spcPct val="50000"/>
              </a:spcBef>
              <a:spcAft>
                <a:spcPct val="0"/>
              </a:spcAft>
            </a:pPr>
            <a:r>
              <a:rPr lang="en-GB" altLang="en-US" sz="2800" i="1" dirty="0">
                <a:solidFill>
                  <a:srgbClr val="000000"/>
                </a:solidFill>
              </a:rPr>
              <a:t>Mao dies on 9 September, 1976. There is grief and public mourning, but also an extreme sense of insecurity and even relief. Nobody can predict who will come to power now, or which political direction will prevail. </a:t>
            </a:r>
          </a:p>
        </p:txBody>
      </p:sp>
    </p:spTree>
    <p:extLst>
      <p:ext uri="{BB962C8B-B14F-4D97-AF65-F5344CB8AC3E}">
        <p14:creationId xmlns:p14="http://schemas.microsoft.com/office/powerpoint/2010/main" val="1603076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835" y="328449"/>
            <a:ext cx="10322910" cy="809297"/>
          </a:xfrm>
        </p:spPr>
        <p:txBody>
          <a:bodyPr/>
          <a:lstStyle/>
          <a:p>
            <a:r>
              <a:rPr lang="en-US" b="1" dirty="0">
                <a:solidFill>
                  <a:srgbClr val="FF0000"/>
                </a:solidFill>
              </a:rPr>
              <a:t>Vocabulary </a:t>
            </a:r>
            <a:r>
              <a:rPr lang="en-US" b="1">
                <a:solidFill>
                  <a:srgbClr val="FF0000"/>
                </a:solidFill>
              </a:rPr>
              <a:t>of Speeches</a:t>
            </a:r>
            <a:br>
              <a:rPr lang="en-US" b="1" dirty="0">
                <a:solidFill>
                  <a:srgbClr val="FF0000"/>
                </a:solidFill>
              </a:rPr>
            </a:br>
            <a:r>
              <a:rPr lang="en-US" b="1" dirty="0">
                <a:solidFill>
                  <a:srgbClr val="00B0F0"/>
                </a:solidFill>
              </a:rPr>
              <a:t>divide up and define from MB</a:t>
            </a:r>
          </a:p>
        </p:txBody>
      </p:sp>
      <p:sp>
        <p:nvSpPr>
          <p:cNvPr id="3" name="Content Placeholder 2"/>
          <p:cNvSpPr>
            <a:spLocks noGrp="1"/>
          </p:cNvSpPr>
          <p:nvPr>
            <p:ph sz="half" idx="1"/>
          </p:nvPr>
        </p:nvSpPr>
        <p:spPr>
          <a:xfrm>
            <a:off x="444938" y="1529254"/>
            <a:ext cx="5691352" cy="4981904"/>
          </a:xfrm>
        </p:spPr>
        <p:txBody>
          <a:bodyPr/>
          <a:lstStyle/>
          <a:p>
            <a:pPr marL="457200" indent="-457200">
              <a:buFont typeface="+mj-lt"/>
              <a:buAutoNum type="arabicPeriod"/>
            </a:pPr>
            <a:r>
              <a:rPr lang="en-US" sz="2400" dirty="0"/>
              <a:t>Rhetoric</a:t>
            </a:r>
          </a:p>
          <a:p>
            <a:pPr marL="457200" indent="-457200">
              <a:buFont typeface="+mj-lt"/>
              <a:buAutoNum type="arabicPeriod"/>
            </a:pPr>
            <a:r>
              <a:rPr lang="en-US" sz="2400" dirty="0"/>
              <a:t>Anaphora</a:t>
            </a:r>
          </a:p>
          <a:p>
            <a:pPr marL="457200" indent="-457200">
              <a:buFont typeface="+mj-lt"/>
              <a:buAutoNum type="arabicPeriod"/>
            </a:pPr>
            <a:r>
              <a:rPr lang="en-US" sz="2400" dirty="0"/>
              <a:t>Repetition</a:t>
            </a:r>
          </a:p>
          <a:p>
            <a:pPr marL="457200" indent="-457200">
              <a:buFont typeface="+mj-lt"/>
              <a:buAutoNum type="arabicPeriod"/>
            </a:pPr>
            <a:r>
              <a:rPr lang="en-US" sz="2400" dirty="0"/>
              <a:t>Antistrophe</a:t>
            </a:r>
          </a:p>
          <a:p>
            <a:pPr marL="457200" indent="-457200">
              <a:buFont typeface="+mj-lt"/>
              <a:buAutoNum type="arabicPeriod"/>
            </a:pPr>
            <a:r>
              <a:rPr lang="en-US" sz="2400" dirty="0"/>
              <a:t>Restatement (Tautology)</a:t>
            </a:r>
          </a:p>
          <a:p>
            <a:pPr marL="457200" indent="-457200">
              <a:buFont typeface="+mj-lt"/>
              <a:buAutoNum type="arabicPeriod"/>
            </a:pPr>
            <a:r>
              <a:rPr lang="en-US" sz="2400" dirty="0"/>
              <a:t>Asyndeton</a:t>
            </a:r>
          </a:p>
          <a:p>
            <a:pPr marL="457200" indent="-457200">
              <a:buFont typeface="+mj-lt"/>
              <a:buAutoNum type="arabicPeriod"/>
            </a:pPr>
            <a:r>
              <a:rPr lang="en-US" sz="2400" dirty="0"/>
              <a:t>Parallelism</a:t>
            </a:r>
          </a:p>
          <a:p>
            <a:pPr marL="457200" indent="-457200">
              <a:buFont typeface="+mj-lt"/>
              <a:buAutoNum type="arabicPeriod"/>
            </a:pPr>
            <a:r>
              <a:rPr lang="en-US" sz="2400" dirty="0"/>
              <a:t>Rhetorical Questions</a:t>
            </a:r>
          </a:p>
          <a:p>
            <a:pPr marL="457200" indent="-457200">
              <a:buFont typeface="+mj-lt"/>
              <a:buAutoNum type="arabicPeriod"/>
            </a:pPr>
            <a:r>
              <a:rPr lang="en-US" sz="2400" dirty="0"/>
              <a:t>Irony</a:t>
            </a:r>
          </a:p>
          <a:p>
            <a:pPr marL="457200" indent="-457200">
              <a:buFont typeface="+mj-lt"/>
              <a:buAutoNum type="arabicPeriod"/>
            </a:pPr>
            <a:r>
              <a:rPr lang="en-US" sz="2400" dirty="0"/>
              <a:t>Analogy</a:t>
            </a:r>
          </a:p>
        </p:txBody>
      </p:sp>
      <p:sp>
        <p:nvSpPr>
          <p:cNvPr id="4" name="Content Placeholder 3"/>
          <p:cNvSpPr>
            <a:spLocks noGrp="1"/>
          </p:cNvSpPr>
          <p:nvPr>
            <p:ph sz="half" idx="2"/>
          </p:nvPr>
        </p:nvSpPr>
        <p:spPr>
          <a:xfrm>
            <a:off x="6607504" y="1686910"/>
            <a:ext cx="5080000" cy="4824248"/>
          </a:xfrm>
        </p:spPr>
        <p:txBody>
          <a:bodyPr/>
          <a:lstStyle/>
          <a:p>
            <a:pPr marL="457200" indent="-457200">
              <a:buFont typeface="+mj-lt"/>
              <a:buAutoNum type="arabicPeriod"/>
            </a:pPr>
            <a:r>
              <a:rPr lang="en-US" sz="2400" dirty="0"/>
              <a:t>Positive Vocabulary</a:t>
            </a:r>
          </a:p>
          <a:p>
            <a:pPr marL="457200" indent="-457200">
              <a:buFont typeface="+mj-lt"/>
              <a:buAutoNum type="arabicPeriod"/>
            </a:pPr>
            <a:r>
              <a:rPr lang="en-US" sz="2400" dirty="0"/>
              <a:t>Negative Vocabulary</a:t>
            </a:r>
          </a:p>
          <a:p>
            <a:pPr marL="457200" indent="-457200">
              <a:buFont typeface="+mj-lt"/>
              <a:buAutoNum type="arabicPeriod"/>
            </a:pPr>
            <a:r>
              <a:rPr lang="en-US" sz="2400" dirty="0"/>
              <a:t>Exaggeration</a:t>
            </a:r>
          </a:p>
          <a:p>
            <a:pPr marL="457200" indent="-457200">
              <a:buFont typeface="+mj-lt"/>
              <a:buAutoNum type="arabicPeriod"/>
            </a:pPr>
            <a:r>
              <a:rPr lang="en-US" sz="2400" dirty="0"/>
              <a:t>Understatement</a:t>
            </a:r>
          </a:p>
          <a:p>
            <a:pPr marL="457200" indent="-457200">
              <a:buFont typeface="+mj-lt"/>
              <a:buAutoNum type="arabicPeriod"/>
            </a:pPr>
            <a:r>
              <a:rPr lang="en-US" sz="2400" dirty="0"/>
              <a:t>Quotations</a:t>
            </a:r>
          </a:p>
          <a:p>
            <a:pPr marL="457200" indent="-457200">
              <a:buFont typeface="+mj-lt"/>
              <a:buAutoNum type="arabicPeriod"/>
            </a:pPr>
            <a:r>
              <a:rPr lang="en-US" sz="2400" dirty="0"/>
              <a:t>Literary Sound Devices</a:t>
            </a:r>
          </a:p>
          <a:p>
            <a:pPr marL="457200" indent="-457200">
              <a:buFont typeface="+mj-lt"/>
              <a:buAutoNum type="arabicPeriod"/>
            </a:pPr>
            <a:r>
              <a:rPr lang="en-US" sz="2400" dirty="0"/>
              <a:t>Literary Figurative Speech</a:t>
            </a:r>
          </a:p>
          <a:p>
            <a:pPr marL="457200" indent="-457200">
              <a:buFont typeface="+mj-lt"/>
              <a:buAutoNum type="arabicPeriod"/>
            </a:pPr>
            <a:r>
              <a:rPr lang="en-US" sz="2400" dirty="0"/>
              <a:t>Metonymy</a:t>
            </a:r>
          </a:p>
          <a:p>
            <a:pPr marL="457200" indent="-457200">
              <a:buFont typeface="+mj-lt"/>
              <a:buAutoNum type="arabicPeriod"/>
            </a:pPr>
            <a:r>
              <a:rPr lang="en-US" sz="2400" dirty="0"/>
              <a:t>Word Play</a:t>
            </a:r>
          </a:p>
          <a:p>
            <a:pPr marL="457200" indent="-457200">
              <a:buFont typeface="+mj-lt"/>
              <a:buAutoNum type="arabicPeriod"/>
            </a:pPr>
            <a:r>
              <a:rPr lang="en-US" sz="2400" dirty="0"/>
              <a:t>Tone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5876" y="4742794"/>
            <a:ext cx="1219200" cy="1219200"/>
          </a:xfrm>
          <a:prstGeom prst="rect">
            <a:avLst/>
          </a:prstGeom>
        </p:spPr>
      </p:pic>
    </p:spTree>
    <p:extLst>
      <p:ext uri="{BB962C8B-B14F-4D97-AF65-F5344CB8AC3E}">
        <p14:creationId xmlns:p14="http://schemas.microsoft.com/office/powerpoint/2010/main" val="1728459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305677"/>
            <a:ext cx="6898426" cy="5167312"/>
          </a:xfrm>
          <a:solidFill>
            <a:schemeClr val="bg1"/>
          </a:solidFill>
        </p:spPr>
        <p:txBody>
          <a:bodyPr>
            <a:normAutofit/>
          </a:bodyPr>
          <a:lstStyle/>
          <a:p>
            <a:pPr marL="0" indent="0">
              <a:buNone/>
            </a:pP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r>
              <a:rPr lang="en-US" sz="3600" b="1" dirty="0">
                <a:solidFill>
                  <a:srgbClr val="000000"/>
                </a:solidFill>
                <a:latin typeface="Calibri" charset="0"/>
                <a:ea typeface="MS Mincho" charset="-128"/>
                <a:cs typeface="MS Mincho" charset="-128"/>
              </a:rPr>
              <a:t>Complete the Orwell Analysis in hard copy. Use resources on MB.</a:t>
            </a:r>
            <a:endParaRPr lang="en-US" sz="3600" b="1" baseline="30000"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4477" y="4363915"/>
            <a:ext cx="1362496" cy="1280746"/>
          </a:xfrm>
          <a:prstGeom prst="rect">
            <a:avLst/>
          </a:prstGeom>
        </p:spPr>
      </p:pic>
    </p:spTree>
    <p:extLst>
      <p:ext uri="{BB962C8B-B14F-4D97-AF65-F5344CB8AC3E}">
        <p14:creationId xmlns:p14="http://schemas.microsoft.com/office/powerpoint/2010/main" val="597805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2B23"/>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94447" y="340659"/>
            <a:ext cx="11510681" cy="3169304"/>
          </a:xfrm>
        </p:spPr>
        <p:txBody>
          <a:bodyPr>
            <a:normAutofit/>
          </a:bodyPr>
          <a:lstStyle/>
          <a:p>
            <a:r>
              <a:rPr lang="en-US" b="1" dirty="0">
                <a:solidFill>
                  <a:schemeClr val="bg1"/>
                </a:solidFill>
                <a:latin typeface="+mn-lt"/>
              </a:rPr>
              <a:t>IB English Language and Literature</a:t>
            </a:r>
            <a:br>
              <a:rPr lang="en-US" b="1" dirty="0">
                <a:solidFill>
                  <a:schemeClr val="bg1"/>
                </a:solidFill>
                <a:latin typeface="+mn-lt"/>
              </a:rPr>
            </a:br>
            <a:r>
              <a:rPr lang="en-US" b="1" dirty="0">
                <a:solidFill>
                  <a:schemeClr val="bg1"/>
                </a:solidFill>
                <a:latin typeface="+mn-lt"/>
              </a:rPr>
              <a:t>6 ELL SL 4</a:t>
            </a:r>
            <a:br>
              <a:rPr lang="en-US" b="1" dirty="0">
                <a:solidFill>
                  <a:schemeClr val="bg1"/>
                </a:solidFill>
                <a:latin typeface="+mn-lt"/>
              </a:rPr>
            </a:br>
            <a:r>
              <a:rPr lang="en-US" b="1" dirty="0">
                <a:solidFill>
                  <a:schemeClr val="bg1"/>
                </a:solidFill>
                <a:latin typeface="+mn-lt"/>
              </a:rPr>
              <a:t>2019 - 2020</a:t>
            </a:r>
          </a:p>
        </p:txBody>
      </p:sp>
      <p:sp>
        <p:nvSpPr>
          <p:cNvPr id="3" name="Subtitle 2"/>
          <p:cNvSpPr>
            <a:spLocks noGrp="1"/>
          </p:cNvSpPr>
          <p:nvPr>
            <p:ph type="subTitle" idx="1"/>
          </p:nvPr>
        </p:nvSpPr>
        <p:spPr>
          <a:xfrm>
            <a:off x="0" y="3906838"/>
            <a:ext cx="12192000" cy="2691186"/>
          </a:xfrm>
        </p:spPr>
        <p:txBody>
          <a:bodyPr>
            <a:noAutofit/>
          </a:bodyPr>
          <a:lstStyle/>
          <a:p>
            <a:r>
              <a:rPr lang="en-US" sz="4400" b="1" u="sng" dirty="0">
                <a:solidFill>
                  <a:schemeClr val="accent1">
                    <a:lumMod val="20000"/>
                    <a:lumOff val="80000"/>
                  </a:schemeClr>
                </a:solidFill>
              </a:rPr>
              <a:t>Shape of the Week (7):</a:t>
            </a:r>
          </a:p>
          <a:p>
            <a:pPr lvl="0"/>
            <a:r>
              <a:rPr lang="en-US" sz="3200" dirty="0">
                <a:solidFill>
                  <a:prstClr val="white"/>
                </a:solidFill>
              </a:rPr>
              <a:t>Lesson 1: Finish Propaganda/ Speech Vocabulary</a:t>
            </a:r>
            <a:endParaRPr lang="en-US" sz="3200" dirty="0">
              <a:solidFill>
                <a:schemeClr val="bg1"/>
              </a:solidFill>
            </a:endParaRPr>
          </a:p>
          <a:p>
            <a:pPr lvl="0"/>
            <a:r>
              <a:rPr lang="en-US" sz="3200" dirty="0">
                <a:solidFill>
                  <a:prstClr val="white"/>
                </a:solidFill>
              </a:rPr>
              <a:t>Lesson 2: Speeches - Listening and Analysis</a:t>
            </a:r>
          </a:p>
          <a:p>
            <a:r>
              <a:rPr lang="en-US" sz="3200" dirty="0">
                <a:solidFill>
                  <a:schemeClr val="bg1"/>
                </a:solidFill>
              </a:rPr>
              <a:t>Lesson 3: Speech </a:t>
            </a:r>
            <a:r>
              <a:rPr lang="en-US" sz="3200" dirty="0">
                <a:solidFill>
                  <a:prstClr val="white"/>
                </a:solidFill>
              </a:rPr>
              <a:t>Vocab Test/ Written Task</a:t>
            </a:r>
            <a:endParaRPr lang="en-US" sz="3200" dirty="0">
              <a:solidFill>
                <a:schemeClr val="bg1"/>
              </a:solidFill>
            </a:endParaRPr>
          </a:p>
          <a:p>
            <a:endParaRPr lang="en-US" sz="3600" dirty="0">
              <a:solidFill>
                <a:schemeClr val="bg1"/>
              </a:solidFill>
            </a:endParaRPr>
          </a:p>
        </p:txBody>
      </p:sp>
    </p:spTree>
    <p:extLst>
      <p:ext uri="{BB962C8B-B14F-4D97-AF65-F5344CB8AC3E}">
        <p14:creationId xmlns:p14="http://schemas.microsoft.com/office/powerpoint/2010/main" val="18794854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0"/>
            <a:ext cx="10363200" cy="1143000"/>
          </a:xfrm>
        </p:spPr>
        <p:txBody>
          <a:bodyPr/>
          <a:lstStyle/>
          <a:p>
            <a:r>
              <a:rPr lang="en-US" b="1" dirty="0">
                <a:solidFill>
                  <a:srgbClr val="FF0000"/>
                </a:solidFill>
                <a:latin typeface="Arial Rounded MT Bold" charset="0"/>
                <a:ea typeface="Arial Rounded MT Bold" charset="0"/>
                <a:cs typeface="Arial Rounded MT Bold" charset="0"/>
              </a:rPr>
              <a:t>ASSESSMENT TERM 1</a:t>
            </a:r>
          </a:p>
        </p:txBody>
      </p:sp>
      <p:sp>
        <p:nvSpPr>
          <p:cNvPr id="3" name="Content Placeholder 2"/>
          <p:cNvSpPr>
            <a:spLocks noGrp="1"/>
          </p:cNvSpPr>
          <p:nvPr>
            <p:ph sz="half" idx="1"/>
          </p:nvPr>
        </p:nvSpPr>
        <p:spPr>
          <a:xfrm>
            <a:off x="154547" y="1143000"/>
            <a:ext cx="7765960" cy="5715000"/>
          </a:xfrm>
        </p:spPr>
        <p:txBody>
          <a:bodyPr/>
          <a:lstStyle/>
          <a:p>
            <a:pPr marL="0" lvl="0" indent="0">
              <a:buNone/>
            </a:pPr>
            <a:r>
              <a:rPr lang="en-US" sz="3200" b="1" u="sng" dirty="0">
                <a:solidFill>
                  <a:prstClr val="black"/>
                </a:solidFill>
                <a:latin typeface="Calibri" panose="020F0502020204030204" pitchFamily="34" charset="0"/>
                <a:ea typeface="ＭＳ 明朝" charset="-128"/>
                <a:cs typeface="MS Mincho" charset="-128"/>
              </a:rPr>
              <a:t>School (Report SA)</a:t>
            </a:r>
          </a:p>
          <a:p>
            <a:pPr marL="0" indent="0">
              <a:buNone/>
            </a:pPr>
            <a:r>
              <a:rPr lang="en-US" sz="3200" strike="sngStrike" dirty="0">
                <a:solidFill>
                  <a:prstClr val="black"/>
                </a:solidFill>
                <a:latin typeface="MS Mincho" charset="-128"/>
                <a:ea typeface="ＭＳ 明朝" charset="-128"/>
                <a:cs typeface="MS Mincho" charset="-128"/>
              </a:rPr>
              <a:t>☑</a:t>
            </a:r>
            <a:r>
              <a:rPr lang="en-US" sz="3200" strike="sngStrike" dirty="0">
                <a:solidFill>
                  <a:prstClr val="black"/>
                </a:solidFill>
                <a:latin typeface="Calibri" charset="0"/>
                <a:ea typeface="MS Mincho" charset="-128"/>
                <a:cs typeface="MS Mincho" charset="-128"/>
              </a:rPr>
              <a:t> Paper 1 Commentary [EXAM Rubric] Week 6 100%  </a:t>
            </a:r>
          </a:p>
          <a:p>
            <a:pPr marL="0" indent="0">
              <a:buNone/>
            </a:pPr>
            <a:endParaRPr lang="en-US" sz="3200" b="1" u="sng" strike="sngStrike" dirty="0">
              <a:solidFill>
                <a:prstClr val="black"/>
              </a:solidFill>
              <a:latin typeface="Calibri" charset="0"/>
              <a:ea typeface="MS Mincho" charset="-128"/>
              <a:cs typeface="MS Mincho" charset="-128"/>
            </a:endParaRPr>
          </a:p>
          <a:p>
            <a:pPr marL="0" indent="0">
              <a:buNone/>
            </a:pPr>
            <a:r>
              <a:rPr lang="en-US" sz="3200" b="1" u="sng" dirty="0">
                <a:solidFill>
                  <a:srgbClr val="0432FF"/>
                </a:solidFill>
                <a:latin typeface="Calibri" charset="0"/>
                <a:ea typeface="MS Mincho" charset="-128"/>
                <a:cs typeface="MS Mincho" charset="-128"/>
              </a:rPr>
              <a:t>IB Assessment</a:t>
            </a:r>
          </a:p>
          <a:p>
            <a:pPr marL="0" indent="0">
              <a:buNone/>
            </a:pPr>
            <a:r>
              <a:rPr lang="en-US" sz="3200" dirty="0">
                <a:solidFill>
                  <a:srgbClr val="0432FF"/>
                </a:solidFill>
                <a:latin typeface="MS Mincho" charset="-128"/>
                <a:ea typeface="ＭＳ 明朝" charset="-128"/>
                <a:cs typeface="MS Mincho" charset="-128"/>
              </a:rPr>
              <a:t>☑ </a:t>
            </a:r>
            <a:r>
              <a:rPr lang="en-US" sz="3200" dirty="0">
                <a:solidFill>
                  <a:srgbClr val="0432FF"/>
                </a:solidFill>
                <a:latin typeface="Calibri" charset="0"/>
                <a:ea typeface="MS Mincho" charset="-128"/>
                <a:cs typeface="MS Mincho" charset="-128"/>
              </a:rPr>
              <a:t>IB FOA 2: Gender in Ads </a:t>
            </a:r>
            <a:r>
              <a:rPr lang="en-US" sz="3200" b="1" dirty="0">
                <a:solidFill>
                  <a:srgbClr val="0432FF"/>
                </a:solidFill>
                <a:latin typeface="Calibri" charset="0"/>
                <a:ea typeface="MS Mincho" charset="-128"/>
                <a:cs typeface="MS Mincho" charset="-128"/>
              </a:rPr>
              <a:t>Proposal due week 6 </a:t>
            </a:r>
            <a:r>
              <a:rPr lang="en-US" sz="3200" b="1" dirty="0">
                <a:solidFill>
                  <a:srgbClr val="000000"/>
                </a:solidFill>
                <a:latin typeface="Calibri" charset="0"/>
                <a:ea typeface="MS Mincho" charset="-128"/>
                <a:cs typeface="MS Mincho" charset="-128"/>
              </a:rPr>
              <a:t>due Tuesday 11</a:t>
            </a:r>
            <a:r>
              <a:rPr lang="en-US" sz="3200" b="1" baseline="30000" dirty="0">
                <a:solidFill>
                  <a:srgbClr val="000000"/>
                </a:solidFill>
                <a:latin typeface="Calibri" charset="0"/>
                <a:ea typeface="MS Mincho" charset="-128"/>
                <a:cs typeface="MS Mincho" charset="-128"/>
              </a:rPr>
              <a:t>th</a:t>
            </a:r>
            <a:r>
              <a:rPr lang="en-US" sz="3200" b="1" dirty="0">
                <a:solidFill>
                  <a:srgbClr val="000000"/>
                </a:solidFill>
                <a:latin typeface="Calibri" charset="0"/>
                <a:ea typeface="MS Mincho" charset="-128"/>
                <a:cs typeface="MS Mincho" charset="-128"/>
              </a:rPr>
              <a:t> Feb</a:t>
            </a:r>
            <a:r>
              <a:rPr lang="en-US" sz="3200" b="1" dirty="0">
                <a:solidFill>
                  <a:srgbClr val="0432FF"/>
                </a:solidFill>
                <a:latin typeface="Calibri" charset="0"/>
                <a:ea typeface="MS Mincho" charset="-128"/>
                <a:cs typeface="MS Mincho" charset="-128"/>
              </a:rPr>
              <a:t>,</a:t>
            </a:r>
            <a:r>
              <a:rPr lang="en-US" sz="3200" dirty="0">
                <a:solidFill>
                  <a:srgbClr val="0432FF"/>
                </a:solidFill>
                <a:latin typeface="Calibri" charset="0"/>
                <a:ea typeface="MS Mincho" charset="-128"/>
                <a:cs typeface="MS Mincho" charset="-128"/>
              </a:rPr>
              <a:t> FOA given week 1&amp;2 term 2</a:t>
            </a:r>
          </a:p>
          <a:p>
            <a:pPr marL="0" lvl="0" indent="0">
              <a:buNone/>
            </a:pPr>
            <a:r>
              <a:rPr lang="en-US" sz="3200" dirty="0">
                <a:solidFill>
                  <a:srgbClr val="0432FF"/>
                </a:solidFill>
                <a:latin typeface="MS Mincho" charset="-128"/>
                <a:ea typeface="ＭＳ 明朝" charset="-128"/>
                <a:cs typeface="MS Mincho" charset="-128"/>
              </a:rPr>
              <a:t>☑</a:t>
            </a:r>
            <a:r>
              <a:rPr lang="en-US" sz="3200" dirty="0">
                <a:solidFill>
                  <a:srgbClr val="0432FF"/>
                </a:solidFill>
                <a:latin typeface="Calibri" charset="0"/>
                <a:ea typeface="MS Mincho" charset="-128"/>
                <a:cs typeface="MS Mincho" charset="-128"/>
              </a:rPr>
              <a:t>  IB WT 2: Speeches/ Letters, First Draft Proposal Week 10, finished proposal week 1.</a:t>
            </a:r>
          </a:p>
          <a:p>
            <a:pPr marL="0" lvl="0" indent="0">
              <a:buNone/>
            </a:pPr>
            <a:endParaRPr lang="en-US" sz="3600" dirty="0">
              <a:solidFill>
                <a:prstClr val="black"/>
              </a:solidFill>
              <a:latin typeface="Calibri" charset="0"/>
              <a:ea typeface="MS Mincho" charset="-128"/>
              <a:cs typeface="MS Mincho" charset="-128"/>
            </a:endParaRPr>
          </a:p>
          <a:p>
            <a:pPr marL="0" lvl="0" indent="0">
              <a:buNone/>
            </a:pPr>
            <a:endParaRPr lang="en-US" sz="4800" dirty="0">
              <a:solidFill>
                <a:prstClr val="black"/>
              </a:solidFill>
              <a:latin typeface="Calibri" charset="0"/>
              <a:ea typeface="ＭＳ 明朝" charset="-128"/>
              <a:cs typeface="Times New Roman" charset="0"/>
            </a:endParaRPr>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920507" y="1749381"/>
            <a:ext cx="4114800" cy="4114800"/>
          </a:xfrm>
        </p:spPr>
      </p:pic>
    </p:spTree>
    <p:extLst>
      <p:ext uri="{BB962C8B-B14F-4D97-AF65-F5344CB8AC3E}">
        <p14:creationId xmlns:p14="http://schemas.microsoft.com/office/powerpoint/2010/main" val="1175095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305677"/>
            <a:ext cx="6898426" cy="5167312"/>
          </a:xfrm>
          <a:solidFill>
            <a:schemeClr val="bg1"/>
          </a:solidFill>
        </p:spPr>
        <p:txBody>
          <a:bodyPr>
            <a:normAutofit/>
          </a:bodyPr>
          <a:lstStyle/>
          <a:p>
            <a:pPr marL="0" indent="0">
              <a:buNone/>
            </a:pP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r>
              <a:rPr lang="en-US" sz="3600" b="1" dirty="0">
                <a:solidFill>
                  <a:srgbClr val="000000"/>
                </a:solidFill>
                <a:latin typeface="Calibri" charset="0"/>
                <a:ea typeface="MS Mincho" charset="-128"/>
                <a:cs typeface="MS Mincho" charset="-128"/>
              </a:rPr>
              <a:t>Complete the Orwell Analysis in hard copy. Use resources on MB.</a:t>
            </a:r>
            <a:endParaRPr lang="en-US" sz="3600" b="1" baseline="30000"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4477" y="4363915"/>
            <a:ext cx="1362496" cy="1280746"/>
          </a:xfrm>
          <a:prstGeom prst="rect">
            <a:avLst/>
          </a:prstGeom>
        </p:spPr>
      </p:pic>
    </p:spTree>
    <p:extLst>
      <p:ext uri="{BB962C8B-B14F-4D97-AF65-F5344CB8AC3E}">
        <p14:creationId xmlns:p14="http://schemas.microsoft.com/office/powerpoint/2010/main" val="19748007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C3BE"/>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4444" y="328246"/>
            <a:ext cx="12286444" cy="1058941"/>
          </a:xfrm>
        </p:spPr>
        <p:txBody>
          <a:bodyPr>
            <a:noAutofit/>
          </a:bodyPr>
          <a:lstStyle/>
          <a:p>
            <a:pPr lvl="0" algn="ctr"/>
            <a:r>
              <a:rPr lang="en-US" sz="5400" b="1" dirty="0">
                <a:solidFill>
                  <a:srgbClr val="FF0000"/>
                </a:solidFill>
                <a:latin typeface="+mn-lt"/>
              </a:rPr>
              <a:t>Lesson 2: Speeches - Listening and Analysis</a:t>
            </a:r>
          </a:p>
        </p:txBody>
      </p:sp>
      <p:sp>
        <p:nvSpPr>
          <p:cNvPr id="3" name="Content Placeholder 2"/>
          <p:cNvSpPr>
            <a:spLocks noGrp="1"/>
          </p:cNvSpPr>
          <p:nvPr>
            <p:ph idx="1"/>
          </p:nvPr>
        </p:nvSpPr>
        <p:spPr>
          <a:xfrm>
            <a:off x="302056" y="1947333"/>
            <a:ext cx="11889944" cy="4550570"/>
          </a:xfrm>
        </p:spPr>
        <p:txBody>
          <a:bodyPr>
            <a:normAutofit/>
          </a:bodyPr>
          <a:lstStyle/>
          <a:p>
            <a:pPr marL="0" indent="0">
              <a:buNone/>
            </a:pPr>
            <a:r>
              <a:rPr lang="en-US" sz="4000" b="1" dirty="0"/>
              <a:t>☑ Hand up Orwell doc for analysis Friday.</a:t>
            </a:r>
          </a:p>
          <a:p>
            <a:pPr marL="0" indent="0">
              <a:buNone/>
            </a:pPr>
            <a:endParaRPr lang="en-US" sz="4000" b="1" dirty="0">
              <a:latin typeface="Calibri" charset="0"/>
              <a:ea typeface="MS Mincho" charset="-128"/>
              <a:cs typeface="MS Mincho" charset="-128"/>
            </a:endParaRPr>
          </a:p>
          <a:p>
            <a:pPr marL="0" indent="0">
              <a:buNone/>
            </a:pPr>
            <a:r>
              <a:rPr lang="en-US" sz="4000" b="1" dirty="0"/>
              <a:t>☑ Listening/ </a:t>
            </a:r>
            <a:r>
              <a:rPr lang="en-US" sz="4000" b="1" dirty="0" err="1"/>
              <a:t>Analysing</a:t>
            </a:r>
            <a:r>
              <a:rPr lang="en-US" sz="4000" b="1" dirty="0"/>
              <a:t> a speech.</a:t>
            </a:r>
          </a:p>
          <a:p>
            <a:pPr marL="0" indent="0">
              <a:buNone/>
            </a:pPr>
            <a:endParaRPr lang="en-US" sz="6000" dirty="0">
              <a:latin typeface="Calibri" charset="0"/>
              <a:ea typeface="MS Mincho" charset="-128"/>
              <a:cs typeface="MS Mincho" charset="-128"/>
            </a:endParaRPr>
          </a:p>
          <a:p>
            <a:pPr marL="0" indent="0">
              <a:buNone/>
            </a:pPr>
            <a:r>
              <a:rPr lang="en-US" sz="4000" b="1" dirty="0"/>
              <a:t>☑ Check times for FOA proposal.</a:t>
            </a:r>
          </a:p>
          <a:p>
            <a:pPr marL="0" indent="0">
              <a:buNone/>
            </a:pPr>
            <a:endParaRPr lang="en-US" sz="4000" dirty="0">
              <a:latin typeface="Calibri" charset="0"/>
              <a:ea typeface="MS Mincho" charset="-128"/>
              <a:cs typeface="MS Mincho" charset="-128"/>
            </a:endParaRPr>
          </a:p>
          <a:p>
            <a:pPr marL="0" indent="0">
              <a:buNone/>
            </a:pPr>
            <a:endParaRPr lang="en-US" sz="4000" dirty="0">
              <a:solidFill>
                <a:srgbClr val="0432FF"/>
              </a:solidFill>
            </a:endParaRPr>
          </a:p>
          <a:p>
            <a:pPr marL="0" indent="0">
              <a:buNone/>
            </a:pPr>
            <a:endParaRPr lang="en-US" sz="4000" dirty="0"/>
          </a:p>
          <a:p>
            <a:pPr marL="0" indent="0">
              <a:buNone/>
            </a:pPr>
            <a:endParaRPr lang="en-US" sz="4000" dirty="0"/>
          </a:p>
          <a:p>
            <a:pPr marL="0" indent="0">
              <a:buNone/>
            </a:pPr>
            <a:endParaRPr lang="en-US" sz="4400" dirty="0">
              <a:solidFill>
                <a:srgbClr val="0432FF"/>
              </a:solidFill>
            </a:endParaRPr>
          </a:p>
        </p:txBody>
      </p:sp>
    </p:spTree>
    <p:extLst>
      <p:ext uri="{BB962C8B-B14F-4D97-AF65-F5344CB8AC3E}">
        <p14:creationId xmlns:p14="http://schemas.microsoft.com/office/powerpoint/2010/main" val="11634184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835" y="328449"/>
            <a:ext cx="10322910" cy="809297"/>
          </a:xfrm>
        </p:spPr>
        <p:txBody>
          <a:bodyPr/>
          <a:lstStyle/>
          <a:p>
            <a:r>
              <a:rPr lang="en-US" b="1" dirty="0">
                <a:solidFill>
                  <a:srgbClr val="FF0000"/>
                </a:solidFill>
              </a:rPr>
              <a:t>Vocabulary </a:t>
            </a:r>
            <a:r>
              <a:rPr lang="en-US" b="1">
                <a:solidFill>
                  <a:srgbClr val="FF0000"/>
                </a:solidFill>
              </a:rPr>
              <a:t>of Speeches</a:t>
            </a:r>
            <a:br>
              <a:rPr lang="en-US" b="1" dirty="0">
                <a:solidFill>
                  <a:srgbClr val="FF0000"/>
                </a:solidFill>
              </a:rPr>
            </a:br>
            <a:r>
              <a:rPr lang="en-US" b="1" dirty="0">
                <a:solidFill>
                  <a:srgbClr val="00B0F0"/>
                </a:solidFill>
              </a:rPr>
              <a:t>divide up and define from MB</a:t>
            </a:r>
          </a:p>
        </p:txBody>
      </p:sp>
      <p:sp>
        <p:nvSpPr>
          <p:cNvPr id="3" name="Content Placeholder 2"/>
          <p:cNvSpPr>
            <a:spLocks noGrp="1"/>
          </p:cNvSpPr>
          <p:nvPr>
            <p:ph sz="half" idx="1"/>
          </p:nvPr>
        </p:nvSpPr>
        <p:spPr>
          <a:xfrm>
            <a:off x="444938" y="1529254"/>
            <a:ext cx="5691352" cy="4981904"/>
          </a:xfrm>
        </p:spPr>
        <p:txBody>
          <a:bodyPr/>
          <a:lstStyle/>
          <a:p>
            <a:pPr marL="457200" indent="-457200">
              <a:buFont typeface="+mj-lt"/>
              <a:buAutoNum type="arabicPeriod"/>
            </a:pPr>
            <a:r>
              <a:rPr lang="en-US" sz="2400" dirty="0"/>
              <a:t>Rhetoric</a:t>
            </a:r>
          </a:p>
          <a:p>
            <a:pPr marL="457200" indent="-457200">
              <a:buFont typeface="+mj-lt"/>
              <a:buAutoNum type="arabicPeriod"/>
            </a:pPr>
            <a:r>
              <a:rPr lang="en-US" sz="2400" dirty="0"/>
              <a:t>Anaphora</a:t>
            </a:r>
          </a:p>
          <a:p>
            <a:pPr marL="457200" indent="-457200">
              <a:buFont typeface="+mj-lt"/>
              <a:buAutoNum type="arabicPeriod"/>
            </a:pPr>
            <a:r>
              <a:rPr lang="en-US" sz="2400" dirty="0"/>
              <a:t>Repetition</a:t>
            </a:r>
          </a:p>
          <a:p>
            <a:pPr marL="457200" indent="-457200">
              <a:buFont typeface="+mj-lt"/>
              <a:buAutoNum type="arabicPeriod"/>
            </a:pPr>
            <a:r>
              <a:rPr lang="en-US" sz="2400" dirty="0"/>
              <a:t>Antistrophe</a:t>
            </a:r>
          </a:p>
          <a:p>
            <a:pPr marL="457200" indent="-457200">
              <a:buFont typeface="+mj-lt"/>
              <a:buAutoNum type="arabicPeriod"/>
            </a:pPr>
            <a:r>
              <a:rPr lang="en-US" sz="2400" dirty="0"/>
              <a:t>Restatement (Tautology)</a:t>
            </a:r>
          </a:p>
          <a:p>
            <a:pPr marL="457200" indent="-457200">
              <a:buFont typeface="+mj-lt"/>
              <a:buAutoNum type="arabicPeriod"/>
            </a:pPr>
            <a:r>
              <a:rPr lang="en-US" sz="2400" dirty="0"/>
              <a:t>Asyndeton</a:t>
            </a:r>
          </a:p>
          <a:p>
            <a:pPr marL="457200" indent="-457200">
              <a:buFont typeface="+mj-lt"/>
              <a:buAutoNum type="arabicPeriod"/>
            </a:pPr>
            <a:r>
              <a:rPr lang="en-US" sz="2400" dirty="0"/>
              <a:t>Parallelism</a:t>
            </a:r>
          </a:p>
          <a:p>
            <a:pPr marL="457200" indent="-457200">
              <a:buFont typeface="+mj-lt"/>
              <a:buAutoNum type="arabicPeriod"/>
            </a:pPr>
            <a:r>
              <a:rPr lang="en-US" sz="2400" dirty="0"/>
              <a:t>Rhetorical Questions</a:t>
            </a:r>
          </a:p>
          <a:p>
            <a:pPr marL="457200" indent="-457200">
              <a:buFont typeface="+mj-lt"/>
              <a:buAutoNum type="arabicPeriod"/>
            </a:pPr>
            <a:r>
              <a:rPr lang="en-US" sz="2400" dirty="0"/>
              <a:t>Irony</a:t>
            </a:r>
          </a:p>
          <a:p>
            <a:pPr marL="457200" indent="-457200">
              <a:buFont typeface="+mj-lt"/>
              <a:buAutoNum type="arabicPeriod"/>
            </a:pPr>
            <a:r>
              <a:rPr lang="en-US" sz="2400" dirty="0"/>
              <a:t>Analogy</a:t>
            </a:r>
          </a:p>
        </p:txBody>
      </p:sp>
      <p:sp>
        <p:nvSpPr>
          <p:cNvPr id="4" name="Content Placeholder 3"/>
          <p:cNvSpPr>
            <a:spLocks noGrp="1"/>
          </p:cNvSpPr>
          <p:nvPr>
            <p:ph sz="half" idx="2"/>
          </p:nvPr>
        </p:nvSpPr>
        <p:spPr>
          <a:xfrm>
            <a:off x="6607504" y="1686910"/>
            <a:ext cx="5080000" cy="4824248"/>
          </a:xfrm>
        </p:spPr>
        <p:txBody>
          <a:bodyPr/>
          <a:lstStyle/>
          <a:p>
            <a:pPr marL="457200" indent="-457200">
              <a:buFont typeface="+mj-lt"/>
              <a:buAutoNum type="arabicPeriod"/>
            </a:pPr>
            <a:r>
              <a:rPr lang="en-US" sz="2400" dirty="0"/>
              <a:t>Positive Vocabulary</a:t>
            </a:r>
          </a:p>
          <a:p>
            <a:pPr marL="457200" indent="-457200">
              <a:buFont typeface="+mj-lt"/>
              <a:buAutoNum type="arabicPeriod"/>
            </a:pPr>
            <a:r>
              <a:rPr lang="en-US" sz="2400" dirty="0"/>
              <a:t>Negative Vocabulary</a:t>
            </a:r>
          </a:p>
          <a:p>
            <a:pPr marL="457200" indent="-457200">
              <a:buFont typeface="+mj-lt"/>
              <a:buAutoNum type="arabicPeriod"/>
            </a:pPr>
            <a:r>
              <a:rPr lang="en-US" sz="2400" dirty="0"/>
              <a:t>Exaggeration</a:t>
            </a:r>
          </a:p>
          <a:p>
            <a:pPr marL="457200" indent="-457200">
              <a:buFont typeface="+mj-lt"/>
              <a:buAutoNum type="arabicPeriod"/>
            </a:pPr>
            <a:r>
              <a:rPr lang="en-US" sz="2400" dirty="0"/>
              <a:t>Understatement</a:t>
            </a:r>
          </a:p>
          <a:p>
            <a:pPr marL="457200" indent="-457200">
              <a:buFont typeface="+mj-lt"/>
              <a:buAutoNum type="arabicPeriod"/>
            </a:pPr>
            <a:r>
              <a:rPr lang="en-US" sz="2400" dirty="0"/>
              <a:t>Quotations</a:t>
            </a:r>
          </a:p>
          <a:p>
            <a:pPr marL="457200" indent="-457200">
              <a:buFont typeface="+mj-lt"/>
              <a:buAutoNum type="arabicPeriod"/>
            </a:pPr>
            <a:r>
              <a:rPr lang="en-US" sz="2400" dirty="0"/>
              <a:t>Literary Sound Devices</a:t>
            </a:r>
          </a:p>
          <a:p>
            <a:pPr marL="457200" indent="-457200">
              <a:buFont typeface="+mj-lt"/>
              <a:buAutoNum type="arabicPeriod"/>
            </a:pPr>
            <a:r>
              <a:rPr lang="en-US" sz="2400" dirty="0"/>
              <a:t>Literary Figurative Speech</a:t>
            </a:r>
          </a:p>
          <a:p>
            <a:pPr marL="457200" indent="-457200">
              <a:buFont typeface="+mj-lt"/>
              <a:buAutoNum type="arabicPeriod"/>
            </a:pPr>
            <a:r>
              <a:rPr lang="en-US" sz="2400" dirty="0"/>
              <a:t>Metonymy</a:t>
            </a:r>
          </a:p>
          <a:p>
            <a:pPr marL="457200" indent="-457200">
              <a:buFont typeface="+mj-lt"/>
              <a:buAutoNum type="arabicPeriod"/>
            </a:pPr>
            <a:r>
              <a:rPr lang="en-US" sz="2400" dirty="0"/>
              <a:t>Word Play</a:t>
            </a:r>
          </a:p>
          <a:p>
            <a:pPr marL="457200" indent="-457200">
              <a:buFont typeface="+mj-lt"/>
              <a:buAutoNum type="arabicPeriod"/>
            </a:pPr>
            <a:r>
              <a:rPr lang="en-US" sz="2400" dirty="0"/>
              <a:t>Tone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5876" y="4742794"/>
            <a:ext cx="1219200" cy="1219200"/>
          </a:xfrm>
          <a:prstGeom prst="rect">
            <a:avLst/>
          </a:prstGeom>
        </p:spPr>
      </p:pic>
    </p:spTree>
    <p:extLst>
      <p:ext uri="{BB962C8B-B14F-4D97-AF65-F5344CB8AC3E}">
        <p14:creationId xmlns:p14="http://schemas.microsoft.com/office/powerpoint/2010/main" val="1303282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17340" y="1207245"/>
            <a:ext cx="8520113" cy="1609725"/>
          </a:xfrm>
        </p:spPr>
        <p:txBody>
          <a:bodyPr>
            <a:normAutofit fontScale="90000"/>
          </a:bodyPr>
          <a:lstStyle/>
          <a:p>
            <a:pPr algn="ctr" eaLnBrk="1" hangingPunct="1"/>
            <a:r>
              <a:rPr lang="en-GB" altLang="en-US" u="sng" dirty="0">
                <a:solidFill>
                  <a:srgbClr val="FF0000"/>
                </a:solidFill>
                <a:latin typeface="Arial Rounded MT Bold" charset="0"/>
              </a:rPr>
              <a:t>Analysing Prepared Speech</a:t>
            </a:r>
          </a:p>
        </p:txBody>
      </p:sp>
      <p:sp>
        <p:nvSpPr>
          <p:cNvPr id="3075" name="Rectangle 3"/>
          <p:cNvSpPr>
            <a:spLocks noGrp="1" noChangeArrowheads="1"/>
          </p:cNvSpPr>
          <p:nvPr>
            <p:ph type="subTitle" idx="1"/>
          </p:nvPr>
        </p:nvSpPr>
        <p:spPr>
          <a:xfrm>
            <a:off x="1524000" y="3602038"/>
            <a:ext cx="6416233" cy="1655762"/>
          </a:xfrm>
        </p:spPr>
        <p:txBody>
          <a:bodyPr/>
          <a:lstStyle/>
          <a:p>
            <a:pPr eaLnBrk="1" hangingPunct="1">
              <a:buFont typeface="Wingdings" charset="2"/>
              <a:buNone/>
            </a:pPr>
            <a:r>
              <a:rPr lang="en-GB" altLang="en-US" dirty="0">
                <a:solidFill>
                  <a:srgbClr val="0432FF"/>
                </a:solidFill>
              </a:rPr>
              <a:t>L.O. To know the framework for analysing planned speech.</a:t>
            </a:r>
          </a:p>
        </p:txBody>
      </p:sp>
      <p:pic>
        <p:nvPicPr>
          <p:cNvPr id="3076" name="Picture 4" descr="MC90023075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4844" y="1244887"/>
            <a:ext cx="2064563" cy="4919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0138" y="2012107"/>
            <a:ext cx="1605687" cy="1509346"/>
          </a:xfrm>
          <a:prstGeom prst="rect">
            <a:avLst/>
          </a:prstGeom>
        </p:spPr>
      </p:pic>
    </p:spTree>
    <p:extLst>
      <p:ext uri="{BB962C8B-B14F-4D97-AF65-F5344CB8AC3E}">
        <p14:creationId xmlns:p14="http://schemas.microsoft.com/office/powerpoint/2010/main" val="92372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GB" altLang="en-US" b="1" u="sng" dirty="0">
                <a:solidFill>
                  <a:srgbClr val="FF0000"/>
                </a:solidFill>
              </a:rPr>
              <a:t>Step 1 – G.A.P</a:t>
            </a:r>
            <a:r>
              <a:rPr lang="en-GB" altLang="en-US" dirty="0">
                <a:solidFill>
                  <a:srgbClr val="FF0000"/>
                </a:solidFill>
              </a:rPr>
              <a:t> </a:t>
            </a:r>
          </a:p>
        </p:txBody>
      </p:sp>
      <p:sp>
        <p:nvSpPr>
          <p:cNvPr id="4099" name="Rectangle 3"/>
          <p:cNvSpPr>
            <a:spLocks noGrp="1" noChangeArrowheads="1"/>
          </p:cNvSpPr>
          <p:nvPr>
            <p:ph type="body" idx="1"/>
          </p:nvPr>
        </p:nvSpPr>
        <p:spPr/>
        <p:txBody>
          <a:bodyPr/>
          <a:lstStyle/>
          <a:p>
            <a:pPr eaLnBrk="1" hangingPunct="1"/>
            <a:r>
              <a:rPr lang="en-GB" altLang="en-US" sz="3600" dirty="0"/>
              <a:t>Consider the </a:t>
            </a:r>
            <a:r>
              <a:rPr lang="en-GB" altLang="en-US" sz="3600" u="sng" dirty="0">
                <a:solidFill>
                  <a:srgbClr val="FF0000"/>
                </a:solidFill>
              </a:rPr>
              <a:t>genre</a:t>
            </a:r>
            <a:r>
              <a:rPr lang="en-GB" altLang="en-US" sz="3600" dirty="0">
                <a:solidFill>
                  <a:srgbClr val="FF0000"/>
                </a:solidFill>
              </a:rPr>
              <a:t> (context) audience &amp; purpose</a:t>
            </a:r>
            <a:r>
              <a:rPr lang="en-GB" altLang="en-US" sz="3600" dirty="0"/>
              <a:t>.</a:t>
            </a:r>
          </a:p>
          <a:p>
            <a:pPr eaLnBrk="1" hangingPunct="1"/>
            <a:endParaRPr lang="en-GB" altLang="en-US" sz="3600" dirty="0"/>
          </a:p>
          <a:p>
            <a:pPr eaLnBrk="1" hangingPunct="1"/>
            <a:r>
              <a:rPr lang="en-GB" altLang="en-US" sz="3600" dirty="0"/>
              <a:t>What is the speech intended to achieve?</a:t>
            </a:r>
          </a:p>
          <a:p>
            <a:pPr eaLnBrk="1" hangingPunct="1"/>
            <a:r>
              <a:rPr lang="en-GB" altLang="en-US" sz="1200" dirty="0"/>
              <a:t>He wanted Americans to support him and his cause. Listening to the speech he wanted them to take action for his cause by having a tough stance against USSR. </a:t>
            </a:r>
          </a:p>
          <a:p>
            <a:pPr eaLnBrk="1" hangingPunct="1"/>
            <a:r>
              <a:rPr lang="en-GB" altLang="en-US" sz="3600" dirty="0"/>
              <a:t>Who will hear the speech?</a:t>
            </a:r>
          </a:p>
          <a:p>
            <a:pPr eaLnBrk="1" hangingPunct="1"/>
            <a:r>
              <a:rPr lang="en-GB" altLang="en-US" sz="1200" dirty="0"/>
              <a:t>Specifically Americans but also the world wide audience </a:t>
            </a:r>
          </a:p>
          <a:p>
            <a:pPr eaLnBrk="1" hangingPunct="1"/>
            <a:r>
              <a:rPr lang="en-GB" altLang="en-US" sz="3600" dirty="0"/>
              <a:t>What is the medium of delivery?</a:t>
            </a:r>
          </a:p>
          <a:p>
            <a:pPr eaLnBrk="1" hangingPunct="1"/>
            <a:endParaRPr lang="en-GB" altLang="en-US" sz="1400" dirty="0"/>
          </a:p>
        </p:txBody>
      </p:sp>
    </p:spTree>
    <p:extLst>
      <p:ext uri="{BB962C8B-B14F-4D97-AF65-F5344CB8AC3E}">
        <p14:creationId xmlns:p14="http://schemas.microsoft.com/office/powerpoint/2010/main" val="938976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9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GB" altLang="en-US" b="1" u="sng">
                <a:solidFill>
                  <a:srgbClr val="FF0000"/>
                </a:solidFill>
              </a:rPr>
              <a:t>Step 2 – Methods</a:t>
            </a:r>
          </a:p>
        </p:txBody>
      </p:sp>
      <p:sp>
        <p:nvSpPr>
          <p:cNvPr id="5123" name="Rectangle 3"/>
          <p:cNvSpPr>
            <a:spLocks noGrp="1" noChangeArrowheads="1"/>
          </p:cNvSpPr>
          <p:nvPr>
            <p:ph type="body" idx="1"/>
          </p:nvPr>
        </p:nvSpPr>
        <p:spPr>
          <a:xfrm>
            <a:off x="335280" y="1600200"/>
            <a:ext cx="11369040" cy="5068888"/>
          </a:xfrm>
        </p:spPr>
        <p:txBody>
          <a:bodyPr/>
          <a:lstStyle/>
          <a:p>
            <a:pPr eaLnBrk="1" hangingPunct="1">
              <a:lnSpc>
                <a:spcPct val="90000"/>
              </a:lnSpc>
            </a:pPr>
            <a:r>
              <a:rPr lang="en-GB" altLang="en-US" dirty="0"/>
              <a:t>How does the speaker address their audience?</a:t>
            </a:r>
          </a:p>
          <a:p>
            <a:pPr eaLnBrk="1" hangingPunct="1">
              <a:lnSpc>
                <a:spcPct val="90000"/>
              </a:lnSpc>
            </a:pPr>
            <a:r>
              <a:rPr lang="en-GB" altLang="en-US" sz="1400" dirty="0"/>
              <a:t>Rhetorical questions, exclamations, undermining the opponent, personal guarantees, tone, </a:t>
            </a:r>
          </a:p>
          <a:p>
            <a:pPr eaLnBrk="1" hangingPunct="1">
              <a:lnSpc>
                <a:spcPct val="90000"/>
              </a:lnSpc>
            </a:pPr>
            <a:r>
              <a:rPr lang="en-GB" altLang="en-US" dirty="0"/>
              <a:t>Consider:</a:t>
            </a:r>
          </a:p>
          <a:p>
            <a:r>
              <a:rPr lang="en-GB" altLang="en-US" dirty="0">
                <a:solidFill>
                  <a:srgbClr val="FF0000"/>
                </a:solidFill>
              </a:rPr>
              <a:t>Pronouns</a:t>
            </a:r>
          </a:p>
          <a:p>
            <a:r>
              <a:rPr lang="en-GB" altLang="en-US" dirty="0">
                <a:solidFill>
                  <a:srgbClr val="FF0000"/>
                </a:solidFill>
              </a:rPr>
              <a:t>Rhetorical questions</a:t>
            </a:r>
          </a:p>
          <a:p>
            <a:r>
              <a:rPr lang="en-GB" altLang="en-US" dirty="0">
                <a:solidFill>
                  <a:srgbClr val="FF0000"/>
                </a:solidFill>
              </a:rPr>
              <a:t>Tone</a:t>
            </a:r>
          </a:p>
          <a:p>
            <a:r>
              <a:rPr lang="en-GB" altLang="en-US" dirty="0">
                <a:solidFill>
                  <a:srgbClr val="FF0000"/>
                </a:solidFill>
              </a:rPr>
              <a:t>Humour</a:t>
            </a:r>
          </a:p>
          <a:p>
            <a:r>
              <a:rPr lang="en-GB" altLang="en-US" dirty="0">
                <a:solidFill>
                  <a:srgbClr val="FF0000"/>
                </a:solidFill>
              </a:rPr>
              <a:t>Shock tactic/undermining the opponent/personal guarantees</a:t>
            </a:r>
          </a:p>
          <a:p>
            <a:r>
              <a:rPr lang="en-GB" altLang="en-US" dirty="0">
                <a:solidFill>
                  <a:srgbClr val="FF0000"/>
                </a:solidFill>
              </a:rPr>
              <a:t>exclamations</a:t>
            </a:r>
          </a:p>
        </p:txBody>
      </p:sp>
    </p:spTree>
    <p:extLst>
      <p:ext uri="{BB962C8B-B14F-4D97-AF65-F5344CB8AC3E}">
        <p14:creationId xmlns:p14="http://schemas.microsoft.com/office/powerpoint/2010/main" val="1669407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12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GB" altLang="en-US" b="1" u="sng" dirty="0">
                <a:solidFill>
                  <a:srgbClr val="FF0000"/>
                </a:solidFill>
              </a:rPr>
              <a:t>Step 3 – Structural Features</a:t>
            </a:r>
          </a:p>
        </p:txBody>
      </p:sp>
      <p:sp>
        <p:nvSpPr>
          <p:cNvPr id="6147" name="Rectangle 3"/>
          <p:cNvSpPr>
            <a:spLocks noGrp="1" noChangeArrowheads="1"/>
          </p:cNvSpPr>
          <p:nvPr>
            <p:ph type="body" idx="1"/>
          </p:nvPr>
        </p:nvSpPr>
        <p:spPr>
          <a:xfrm>
            <a:off x="701040" y="1508760"/>
            <a:ext cx="11201400" cy="5074919"/>
          </a:xfrm>
        </p:spPr>
        <p:txBody>
          <a:bodyPr>
            <a:normAutofit/>
          </a:bodyPr>
          <a:lstStyle/>
          <a:p>
            <a:pPr eaLnBrk="1" hangingPunct="1"/>
            <a:r>
              <a:rPr lang="en-GB" altLang="en-US" sz="3200" dirty="0"/>
              <a:t>Analyse the arrangement of the content of the speech – building to a climax, coherence of the text.</a:t>
            </a:r>
          </a:p>
          <a:p>
            <a:pPr eaLnBrk="1" hangingPunct="1"/>
            <a:endParaRPr lang="en-GB" altLang="en-US" sz="3200" dirty="0"/>
          </a:p>
          <a:p>
            <a:pPr eaLnBrk="1" hangingPunct="1"/>
            <a:r>
              <a:rPr lang="en-GB" altLang="en-US" sz="3200" dirty="0"/>
              <a:t>Consider:</a:t>
            </a:r>
          </a:p>
          <a:p>
            <a:r>
              <a:rPr lang="en-GB" altLang="en-US" sz="3200" dirty="0">
                <a:solidFill>
                  <a:srgbClr val="FF0000"/>
                </a:solidFill>
              </a:rPr>
              <a:t>Listing</a:t>
            </a:r>
          </a:p>
          <a:p>
            <a:r>
              <a:rPr lang="en-GB" altLang="en-US" sz="3200" dirty="0">
                <a:solidFill>
                  <a:srgbClr val="FF0000"/>
                </a:solidFill>
              </a:rPr>
              <a:t>Repetition</a:t>
            </a:r>
          </a:p>
          <a:p>
            <a:r>
              <a:rPr lang="en-GB" altLang="en-US" sz="3200" dirty="0">
                <a:solidFill>
                  <a:srgbClr val="FF0000"/>
                </a:solidFill>
              </a:rPr>
              <a:t>Opposites</a:t>
            </a:r>
          </a:p>
          <a:p>
            <a:r>
              <a:rPr lang="en-GB" altLang="en-US" sz="3200" dirty="0">
                <a:solidFill>
                  <a:srgbClr val="FF0000"/>
                </a:solidFill>
              </a:rPr>
              <a:t>Paragraph and sentence structure/types.</a:t>
            </a:r>
          </a:p>
        </p:txBody>
      </p:sp>
    </p:spTree>
    <p:extLst>
      <p:ext uri="{BB962C8B-B14F-4D97-AF65-F5344CB8AC3E}">
        <p14:creationId xmlns:p14="http://schemas.microsoft.com/office/powerpoint/2010/main" val="85713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14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14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1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GB" altLang="en-US" b="1" u="sng" dirty="0">
                <a:solidFill>
                  <a:srgbClr val="FF0000"/>
                </a:solidFill>
              </a:rPr>
              <a:t>Step 4 – Phonology</a:t>
            </a:r>
            <a:r>
              <a:rPr lang="en-GB" altLang="en-US" dirty="0">
                <a:solidFill>
                  <a:srgbClr val="FF0000"/>
                </a:solidFill>
              </a:rPr>
              <a:t> </a:t>
            </a:r>
          </a:p>
        </p:txBody>
      </p:sp>
      <p:sp>
        <p:nvSpPr>
          <p:cNvPr id="7171" name="Rectangle 3"/>
          <p:cNvSpPr>
            <a:spLocks noGrp="1" noChangeArrowheads="1"/>
          </p:cNvSpPr>
          <p:nvPr>
            <p:ph type="body" idx="1"/>
          </p:nvPr>
        </p:nvSpPr>
        <p:spPr/>
        <p:txBody>
          <a:bodyPr/>
          <a:lstStyle/>
          <a:p>
            <a:pPr eaLnBrk="1" hangingPunct="1">
              <a:lnSpc>
                <a:spcPct val="90000"/>
              </a:lnSpc>
            </a:pPr>
            <a:r>
              <a:rPr lang="en-GB" altLang="en-US" dirty="0"/>
              <a:t>Analyse the sound qualities of the language that is used to enhance certain effects.</a:t>
            </a:r>
          </a:p>
          <a:p>
            <a:r>
              <a:rPr lang="en-GB" altLang="en-US" dirty="0">
                <a:solidFill>
                  <a:srgbClr val="FF0000"/>
                </a:solidFill>
              </a:rPr>
              <a:t>Alliteration (plosive and fricative sounds)</a:t>
            </a:r>
          </a:p>
          <a:p>
            <a:r>
              <a:rPr lang="en-GB" altLang="en-US" dirty="0">
                <a:solidFill>
                  <a:srgbClr val="FF0000"/>
                </a:solidFill>
              </a:rPr>
              <a:t>Sibilance </a:t>
            </a:r>
          </a:p>
          <a:p>
            <a:r>
              <a:rPr lang="en-GB" altLang="en-US" dirty="0">
                <a:solidFill>
                  <a:srgbClr val="FF0000"/>
                </a:solidFill>
              </a:rPr>
              <a:t>Assonance</a:t>
            </a:r>
          </a:p>
          <a:p>
            <a:r>
              <a:rPr lang="en-GB" altLang="en-US" dirty="0">
                <a:solidFill>
                  <a:srgbClr val="FF0000"/>
                </a:solidFill>
              </a:rPr>
              <a:t>Consonance</a:t>
            </a:r>
          </a:p>
          <a:p>
            <a:r>
              <a:rPr lang="en-GB" altLang="en-US" dirty="0">
                <a:solidFill>
                  <a:srgbClr val="FF0000"/>
                </a:solidFill>
              </a:rPr>
              <a:t>Rhyme</a:t>
            </a:r>
          </a:p>
          <a:p>
            <a:r>
              <a:rPr lang="en-GB" altLang="en-US" dirty="0">
                <a:solidFill>
                  <a:srgbClr val="FF0000"/>
                </a:solidFill>
              </a:rPr>
              <a:t>Stress </a:t>
            </a:r>
          </a:p>
          <a:p>
            <a:pPr lvl="1" eaLnBrk="1" hangingPunct="1">
              <a:lnSpc>
                <a:spcPct val="90000"/>
              </a:lnSpc>
            </a:pPr>
            <a:endParaRPr lang="en-GB" altLang="en-US" dirty="0">
              <a:solidFill>
                <a:srgbClr val="FF99CC"/>
              </a:solidFill>
              <a:latin typeface="Comic Sans MS" charset="0"/>
            </a:endParaRPr>
          </a:p>
        </p:txBody>
      </p:sp>
    </p:spTree>
    <p:extLst>
      <p:ext uri="{BB962C8B-B14F-4D97-AF65-F5344CB8AC3E}">
        <p14:creationId xmlns:p14="http://schemas.microsoft.com/office/powerpoint/2010/main" val="47169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GB" altLang="en-US" b="1" u="sng" dirty="0">
                <a:solidFill>
                  <a:srgbClr val="FF0000"/>
                </a:solidFill>
              </a:rPr>
              <a:t>Things to Remember</a:t>
            </a:r>
            <a:r>
              <a:rPr lang="en-GB" altLang="en-US" dirty="0">
                <a:solidFill>
                  <a:srgbClr val="FF0000"/>
                </a:solidFill>
              </a:rPr>
              <a:t> </a:t>
            </a:r>
          </a:p>
        </p:txBody>
      </p:sp>
      <p:sp>
        <p:nvSpPr>
          <p:cNvPr id="8195" name="Rectangle 3"/>
          <p:cNvSpPr>
            <a:spLocks noGrp="1" noChangeArrowheads="1"/>
          </p:cNvSpPr>
          <p:nvPr>
            <p:ph type="body" idx="1"/>
          </p:nvPr>
        </p:nvSpPr>
        <p:spPr>
          <a:xfrm>
            <a:off x="655320" y="1996439"/>
            <a:ext cx="11384280" cy="4739641"/>
          </a:xfrm>
        </p:spPr>
        <p:txBody>
          <a:bodyPr/>
          <a:lstStyle/>
          <a:p>
            <a:pPr eaLnBrk="1" hangingPunct="1">
              <a:lnSpc>
                <a:spcPct val="90000"/>
              </a:lnSpc>
            </a:pPr>
            <a:r>
              <a:rPr lang="en-GB" altLang="en-US" dirty="0">
                <a:solidFill>
                  <a:srgbClr val="0432FF"/>
                </a:solidFill>
              </a:rPr>
              <a:t>Analysing planned speech is like analysing writing.  You must get the most out of every quotation.</a:t>
            </a:r>
          </a:p>
          <a:p>
            <a:pPr eaLnBrk="1" hangingPunct="1">
              <a:lnSpc>
                <a:spcPct val="90000"/>
              </a:lnSpc>
            </a:pPr>
            <a:endParaRPr lang="en-GB" altLang="en-US" dirty="0"/>
          </a:p>
          <a:p>
            <a:pPr eaLnBrk="1" hangingPunct="1">
              <a:lnSpc>
                <a:spcPct val="90000"/>
              </a:lnSpc>
            </a:pPr>
            <a:r>
              <a:rPr lang="en-GB" altLang="en-US" dirty="0"/>
              <a:t>So while it is important to comment on the speech feature used by a speaker – you must also comment on the </a:t>
            </a:r>
            <a:r>
              <a:rPr lang="en-GB" altLang="en-US" u="sng" dirty="0">
                <a:solidFill>
                  <a:srgbClr val="FF0000"/>
                </a:solidFill>
              </a:rPr>
              <a:t>lexical choices</a:t>
            </a:r>
            <a:r>
              <a:rPr lang="en-GB" altLang="en-US" dirty="0">
                <a:solidFill>
                  <a:srgbClr val="FF0000"/>
                </a:solidFill>
              </a:rPr>
              <a:t> </a:t>
            </a:r>
            <a:r>
              <a:rPr lang="en-GB" altLang="en-US" dirty="0"/>
              <a:t>used and the </a:t>
            </a:r>
            <a:r>
              <a:rPr lang="en-GB" altLang="en-US" u="sng" dirty="0">
                <a:solidFill>
                  <a:srgbClr val="FF0000"/>
                </a:solidFill>
              </a:rPr>
              <a:t>connotations that word type or phrase</a:t>
            </a:r>
            <a:r>
              <a:rPr lang="en-GB" altLang="en-US" dirty="0">
                <a:solidFill>
                  <a:srgbClr val="FF0000"/>
                </a:solidFill>
              </a:rPr>
              <a:t> </a:t>
            </a:r>
            <a:r>
              <a:rPr lang="en-GB" altLang="en-US" dirty="0"/>
              <a:t>has for the audience.</a:t>
            </a:r>
          </a:p>
          <a:p>
            <a:pPr eaLnBrk="1" hangingPunct="1">
              <a:lnSpc>
                <a:spcPct val="90000"/>
              </a:lnSpc>
            </a:pPr>
            <a:endParaRPr lang="en-GB" altLang="en-US" dirty="0"/>
          </a:p>
          <a:p>
            <a:pPr eaLnBrk="1" hangingPunct="1">
              <a:lnSpc>
                <a:spcPct val="90000"/>
              </a:lnSpc>
            </a:pPr>
            <a:r>
              <a:rPr lang="en-GB" altLang="en-US" dirty="0"/>
              <a:t>You must also always link back to the G.A.P throughout. </a:t>
            </a:r>
          </a:p>
        </p:txBody>
      </p:sp>
    </p:spTree>
    <p:extLst>
      <p:ext uri="{BB962C8B-B14F-4D97-AF65-F5344CB8AC3E}">
        <p14:creationId xmlns:p14="http://schemas.microsoft.com/office/powerpoint/2010/main" val="133321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19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921" y="449732"/>
            <a:ext cx="5128546" cy="1325563"/>
          </a:xfrm>
        </p:spPr>
        <p:txBody>
          <a:bodyPr>
            <a:normAutofit fontScale="90000"/>
          </a:bodyPr>
          <a:lstStyle/>
          <a:p>
            <a:pPr algn="ctr"/>
            <a:r>
              <a:rPr lang="en-US" sz="5400" b="1" dirty="0" err="1">
                <a:solidFill>
                  <a:srgbClr val="00B050"/>
                </a:solidFill>
                <a:latin typeface="+mn-lt"/>
              </a:rPr>
              <a:t>Analysing</a:t>
            </a:r>
            <a:r>
              <a:rPr lang="en-US" sz="5400" b="1" dirty="0">
                <a:solidFill>
                  <a:srgbClr val="00B050"/>
                </a:solidFill>
                <a:latin typeface="+mn-lt"/>
              </a:rPr>
              <a:t> a SPEECH</a:t>
            </a:r>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rot="21355813">
            <a:off x="186610" y="2180493"/>
            <a:ext cx="5605167" cy="3147646"/>
          </a:xfrm>
        </p:spPr>
      </p:pic>
      <p:sp>
        <p:nvSpPr>
          <p:cNvPr id="4" name="Content Placeholder 3"/>
          <p:cNvSpPr>
            <a:spLocks noGrp="1"/>
          </p:cNvSpPr>
          <p:nvPr>
            <p:ph sz="half" idx="2"/>
          </p:nvPr>
        </p:nvSpPr>
        <p:spPr>
          <a:xfrm>
            <a:off x="5896407" y="0"/>
            <a:ext cx="6025961" cy="6858000"/>
          </a:xfrm>
        </p:spPr>
        <p:txBody>
          <a:bodyPr>
            <a:normAutofit/>
          </a:bodyPr>
          <a:lstStyle/>
          <a:p>
            <a:r>
              <a:rPr lang="en-US" dirty="0"/>
              <a:t>This may be something that you have to do on PAPER 1. Plus, it will help you prepare your own speech for the WRITTEN TASK 1 2020.</a:t>
            </a:r>
          </a:p>
          <a:p>
            <a:endParaRPr lang="en-US" dirty="0"/>
          </a:p>
          <a:p>
            <a:r>
              <a:rPr lang="en-US" dirty="0"/>
              <a:t>Go to </a:t>
            </a:r>
            <a:r>
              <a:rPr lang="en-US" b="1" dirty="0" err="1">
                <a:solidFill>
                  <a:srgbClr val="00B0F0"/>
                </a:solidFill>
              </a:rPr>
              <a:t>Managebac</a:t>
            </a:r>
            <a:r>
              <a:rPr lang="en-US" dirty="0"/>
              <a:t> and open the 3 documents attached for today’s lesson: the PowerPoint and 2 documents.</a:t>
            </a:r>
          </a:p>
          <a:p>
            <a:endParaRPr lang="en-US" dirty="0"/>
          </a:p>
          <a:p>
            <a:r>
              <a:rPr lang="en-US" dirty="0">
                <a:solidFill>
                  <a:srgbClr val="0432FF"/>
                </a:solidFill>
              </a:rPr>
              <a:t>Read the PDF along with the speech. Complete the 4 step analysis from the PPT and answer the questions on the word document with your group. I should hear and see lots of good discussion!</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03537">
            <a:off x="2186350" y="4572097"/>
            <a:ext cx="1605687" cy="1509346"/>
          </a:xfrm>
          <a:prstGeom prst="rect">
            <a:avLst/>
          </a:prstGeom>
        </p:spPr>
      </p:pic>
    </p:spTree>
    <p:extLst>
      <p:ext uri="{BB962C8B-B14F-4D97-AF65-F5344CB8AC3E}">
        <p14:creationId xmlns:p14="http://schemas.microsoft.com/office/powerpoint/2010/main" val="1789009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5670176" cy="1138687"/>
          </a:xfrm>
        </p:spPr>
        <p:txBody>
          <a:bodyPr>
            <a:normAutofit/>
          </a:bodyPr>
          <a:lstStyle/>
          <a:p>
            <a:pPr algn="ctr"/>
            <a:r>
              <a:rPr lang="en-US" sz="6000" b="1" dirty="0">
                <a:solidFill>
                  <a:schemeClr val="bg1"/>
                </a:solidFill>
                <a:latin typeface="+mn-lt"/>
              </a:rPr>
              <a:t>Homework</a:t>
            </a:r>
          </a:p>
        </p:txBody>
      </p:sp>
      <p:sp>
        <p:nvSpPr>
          <p:cNvPr id="3" name="Content Placeholder 2"/>
          <p:cNvSpPr>
            <a:spLocks noGrp="1"/>
          </p:cNvSpPr>
          <p:nvPr>
            <p:ph sz="half" idx="1"/>
          </p:nvPr>
        </p:nvSpPr>
        <p:spPr>
          <a:xfrm>
            <a:off x="123180" y="1305677"/>
            <a:ext cx="6898426" cy="5167312"/>
          </a:xfrm>
          <a:solidFill>
            <a:schemeClr val="bg1"/>
          </a:solidFill>
        </p:spPr>
        <p:txBody>
          <a:bodyPr>
            <a:normAutofit/>
          </a:bodyPr>
          <a:lstStyle/>
          <a:p>
            <a:pPr marL="0" indent="0">
              <a:buNone/>
            </a:pP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r>
              <a:rPr lang="en-US" sz="3600" b="1">
                <a:solidFill>
                  <a:srgbClr val="000000"/>
                </a:solidFill>
                <a:latin typeface="Calibri" charset="0"/>
                <a:ea typeface="MS Mincho" charset="-128"/>
                <a:cs typeface="MS Mincho" charset="-128"/>
              </a:rPr>
              <a:t>Vocab Test Friday 21</a:t>
            </a:r>
            <a:r>
              <a:rPr lang="en-US" sz="3600" b="1" baseline="30000">
                <a:solidFill>
                  <a:srgbClr val="000000"/>
                </a:solidFill>
                <a:latin typeface="Calibri" charset="0"/>
                <a:ea typeface="MS Mincho" charset="-128"/>
                <a:cs typeface="MS Mincho" charset="-128"/>
              </a:rPr>
              <a:t>st</a:t>
            </a:r>
            <a:r>
              <a:rPr lang="en-US" sz="3600" b="1">
                <a:solidFill>
                  <a:srgbClr val="000000"/>
                </a:solidFill>
                <a:latin typeface="Calibri" charset="0"/>
                <a:ea typeface="MS Mincho" charset="-128"/>
                <a:cs typeface="MS Mincho" charset="-128"/>
              </a:rPr>
              <a:t>.</a:t>
            </a:r>
          </a:p>
          <a:p>
            <a:pPr marL="0" indent="0">
              <a:buNone/>
            </a:pPr>
            <a:r>
              <a:rPr lang="en-US" sz="3600" b="1">
                <a:solidFill>
                  <a:srgbClr val="000000"/>
                </a:solidFill>
                <a:latin typeface="Calibri" charset="0"/>
                <a:ea typeface="MS Mincho" charset="-128"/>
                <a:cs typeface="MS Mincho" charset="-128"/>
              </a:rPr>
              <a:t>Use </a:t>
            </a:r>
            <a:r>
              <a:rPr lang="en-US" sz="3600" b="1" dirty="0">
                <a:solidFill>
                  <a:srgbClr val="000000"/>
                </a:solidFill>
                <a:latin typeface="Calibri" charset="0"/>
                <a:ea typeface="MS Mincho" charset="-128"/>
                <a:cs typeface="MS Mincho" charset="-128"/>
              </a:rPr>
              <a:t>resources on MB.</a:t>
            </a:r>
            <a:endParaRPr lang="en-US" sz="3600" b="1" baseline="30000" dirty="0">
              <a:solidFill>
                <a:srgbClr val="000000"/>
              </a:solidFill>
              <a:latin typeface="Calibri" charset="0"/>
              <a:ea typeface="MS Mincho" charset="-128"/>
              <a:cs typeface="MS Mincho" charset="-128"/>
            </a:endParaRPr>
          </a:p>
          <a:p>
            <a:pPr marL="0" indent="0">
              <a:buNone/>
            </a:pPr>
            <a:endParaRPr lang="en-US" sz="3600" b="1" dirty="0">
              <a:solidFill>
                <a:srgbClr val="000000"/>
              </a:solidFill>
              <a:latin typeface="Calibri" charset="0"/>
              <a:ea typeface="MS Mincho" charset="-128"/>
              <a:cs typeface="MS Mincho" charset="-128"/>
            </a:endParaRPr>
          </a:p>
          <a:p>
            <a:pPr marL="0" indent="0">
              <a:buNone/>
            </a:pPr>
            <a:endParaRPr lang="en-US" sz="3600" b="1" dirty="0">
              <a:solidFill>
                <a:srgbClr val="0432FF"/>
              </a:solidFill>
              <a:latin typeface="Calibri" charset="0"/>
              <a:ea typeface="MS Mincho" charset="-128"/>
              <a:cs typeface="MS Mincho" charset="-128"/>
            </a:endParaRPr>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534836" y="402961"/>
            <a:ext cx="4370420" cy="6070028"/>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4477" y="4363915"/>
            <a:ext cx="1362496" cy="1280746"/>
          </a:xfrm>
          <a:prstGeom prst="rect">
            <a:avLst/>
          </a:prstGeom>
        </p:spPr>
      </p:pic>
    </p:spTree>
    <p:extLst>
      <p:ext uri="{BB962C8B-B14F-4D97-AF65-F5344CB8AC3E}">
        <p14:creationId xmlns:p14="http://schemas.microsoft.com/office/powerpoint/2010/main" val="5479392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2AFA671-4F2D-4B93-A900-065E05CD0E8D}"/>
              </a:ext>
            </a:extLst>
          </p:cNvPr>
          <p:cNvSpPr>
            <a:spLocks noGrp="1"/>
          </p:cNvSpPr>
          <p:nvPr>
            <p:ph type="subTitle" idx="1"/>
          </p:nvPr>
        </p:nvSpPr>
        <p:spPr/>
        <p:txBody>
          <a:bodyPr>
            <a:normAutofit/>
          </a:bodyPr>
          <a:lstStyle/>
          <a:p>
            <a:pPr eaLnBrk="1" fontAlgn="auto" hangingPunct="1">
              <a:spcAft>
                <a:spcPts val="0"/>
              </a:spcAft>
              <a:defRPr/>
            </a:pPr>
            <a:endParaRPr lang="en-US" dirty="0"/>
          </a:p>
        </p:txBody>
      </p:sp>
      <p:sp>
        <p:nvSpPr>
          <p:cNvPr id="13315" name="Title 1"/>
          <p:cNvSpPr>
            <a:spLocks noGrp="1"/>
          </p:cNvSpPr>
          <p:nvPr>
            <p:ph type="ctrTitle"/>
          </p:nvPr>
        </p:nvSpPr>
        <p:spPr/>
        <p:txBody>
          <a:bodyPr/>
          <a:lstStyle/>
          <a:p>
            <a:pPr eaLnBrk="1" hangingPunct="1"/>
            <a:r>
              <a:rPr lang="en-US" altLang="en-US"/>
              <a:t>Rhetorical Analysis of Speeches</a:t>
            </a:r>
          </a:p>
        </p:txBody>
      </p:sp>
    </p:spTree>
    <p:extLst>
      <p:ext uri="{BB962C8B-B14F-4D97-AF65-F5344CB8AC3E}">
        <p14:creationId xmlns:p14="http://schemas.microsoft.com/office/powerpoint/2010/main" val="11478968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altLang="en-US">
                <a:solidFill>
                  <a:srgbClr val="7B9899"/>
                </a:solidFill>
              </a:rPr>
              <a:t>What is Rhetoric? Some Famous Definitions</a:t>
            </a:r>
          </a:p>
        </p:txBody>
      </p:sp>
      <p:sp>
        <p:nvSpPr>
          <p:cNvPr id="3" name="Content Placeholder 2">
            <a:extLst>
              <a:ext uri="{FF2B5EF4-FFF2-40B4-BE49-F238E27FC236}">
                <a16:creationId xmlns:a16="http://schemas.microsoft.com/office/drawing/2014/main" id="{CD7E7A61-BAC3-47D7-899E-E15E469684E0}"/>
              </a:ext>
            </a:extLst>
          </p:cNvPr>
          <p:cNvSpPr>
            <a:spLocks noGrp="1"/>
          </p:cNvSpPr>
          <p:nvPr>
            <p:ph sz="quarter" idx="1"/>
          </p:nvPr>
        </p:nvSpPr>
        <p:spPr>
          <a:xfrm>
            <a:off x="1825625" y="1527175"/>
            <a:ext cx="8504238" cy="4572000"/>
          </a:xfrm>
        </p:spPr>
        <p:txBody>
          <a:bodyPr>
            <a:normAutofit lnSpcReduction="10000"/>
          </a:bodyPr>
          <a:lstStyle/>
          <a:p>
            <a:pPr marL="274320" indent="-274320" eaLnBrk="1" fontAlgn="auto" hangingPunct="1">
              <a:spcAft>
                <a:spcPts val="0"/>
              </a:spcAft>
              <a:buFont typeface="Wingdings 2"/>
              <a:buChar char=""/>
              <a:defRPr/>
            </a:pPr>
            <a:r>
              <a:rPr lang="en-US" dirty="0"/>
              <a:t>Plato: [Rhetoric] is the “art of enchanting the soul.” (</a:t>
            </a:r>
            <a:r>
              <a:rPr lang="en-US" dirty="0">
                <a:solidFill>
                  <a:srgbClr val="C00000"/>
                </a:solidFill>
              </a:rPr>
              <a:t>The art of winning the soul by discourse</a:t>
            </a:r>
            <a:r>
              <a:rPr lang="en-US" dirty="0"/>
              <a:t>.)</a:t>
            </a:r>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r>
              <a:rPr lang="en-US" dirty="0"/>
              <a:t>Aristotle: Rhetoric is “the faculty of discovering in any particular case all of the available means of persuasion.”</a:t>
            </a:r>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r>
              <a:rPr lang="en-US" dirty="0"/>
              <a:t>Cicero: “Rhetoric is one great art comprised of five lesser arts: </a:t>
            </a:r>
            <a:r>
              <a:rPr lang="en-US" dirty="0" err="1"/>
              <a:t>inventio</a:t>
            </a:r>
            <a:r>
              <a:rPr lang="en-US" dirty="0"/>
              <a:t>, </a:t>
            </a:r>
            <a:r>
              <a:rPr lang="en-US" dirty="0" err="1"/>
              <a:t>dispositio</a:t>
            </a:r>
            <a:r>
              <a:rPr lang="en-US" dirty="0"/>
              <a:t>, </a:t>
            </a:r>
            <a:r>
              <a:rPr lang="en-US" dirty="0" err="1"/>
              <a:t>elocutio</a:t>
            </a:r>
            <a:r>
              <a:rPr lang="en-US" dirty="0"/>
              <a:t>, </a:t>
            </a:r>
            <a:r>
              <a:rPr lang="en-US" dirty="0" err="1"/>
              <a:t>memoria</a:t>
            </a:r>
            <a:r>
              <a:rPr lang="en-US" dirty="0"/>
              <a:t>, and </a:t>
            </a:r>
            <a:r>
              <a:rPr lang="en-US" dirty="0" err="1"/>
              <a:t>pronunciatio</a:t>
            </a:r>
            <a:r>
              <a:rPr lang="en-US" dirty="0"/>
              <a:t>.” </a:t>
            </a:r>
            <a:r>
              <a:rPr lang="en-US" dirty="0">
                <a:solidFill>
                  <a:srgbClr val="C00000"/>
                </a:solidFill>
              </a:rPr>
              <a:t>Rhetoric is “speech designed to persuade.”</a:t>
            </a:r>
          </a:p>
          <a:p>
            <a:pPr marL="274320" indent="-274320" eaLnBrk="1" fontAlgn="auto" hangingPunct="1">
              <a:spcAft>
                <a:spcPts val="0"/>
              </a:spcAft>
              <a:buFont typeface="Wingdings 2"/>
              <a:buChar char=""/>
              <a:defRPr/>
            </a:pPr>
            <a:endParaRPr lang="en-US" dirty="0"/>
          </a:p>
        </p:txBody>
      </p:sp>
    </p:spTree>
    <p:extLst>
      <p:ext uri="{BB962C8B-B14F-4D97-AF65-F5344CB8AC3E}">
        <p14:creationId xmlns:p14="http://schemas.microsoft.com/office/powerpoint/2010/main" val="1856941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en-US">
                <a:solidFill>
                  <a:srgbClr val="7B9899"/>
                </a:solidFill>
              </a:rPr>
              <a:t>What is Rhetoric? Some Famous Definitions</a:t>
            </a:r>
          </a:p>
        </p:txBody>
      </p:sp>
      <p:sp>
        <p:nvSpPr>
          <p:cNvPr id="3" name="Content Placeholder 2">
            <a:extLst>
              <a:ext uri="{FF2B5EF4-FFF2-40B4-BE49-F238E27FC236}">
                <a16:creationId xmlns:a16="http://schemas.microsoft.com/office/drawing/2014/main" id="{35039A97-972D-45C4-9C95-FE484F4D256B}"/>
              </a:ext>
            </a:extLst>
          </p:cNvPr>
          <p:cNvSpPr>
            <a:spLocks noGrp="1"/>
          </p:cNvSpPr>
          <p:nvPr>
            <p:ph sz="quarter" idx="1"/>
          </p:nvPr>
        </p:nvSpPr>
        <p:spPr>
          <a:xfrm>
            <a:off x="1825625" y="1527176"/>
            <a:ext cx="8504238" cy="4797425"/>
          </a:xfrm>
        </p:spPr>
        <p:txBody>
          <a:bodyPr>
            <a:normAutofit lnSpcReduction="10000"/>
          </a:bodyPr>
          <a:lstStyle/>
          <a:p>
            <a:pPr marL="274320" indent="-274320" eaLnBrk="1" fontAlgn="auto" hangingPunct="1">
              <a:spcAft>
                <a:spcPts val="0"/>
              </a:spcAft>
              <a:buFont typeface="Wingdings 2"/>
              <a:buChar char=""/>
              <a:defRPr/>
            </a:pPr>
            <a:r>
              <a:rPr lang="en-US" dirty="0"/>
              <a:t>Quintilian: “</a:t>
            </a:r>
            <a:r>
              <a:rPr lang="en-US" dirty="0">
                <a:solidFill>
                  <a:srgbClr val="C00000"/>
                </a:solidFill>
              </a:rPr>
              <a:t>Rhetoric is the art of speaking well</a:t>
            </a:r>
            <a:r>
              <a:rPr lang="en-US" dirty="0"/>
              <a:t>.”</a:t>
            </a:r>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r>
              <a:rPr lang="en-US" dirty="0"/>
              <a:t>Francis Bacon: “The duty and office of rhetoric is to apply reason to imagination for the better moving of the will.”</a:t>
            </a:r>
          </a:p>
          <a:p>
            <a:pPr marL="274320" indent="-274320" eaLnBrk="1" fontAlgn="auto" hangingPunct="1">
              <a:spcAft>
                <a:spcPts val="0"/>
              </a:spcAft>
              <a:buFont typeface="Wingdings 2"/>
              <a:buChar char=""/>
              <a:defRPr/>
            </a:pPr>
            <a:endParaRPr lang="en-US" dirty="0"/>
          </a:p>
          <a:p>
            <a:pPr marL="274320" indent="-274320" eaLnBrk="1" fontAlgn="auto" hangingPunct="1">
              <a:spcAft>
                <a:spcPts val="0"/>
              </a:spcAft>
              <a:buFont typeface="Wingdings 2"/>
              <a:buChar char=""/>
              <a:defRPr/>
            </a:pPr>
            <a:r>
              <a:rPr lang="en-US" dirty="0"/>
              <a:t>George Campbell: [Rhetoric] is “that art or talent by which discourse is adapted to its end. The four ends of discourse are to </a:t>
            </a:r>
            <a:r>
              <a:rPr lang="en-US" dirty="0">
                <a:solidFill>
                  <a:srgbClr val="C00000"/>
                </a:solidFill>
              </a:rPr>
              <a:t>enlighten the understanding, please the imagination, move the passion, and influence the will.”</a:t>
            </a:r>
          </a:p>
          <a:p>
            <a:pPr marL="274320" indent="-274320" eaLnBrk="1" fontAlgn="auto" hangingPunct="1">
              <a:spcAft>
                <a:spcPts val="0"/>
              </a:spcAft>
              <a:buFont typeface="Wingdings 2"/>
              <a:buChar char=""/>
              <a:defRPr/>
            </a:pPr>
            <a:endParaRPr lang="en-US" dirty="0"/>
          </a:p>
        </p:txBody>
      </p:sp>
    </p:spTree>
    <p:extLst>
      <p:ext uri="{BB962C8B-B14F-4D97-AF65-F5344CB8AC3E}">
        <p14:creationId xmlns:p14="http://schemas.microsoft.com/office/powerpoint/2010/main" val="241427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altLang="en-US">
                <a:solidFill>
                  <a:srgbClr val="7B9899"/>
                </a:solidFill>
              </a:rPr>
              <a:t>Common Rhetorical Devices</a:t>
            </a:r>
          </a:p>
        </p:txBody>
      </p:sp>
      <p:sp>
        <p:nvSpPr>
          <p:cNvPr id="3" name="Content Placeholder 2">
            <a:extLst>
              <a:ext uri="{FF2B5EF4-FFF2-40B4-BE49-F238E27FC236}">
                <a16:creationId xmlns:a16="http://schemas.microsoft.com/office/drawing/2014/main" id="{8F54A68F-A1B7-421C-B009-1E12D8C632A8}"/>
              </a:ext>
            </a:extLst>
          </p:cNvPr>
          <p:cNvSpPr>
            <a:spLocks noGrp="1"/>
          </p:cNvSpPr>
          <p:nvPr>
            <p:ph sz="quarter" idx="1"/>
          </p:nvPr>
        </p:nvSpPr>
        <p:spPr>
          <a:xfrm>
            <a:off x="1825625" y="1527175"/>
            <a:ext cx="8504238" cy="4572000"/>
          </a:xfrm>
        </p:spPr>
        <p:txBody>
          <a:bodyPr>
            <a:normAutofit lnSpcReduction="10000"/>
          </a:bodyPr>
          <a:lstStyle/>
          <a:p>
            <a:pPr marL="274320" indent="-274320" eaLnBrk="1" fontAlgn="auto" hangingPunct="1">
              <a:spcAft>
                <a:spcPts val="0"/>
              </a:spcAft>
              <a:buFont typeface="Wingdings 2"/>
              <a:buChar char=""/>
              <a:defRPr/>
            </a:pPr>
            <a:r>
              <a:rPr lang="en-US" b="1" dirty="0"/>
              <a:t>Repetition</a:t>
            </a:r>
            <a:r>
              <a:rPr lang="en-US" dirty="0"/>
              <a:t> of a word or phrase at the beginning </a:t>
            </a:r>
            <a:r>
              <a:rPr lang="en-US" dirty="0">
                <a:solidFill>
                  <a:srgbClr val="0070C0"/>
                </a:solidFill>
              </a:rPr>
              <a:t>(anaphora) </a:t>
            </a:r>
            <a:r>
              <a:rPr lang="en-US" dirty="0"/>
              <a:t>or end </a:t>
            </a:r>
            <a:r>
              <a:rPr lang="en-US" dirty="0">
                <a:solidFill>
                  <a:srgbClr val="0070C0"/>
                </a:solidFill>
              </a:rPr>
              <a:t>(antistrophe) </a:t>
            </a:r>
            <a:r>
              <a:rPr lang="en-US" dirty="0"/>
              <a:t>of successive phrases, clauses or lines.</a:t>
            </a:r>
          </a:p>
          <a:p>
            <a:pPr marL="548640" lvl="1" indent="-274320" eaLnBrk="1" fontAlgn="auto" hangingPunct="1">
              <a:spcAft>
                <a:spcPts val="0"/>
              </a:spcAft>
              <a:buNone/>
              <a:defRPr/>
            </a:pPr>
            <a:br>
              <a:rPr lang="en-US" dirty="0"/>
            </a:br>
            <a:r>
              <a:rPr lang="en-US" dirty="0"/>
              <a:t>"</a:t>
            </a:r>
            <a:r>
              <a:rPr lang="en-US" u="sng" dirty="0"/>
              <a:t>We shall </a:t>
            </a:r>
            <a:r>
              <a:rPr lang="en-US" dirty="0"/>
              <a:t>not flag or fail. We shall go on to the end. </a:t>
            </a:r>
            <a:r>
              <a:rPr lang="en-US" u="sng" dirty="0"/>
              <a:t>We shall</a:t>
            </a:r>
            <a:r>
              <a:rPr lang="en-US" dirty="0"/>
              <a:t> fight in France, </a:t>
            </a:r>
            <a:r>
              <a:rPr lang="en-US" u="sng" dirty="0"/>
              <a:t>we shall</a:t>
            </a:r>
            <a:r>
              <a:rPr lang="en-US" dirty="0"/>
              <a:t> fight on the seas and oceans, </a:t>
            </a:r>
            <a:r>
              <a:rPr lang="en-US" u="sng" dirty="0"/>
              <a:t>we shall</a:t>
            </a:r>
            <a:r>
              <a:rPr lang="en-US" dirty="0"/>
              <a:t> fight with growing confidence and growing strength in the air, </a:t>
            </a:r>
            <a:r>
              <a:rPr lang="en-US" u="sng" dirty="0"/>
              <a:t>we shall </a:t>
            </a:r>
            <a:r>
              <a:rPr lang="en-US" dirty="0"/>
              <a:t>defend our island, whatever the cost may be, </a:t>
            </a:r>
            <a:r>
              <a:rPr lang="en-US" u="sng" dirty="0"/>
              <a:t>we shall </a:t>
            </a:r>
            <a:r>
              <a:rPr lang="en-US" dirty="0"/>
              <a:t>fight on the beaches, </a:t>
            </a:r>
            <a:r>
              <a:rPr lang="en-US" u="sng" dirty="0"/>
              <a:t>we shall</a:t>
            </a:r>
            <a:r>
              <a:rPr lang="en-US" dirty="0"/>
              <a:t> fight on the landing grounds, </a:t>
            </a:r>
            <a:r>
              <a:rPr lang="en-US" u="sng" dirty="0"/>
              <a:t>we shall</a:t>
            </a:r>
            <a:r>
              <a:rPr lang="en-US" dirty="0"/>
              <a:t> fight in the fields and in the streets, </a:t>
            </a:r>
            <a:r>
              <a:rPr lang="en-US" u="sng" dirty="0"/>
              <a:t>we shall</a:t>
            </a:r>
            <a:r>
              <a:rPr lang="en-US" dirty="0"/>
              <a:t> fight in the hills. </a:t>
            </a:r>
            <a:r>
              <a:rPr lang="en-US" u="sng" dirty="0"/>
              <a:t>We shall</a:t>
            </a:r>
            <a:r>
              <a:rPr lang="en-US" dirty="0"/>
              <a:t> never surrender.“</a:t>
            </a:r>
          </a:p>
          <a:p>
            <a:pPr marL="548640" lvl="1" indent="-274320" eaLnBrk="1" fontAlgn="auto" hangingPunct="1">
              <a:spcAft>
                <a:spcPts val="0"/>
              </a:spcAft>
              <a:buNone/>
              <a:defRPr/>
            </a:pPr>
            <a:r>
              <a:rPr lang="en-US" dirty="0"/>
              <a:t> </a:t>
            </a:r>
            <a:br>
              <a:rPr lang="en-US" dirty="0"/>
            </a:br>
            <a:r>
              <a:rPr lang="en-US" dirty="0"/>
              <a:t>		</a:t>
            </a:r>
            <a:r>
              <a:rPr lang="en-US" b="1" dirty="0"/>
              <a:t>British Prime Minister Winston Churchill</a:t>
            </a:r>
            <a:endParaRPr lang="en-US" dirty="0"/>
          </a:p>
        </p:txBody>
      </p:sp>
    </p:spTree>
    <p:extLst>
      <p:ext uri="{BB962C8B-B14F-4D97-AF65-F5344CB8AC3E}">
        <p14:creationId xmlns:p14="http://schemas.microsoft.com/office/powerpoint/2010/main" val="107926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7021C-405D-4741-AF8A-0220CB92973B}"/>
              </a:ext>
            </a:extLst>
          </p:cNvPr>
          <p:cNvSpPr>
            <a:spLocks noGrp="1"/>
          </p:cNvSpPr>
          <p:nvPr>
            <p:ph type="title"/>
          </p:nvPr>
        </p:nvSpPr>
        <p:spPr/>
        <p:txBody>
          <a:bodyPr>
            <a:normAutofit fontScale="90000"/>
          </a:bodyPr>
          <a:lstStyle/>
          <a:p>
            <a:pPr eaLnBrk="1" fontAlgn="auto" hangingPunct="1">
              <a:spcAft>
                <a:spcPts val="0"/>
              </a:spcAft>
              <a:defRPr/>
            </a:pPr>
            <a:r>
              <a:rPr lang="en-US" dirty="0"/>
              <a:t>Anaphora </a:t>
            </a:r>
            <a:br>
              <a:rPr lang="en-US" dirty="0"/>
            </a:br>
            <a:r>
              <a:rPr lang="en-US" sz="2700" dirty="0"/>
              <a:t>repetition of the </a:t>
            </a:r>
            <a:r>
              <a:rPr lang="en-US" sz="2700" i="1" dirty="0"/>
              <a:t>beginnings</a:t>
            </a:r>
            <a:r>
              <a:rPr lang="en-US" sz="2700" dirty="0"/>
              <a:t> of phrases, clauses or sentences)</a:t>
            </a:r>
          </a:p>
        </p:txBody>
      </p:sp>
      <p:sp>
        <p:nvSpPr>
          <p:cNvPr id="17411" name="Content Placeholder 2"/>
          <p:cNvSpPr>
            <a:spLocks noGrp="1"/>
          </p:cNvSpPr>
          <p:nvPr>
            <p:ph sz="quarter" idx="1"/>
          </p:nvPr>
        </p:nvSpPr>
        <p:spPr>
          <a:xfrm>
            <a:off x="1825625" y="1527175"/>
            <a:ext cx="8504238" cy="4572000"/>
          </a:xfrm>
        </p:spPr>
        <p:txBody>
          <a:bodyPr/>
          <a:lstStyle/>
          <a:p>
            <a:pPr eaLnBrk="1" hangingPunct="1"/>
            <a:endParaRPr lang="en-US" altLang="en-US" dirty="0"/>
          </a:p>
          <a:p>
            <a:pPr eaLnBrk="1" hangingPunct="1"/>
            <a:endParaRPr lang="en-US" altLang="en-US" dirty="0"/>
          </a:p>
          <a:p>
            <a:pPr eaLnBrk="1" hangingPunct="1"/>
            <a:r>
              <a:rPr lang="en-US" altLang="en-US" dirty="0"/>
              <a:t>“</a:t>
            </a:r>
            <a:r>
              <a:rPr lang="en-US" altLang="en-US" b="1" i="1" dirty="0"/>
              <a:t>Now is the time</a:t>
            </a:r>
            <a:r>
              <a:rPr lang="en-US" altLang="en-US" i="1" dirty="0"/>
              <a:t> </a:t>
            </a:r>
            <a:r>
              <a:rPr lang="en-US" altLang="en-US" b="1" i="1" dirty="0"/>
              <a:t>to</a:t>
            </a:r>
            <a:r>
              <a:rPr lang="en-US" altLang="en-US" i="1" dirty="0"/>
              <a:t> help families with paid sick days and better family leave ..... </a:t>
            </a:r>
            <a:r>
              <a:rPr lang="en-US" altLang="en-US" b="1" i="1" dirty="0"/>
              <a:t>Now is the time</a:t>
            </a:r>
            <a:r>
              <a:rPr lang="en-US" altLang="en-US" i="1" dirty="0"/>
              <a:t> </a:t>
            </a:r>
            <a:r>
              <a:rPr lang="en-US" altLang="en-US" b="1" i="1" dirty="0"/>
              <a:t>to</a:t>
            </a:r>
            <a:r>
              <a:rPr lang="en-US" altLang="en-US" i="1" dirty="0"/>
              <a:t> change our bankruptcy laws ...... </a:t>
            </a:r>
            <a:r>
              <a:rPr lang="en-US" altLang="en-US" b="1" i="1" dirty="0"/>
              <a:t>Now is the time to</a:t>
            </a:r>
            <a:r>
              <a:rPr lang="en-US" altLang="en-US" i="1" dirty="0"/>
              <a:t> keep the promise of equal pay for an equal day's work</a:t>
            </a:r>
            <a:r>
              <a:rPr lang="en-US" altLang="en-US" dirty="0"/>
              <a:t>.”</a:t>
            </a:r>
          </a:p>
          <a:p>
            <a:pPr lvl="2" eaLnBrk="1" hangingPunct="1">
              <a:buFont typeface="Wingdings 2" charset="2"/>
              <a:buNone/>
            </a:pPr>
            <a:r>
              <a:rPr lang="en-US" altLang="en-US" dirty="0"/>
              <a:t>			Democratic nomination acceptance, Barack Obama</a:t>
            </a:r>
            <a:br>
              <a:rPr lang="en-US" altLang="en-US" dirty="0"/>
            </a:br>
            <a:endParaRPr lang="en-US" altLang="en-US" dirty="0"/>
          </a:p>
          <a:p>
            <a:pPr eaLnBrk="1" hangingPunct="1"/>
            <a:endParaRPr lang="en-US" altLang="en-US" dirty="0"/>
          </a:p>
        </p:txBody>
      </p:sp>
    </p:spTree>
    <p:extLst>
      <p:ext uri="{BB962C8B-B14F-4D97-AF65-F5344CB8AC3E}">
        <p14:creationId xmlns:p14="http://schemas.microsoft.com/office/powerpoint/2010/main" val="157230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828800" y="304801"/>
            <a:ext cx="8534400" cy="758825"/>
          </a:xfrm>
        </p:spPr>
        <p:txBody>
          <a:bodyPr/>
          <a:lstStyle/>
          <a:p>
            <a:pPr eaLnBrk="1" hangingPunct="1"/>
            <a:r>
              <a:rPr lang="en-US" altLang="en-US" sz="2400" b="1">
                <a:solidFill>
                  <a:srgbClr val="7B9899"/>
                </a:solidFill>
              </a:rPr>
              <a:t>ANTISTROPHE –</a:t>
            </a:r>
            <a:r>
              <a:rPr lang="en-US" altLang="en-US" sz="2400">
                <a:solidFill>
                  <a:srgbClr val="7B9899"/>
                </a:solidFill>
              </a:rPr>
              <a:t> </a:t>
            </a:r>
            <a:br>
              <a:rPr lang="en-US" altLang="en-US" sz="2400">
                <a:solidFill>
                  <a:srgbClr val="7B9899"/>
                </a:solidFill>
              </a:rPr>
            </a:br>
            <a:r>
              <a:rPr lang="en-US" altLang="en-US" sz="2400">
                <a:solidFill>
                  <a:srgbClr val="7B9899"/>
                </a:solidFill>
              </a:rPr>
              <a:t>repetition of the </a:t>
            </a:r>
            <a:r>
              <a:rPr lang="en-US" altLang="en-US" sz="2400" i="1">
                <a:solidFill>
                  <a:srgbClr val="7B9899"/>
                </a:solidFill>
              </a:rPr>
              <a:t>ending</a:t>
            </a:r>
            <a:r>
              <a:rPr lang="en-US" altLang="en-US" sz="2400">
                <a:solidFill>
                  <a:srgbClr val="7B9899"/>
                </a:solidFill>
              </a:rPr>
              <a:t> of successive clauses or sentences</a:t>
            </a:r>
          </a:p>
        </p:txBody>
      </p:sp>
      <p:sp>
        <p:nvSpPr>
          <p:cNvPr id="18435" name="Content Placeholder 2"/>
          <p:cNvSpPr>
            <a:spLocks noGrp="1"/>
          </p:cNvSpPr>
          <p:nvPr>
            <p:ph sz="quarter" idx="1"/>
          </p:nvPr>
        </p:nvSpPr>
        <p:spPr>
          <a:xfrm>
            <a:off x="1825625" y="1527175"/>
            <a:ext cx="8504238" cy="4572000"/>
          </a:xfrm>
        </p:spPr>
        <p:txBody>
          <a:bodyPr/>
          <a:lstStyle/>
          <a:p>
            <a:pPr eaLnBrk="1" hangingPunct="1"/>
            <a:r>
              <a:rPr lang="en-US" altLang="en-US" dirty="0"/>
              <a:t>"</a:t>
            </a:r>
            <a:r>
              <a:rPr lang="en-US" altLang="en-US" i="1" dirty="0"/>
              <a:t>In 1931, ten years ago, Japan invaded Manchukuo -- </a:t>
            </a:r>
            <a:r>
              <a:rPr lang="en-US" altLang="en-US" b="1" i="1" dirty="0"/>
              <a:t>without warning</a:t>
            </a:r>
            <a:r>
              <a:rPr lang="en-US" altLang="en-US" i="1" dirty="0"/>
              <a:t>. In 1935, Italy invaded Ethiopia -- </a:t>
            </a:r>
            <a:r>
              <a:rPr lang="en-US" altLang="en-US" b="1" i="1" dirty="0"/>
              <a:t>without warning</a:t>
            </a:r>
            <a:r>
              <a:rPr lang="en-US" altLang="en-US" i="1" dirty="0"/>
              <a:t>. In 1938, Hitler occupied Austria -- </a:t>
            </a:r>
            <a:r>
              <a:rPr lang="en-US" altLang="en-US" b="1" i="1" dirty="0"/>
              <a:t>without warning</a:t>
            </a:r>
            <a:r>
              <a:rPr lang="en-US" altLang="en-US" i="1" dirty="0"/>
              <a:t>. In 1939, Hitler invaded Czechoslovakia -- </a:t>
            </a:r>
            <a:r>
              <a:rPr lang="en-US" altLang="en-US" b="1" i="1" dirty="0"/>
              <a:t>without warning. </a:t>
            </a:r>
            <a:r>
              <a:rPr lang="en-US" altLang="en-US" i="1" dirty="0"/>
              <a:t>Later in 1939, Hitler invaded Poland -- </a:t>
            </a:r>
            <a:r>
              <a:rPr lang="en-US" altLang="en-US" b="1" i="1" dirty="0"/>
              <a:t>without warning</a:t>
            </a:r>
            <a:r>
              <a:rPr lang="en-US" altLang="en-US" i="1" dirty="0"/>
              <a:t>. And now Japan has attacked Malaya and Thailand -- and the United States -- </a:t>
            </a:r>
            <a:r>
              <a:rPr lang="en-US" altLang="en-US" b="1" i="1" dirty="0"/>
              <a:t>without warning.</a:t>
            </a:r>
            <a:r>
              <a:rPr lang="en-US" altLang="en-US" dirty="0"/>
              <a:t>”</a:t>
            </a:r>
          </a:p>
          <a:p>
            <a:pPr lvl="3" eaLnBrk="1" hangingPunct="1">
              <a:buFont typeface="Wingdings" charset="2"/>
              <a:buNone/>
            </a:pPr>
            <a:r>
              <a:rPr lang="en-US" altLang="en-US" dirty="0"/>
              <a:t>Franklin Delano Roosevelt’s announcement of the attack on Pearl Harbor</a:t>
            </a:r>
          </a:p>
        </p:txBody>
      </p:sp>
    </p:spTree>
    <p:extLst>
      <p:ext uri="{BB962C8B-B14F-4D97-AF65-F5344CB8AC3E}">
        <p14:creationId xmlns:p14="http://schemas.microsoft.com/office/powerpoint/2010/main" val="1007321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752600" y="304801"/>
            <a:ext cx="8534400" cy="758825"/>
          </a:xfrm>
        </p:spPr>
        <p:txBody>
          <a:bodyPr/>
          <a:lstStyle/>
          <a:p>
            <a:pPr eaLnBrk="1" hangingPunct="1"/>
            <a:r>
              <a:rPr lang="en-US" altLang="en-US">
                <a:solidFill>
                  <a:srgbClr val="7B9899"/>
                </a:solidFill>
              </a:rPr>
              <a:t>Common Rhetorical Devices</a:t>
            </a:r>
          </a:p>
        </p:txBody>
      </p:sp>
      <p:sp>
        <p:nvSpPr>
          <p:cNvPr id="19459" name="Content Placeholder 2"/>
          <p:cNvSpPr>
            <a:spLocks noGrp="1"/>
          </p:cNvSpPr>
          <p:nvPr>
            <p:ph sz="quarter" idx="1"/>
          </p:nvPr>
        </p:nvSpPr>
        <p:spPr>
          <a:xfrm>
            <a:off x="1828800" y="1524000"/>
            <a:ext cx="8504238" cy="4572000"/>
          </a:xfrm>
        </p:spPr>
        <p:txBody>
          <a:bodyPr/>
          <a:lstStyle/>
          <a:p>
            <a:pPr eaLnBrk="1" hangingPunct="1"/>
            <a:r>
              <a:rPr lang="en-US" altLang="en-US" dirty="0"/>
              <a:t>Restatement  (</a:t>
            </a:r>
            <a:r>
              <a:rPr lang="en-US" altLang="en-US" b="1" dirty="0">
                <a:hlinkClick r:id="rId2" action="ppaction://hlinkfile"/>
              </a:rPr>
              <a:t>Tautology</a:t>
            </a:r>
            <a:r>
              <a:rPr lang="en-US" altLang="en-US" b="1" dirty="0"/>
              <a:t>):</a:t>
            </a:r>
            <a:r>
              <a:rPr lang="en-US" altLang="en-US" dirty="0"/>
              <a:t> repetition of an idea in a different word, phrase, or sentence.</a:t>
            </a:r>
          </a:p>
          <a:p>
            <a:pPr lvl="1" eaLnBrk="1" hangingPunct="1">
              <a:buFont typeface="Wingdings" charset="2"/>
              <a:buNone/>
            </a:pPr>
            <a:r>
              <a:rPr lang="en-US" altLang="en-US" dirty="0"/>
              <a:t> </a:t>
            </a:r>
            <a:br>
              <a:rPr lang="en-US" altLang="en-US" dirty="0"/>
            </a:br>
            <a:r>
              <a:rPr lang="en-US" altLang="en-US" dirty="0"/>
              <a:t>"</a:t>
            </a:r>
            <a:r>
              <a:rPr lang="en-US" altLang="en-US" u="sng" dirty="0"/>
              <a:t>With malice toward none</a:t>
            </a:r>
            <a:r>
              <a:rPr lang="en-US" altLang="en-US" dirty="0"/>
              <a:t>, with </a:t>
            </a:r>
            <a:r>
              <a:rPr lang="en-US" altLang="en-US" u="sng" dirty="0"/>
              <a:t>charity for all</a:t>
            </a:r>
            <a:r>
              <a:rPr lang="en-US" altLang="en-US" dirty="0"/>
              <a:t>."</a:t>
            </a:r>
            <a:br>
              <a:rPr lang="en-US" altLang="en-US" dirty="0"/>
            </a:br>
            <a:r>
              <a:rPr lang="en-US" altLang="en-US" dirty="0"/>
              <a:t>        </a:t>
            </a:r>
            <a:r>
              <a:rPr lang="en-US" altLang="en-US" b="1" dirty="0"/>
              <a:t>President Abraham Lincoln</a:t>
            </a:r>
            <a:r>
              <a:rPr lang="en-US" altLang="en-US" dirty="0"/>
              <a:t>, Second Inaugural</a:t>
            </a:r>
            <a:br>
              <a:rPr lang="en-US" altLang="en-US" dirty="0"/>
            </a:br>
            <a:endParaRPr lang="en-US" altLang="en-US" dirty="0"/>
          </a:p>
        </p:txBody>
      </p:sp>
    </p:spTree>
    <p:extLst>
      <p:ext uri="{BB962C8B-B14F-4D97-AF65-F5344CB8AC3E}">
        <p14:creationId xmlns:p14="http://schemas.microsoft.com/office/powerpoint/2010/main" val="1445533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US" altLang="en-US">
                <a:solidFill>
                  <a:srgbClr val="7B9899"/>
                </a:solidFill>
              </a:rPr>
              <a:t>Common Rhetorical Devices</a:t>
            </a:r>
          </a:p>
        </p:txBody>
      </p:sp>
      <p:sp>
        <p:nvSpPr>
          <p:cNvPr id="20483" name="Content Placeholder 2"/>
          <p:cNvSpPr>
            <a:spLocks noGrp="1"/>
          </p:cNvSpPr>
          <p:nvPr>
            <p:ph sz="quarter" idx="1"/>
          </p:nvPr>
        </p:nvSpPr>
        <p:spPr>
          <a:xfrm>
            <a:off x="1825625" y="1527175"/>
            <a:ext cx="8504238" cy="4572000"/>
          </a:xfrm>
        </p:spPr>
        <p:txBody>
          <a:bodyPr/>
          <a:lstStyle/>
          <a:p>
            <a:pPr eaLnBrk="1" hangingPunct="1"/>
            <a:r>
              <a:rPr lang="en-US" altLang="en-US" b="1" dirty="0">
                <a:hlinkClick r:id="rId2" action="ppaction://hlinkfile"/>
              </a:rPr>
              <a:t>Asyndeton</a:t>
            </a:r>
            <a:r>
              <a:rPr lang="en-US" altLang="en-US" b="1" dirty="0"/>
              <a:t>:</a:t>
            </a:r>
            <a:r>
              <a:rPr lang="en-US" altLang="en-US" dirty="0"/>
              <a:t> lack of conjunctions between coordinate phrases, clauses, or words. </a:t>
            </a:r>
            <a:br>
              <a:rPr lang="en-US" altLang="en-US" dirty="0"/>
            </a:br>
            <a:endParaRPr lang="en-US" altLang="en-US" dirty="0"/>
          </a:p>
          <a:p>
            <a:pPr lvl="1" eaLnBrk="1" hangingPunct="1">
              <a:buFont typeface="Wingdings" charset="2"/>
              <a:buNone/>
            </a:pPr>
            <a:r>
              <a:rPr lang="en-US" altLang="en-US" dirty="0"/>
              <a:t>"We shall pay any price, bear any burden, meet any hardships, support any friend, oppose any foe to assure the survival and the success of liberty."</a:t>
            </a:r>
            <a:br>
              <a:rPr lang="en-US" altLang="en-US" dirty="0"/>
            </a:br>
            <a:r>
              <a:rPr lang="en-US" altLang="en-US" b="1" dirty="0"/>
              <a:t>     	J. F. Kennedy</a:t>
            </a:r>
            <a:r>
              <a:rPr lang="en-US" altLang="en-US" dirty="0"/>
              <a:t>, Inaugural   </a:t>
            </a:r>
          </a:p>
          <a:p>
            <a:pPr lvl="1" eaLnBrk="1" hangingPunct="1">
              <a:buFont typeface="Wingdings" charset="2"/>
              <a:buNone/>
            </a:pPr>
            <a:endParaRPr lang="en-US" altLang="en-US" dirty="0"/>
          </a:p>
          <a:p>
            <a:pPr lvl="1" eaLnBrk="1" hangingPunct="1">
              <a:buFont typeface="Wingdings" charset="2"/>
              <a:buNone/>
            </a:pPr>
            <a:r>
              <a:rPr lang="en-US" altLang="en-US" dirty="0"/>
              <a:t>"But, in a larger sense, we cannot dedicate, we cannot consecrate, we cannot hallow this ground." </a:t>
            </a:r>
          </a:p>
          <a:p>
            <a:pPr lvl="1" eaLnBrk="1" hangingPunct="1">
              <a:buFont typeface="Wingdings" charset="2"/>
              <a:buNone/>
            </a:pPr>
            <a:r>
              <a:rPr lang="en-US" altLang="en-US" b="1" dirty="0"/>
              <a:t>   </a:t>
            </a:r>
            <a:r>
              <a:rPr lang="en-US" altLang="en-US" dirty="0"/>
              <a:t>         </a:t>
            </a:r>
            <a:r>
              <a:rPr lang="en-US" altLang="en-US" b="1" dirty="0"/>
              <a:t>President Abraham Lincoln</a:t>
            </a:r>
            <a:r>
              <a:rPr lang="en-US" altLang="en-US" dirty="0"/>
              <a:t>, Gettysburg Address </a:t>
            </a:r>
          </a:p>
        </p:txBody>
      </p:sp>
    </p:spTree>
    <p:extLst>
      <p:ext uri="{BB962C8B-B14F-4D97-AF65-F5344CB8AC3E}">
        <p14:creationId xmlns:p14="http://schemas.microsoft.com/office/powerpoint/2010/main" val="600346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48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48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pPr eaLnBrk="1" hangingPunct="1"/>
            <a:r>
              <a:rPr lang="en-US" altLang="en-US">
                <a:solidFill>
                  <a:srgbClr val="7B9899"/>
                </a:solidFill>
              </a:rPr>
              <a:t>Common Rhetorical Devices</a:t>
            </a:r>
          </a:p>
        </p:txBody>
      </p:sp>
      <p:sp>
        <p:nvSpPr>
          <p:cNvPr id="21507" name="Content Placeholder 2"/>
          <p:cNvSpPr>
            <a:spLocks noGrp="1"/>
          </p:cNvSpPr>
          <p:nvPr>
            <p:ph sz="quarter" idx="1"/>
          </p:nvPr>
        </p:nvSpPr>
        <p:spPr>
          <a:xfrm>
            <a:off x="1825625" y="1527175"/>
            <a:ext cx="8504238" cy="4572000"/>
          </a:xfrm>
        </p:spPr>
        <p:txBody>
          <a:bodyPr/>
          <a:lstStyle/>
          <a:p>
            <a:pPr eaLnBrk="1" hangingPunct="1"/>
            <a:r>
              <a:rPr lang="en-US" altLang="en-US" b="1" dirty="0"/>
              <a:t>Parallelism</a:t>
            </a:r>
            <a:r>
              <a:rPr lang="en-US" altLang="en-US" dirty="0"/>
              <a:t> is repeated grammatical forms. Several parts of a sentence or several sentences are expressed similarly to show that the ideas in the parts or sentences are equal in importance. </a:t>
            </a:r>
          </a:p>
          <a:p>
            <a:pPr eaLnBrk="1" hangingPunct="1"/>
            <a:endParaRPr lang="en-US" altLang="en-US" dirty="0"/>
          </a:p>
          <a:p>
            <a:pPr eaLnBrk="1" hangingPunct="1"/>
            <a:r>
              <a:rPr lang="en-US" altLang="en-US" dirty="0"/>
              <a:t>For example, parallelism can repeat the </a:t>
            </a:r>
            <a:r>
              <a:rPr lang="en-US" altLang="en-US" dirty="0" err="1"/>
              <a:t>verb+ing</a:t>
            </a:r>
            <a:r>
              <a:rPr lang="en-US" altLang="en-US" dirty="0"/>
              <a:t>, or </a:t>
            </a:r>
            <a:r>
              <a:rPr lang="en-US" altLang="en-US" dirty="0" err="1"/>
              <a:t>verb+ed</a:t>
            </a:r>
            <a:r>
              <a:rPr lang="en-US" altLang="en-US" dirty="0"/>
              <a:t> form, or have several adverbs using –</a:t>
            </a:r>
            <a:r>
              <a:rPr lang="en-US" altLang="en-US" dirty="0" err="1"/>
              <a:t>ly</a:t>
            </a:r>
            <a:r>
              <a:rPr lang="en-US" altLang="en-US" dirty="0"/>
              <a:t>.</a:t>
            </a:r>
          </a:p>
          <a:p>
            <a:pPr eaLnBrk="1" hangingPunct="1"/>
            <a:endParaRPr lang="en-US" altLang="en-US" dirty="0"/>
          </a:p>
        </p:txBody>
      </p:sp>
    </p:spTree>
    <p:extLst>
      <p:ext uri="{BB962C8B-B14F-4D97-AF65-F5344CB8AC3E}">
        <p14:creationId xmlns:p14="http://schemas.microsoft.com/office/powerpoint/2010/main" val="1152762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altLang="en-US">
                <a:solidFill>
                  <a:srgbClr val="7B9899"/>
                </a:solidFill>
              </a:rPr>
              <a:t>(PARALLELISM)</a:t>
            </a:r>
          </a:p>
        </p:txBody>
      </p:sp>
      <p:sp>
        <p:nvSpPr>
          <p:cNvPr id="22531" name="Content Placeholder 2"/>
          <p:cNvSpPr>
            <a:spLocks noGrp="1"/>
          </p:cNvSpPr>
          <p:nvPr>
            <p:ph sz="quarter" idx="1"/>
          </p:nvPr>
        </p:nvSpPr>
        <p:spPr>
          <a:xfrm>
            <a:off x="1825625" y="1527175"/>
            <a:ext cx="8504238" cy="4572000"/>
          </a:xfrm>
        </p:spPr>
        <p:txBody>
          <a:bodyPr/>
          <a:lstStyle/>
          <a:p>
            <a:pPr eaLnBrk="1" hangingPunct="1"/>
            <a:r>
              <a:rPr lang="en-US" altLang="en-US" b="1" dirty="0"/>
              <a:t>“…we shall </a:t>
            </a:r>
            <a:r>
              <a:rPr lang="en-US" altLang="en-US" b="1" dirty="0">
                <a:solidFill>
                  <a:srgbClr val="C00000"/>
                </a:solidFill>
              </a:rPr>
              <a:t>pay</a:t>
            </a:r>
            <a:r>
              <a:rPr lang="en-US" altLang="en-US" b="1" dirty="0"/>
              <a:t> </a:t>
            </a:r>
            <a:r>
              <a:rPr lang="en-US" altLang="en-US" b="1" dirty="0">
                <a:solidFill>
                  <a:srgbClr val="C00000"/>
                </a:solidFill>
              </a:rPr>
              <a:t>any</a:t>
            </a:r>
            <a:r>
              <a:rPr lang="en-US" altLang="en-US" b="1" dirty="0"/>
              <a:t> price, </a:t>
            </a:r>
            <a:r>
              <a:rPr lang="en-US" altLang="en-US" b="1" dirty="0">
                <a:solidFill>
                  <a:srgbClr val="C00000"/>
                </a:solidFill>
              </a:rPr>
              <a:t>bear any </a:t>
            </a:r>
            <a:r>
              <a:rPr lang="en-US" altLang="en-US" b="1" dirty="0"/>
              <a:t>burden, </a:t>
            </a:r>
            <a:r>
              <a:rPr lang="en-US" altLang="en-US" b="1" dirty="0">
                <a:solidFill>
                  <a:srgbClr val="C00000"/>
                </a:solidFill>
              </a:rPr>
              <a:t>meet any </a:t>
            </a:r>
            <a:r>
              <a:rPr lang="en-US" altLang="en-US" b="1" dirty="0"/>
              <a:t>hardship, </a:t>
            </a:r>
            <a:r>
              <a:rPr lang="en-US" altLang="en-US" b="1" dirty="0">
                <a:solidFill>
                  <a:srgbClr val="C00000"/>
                </a:solidFill>
              </a:rPr>
              <a:t>support any </a:t>
            </a:r>
            <a:r>
              <a:rPr lang="en-US" altLang="en-US" b="1" dirty="0"/>
              <a:t>friend, </a:t>
            </a:r>
            <a:r>
              <a:rPr lang="en-US" altLang="en-US" b="1" dirty="0">
                <a:solidFill>
                  <a:srgbClr val="C00000"/>
                </a:solidFill>
              </a:rPr>
              <a:t>oppose any </a:t>
            </a:r>
            <a:r>
              <a:rPr lang="en-US" altLang="en-US" b="1" dirty="0"/>
              <a:t>foe…”</a:t>
            </a:r>
          </a:p>
          <a:p>
            <a:pPr lvl="1" eaLnBrk="1" hangingPunct="1">
              <a:buFont typeface="Wingdings" charset="2"/>
              <a:buNone/>
            </a:pPr>
            <a:r>
              <a:rPr lang="en-US" altLang="en-US" b="1" dirty="0"/>
              <a:t>			inaugural address, John F. Kennedy</a:t>
            </a:r>
            <a:endParaRPr lang="en-US" altLang="en-US" dirty="0"/>
          </a:p>
        </p:txBody>
      </p:sp>
    </p:spTree>
    <p:extLst>
      <p:ext uri="{BB962C8B-B14F-4D97-AF65-F5344CB8AC3E}">
        <p14:creationId xmlns:p14="http://schemas.microsoft.com/office/powerpoint/2010/main" val="2036736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hangingPunct="1"/>
            <a:r>
              <a:rPr lang="en-US" altLang="en-US">
                <a:solidFill>
                  <a:srgbClr val="7B9899"/>
                </a:solidFill>
              </a:rPr>
              <a:t>Rhetorical Questions</a:t>
            </a:r>
          </a:p>
        </p:txBody>
      </p:sp>
      <p:sp>
        <p:nvSpPr>
          <p:cNvPr id="23555" name="Content Placeholder 2"/>
          <p:cNvSpPr>
            <a:spLocks noGrp="1"/>
          </p:cNvSpPr>
          <p:nvPr>
            <p:ph sz="quarter" idx="1"/>
          </p:nvPr>
        </p:nvSpPr>
        <p:spPr>
          <a:xfrm>
            <a:off x="1825625" y="1527175"/>
            <a:ext cx="8504238" cy="4572000"/>
          </a:xfrm>
        </p:spPr>
        <p:txBody>
          <a:bodyPr/>
          <a:lstStyle/>
          <a:p>
            <a:pPr eaLnBrk="1" hangingPunct="1"/>
            <a:r>
              <a:rPr lang="en-US" altLang="en-US" dirty="0"/>
              <a:t>A </a:t>
            </a:r>
            <a:r>
              <a:rPr lang="en-US" altLang="en-US" b="1" dirty="0">
                <a:hlinkClick r:id="rId2" action="ppaction://hlinkfile" tooltip="Rhetoric"/>
              </a:rPr>
              <a:t>rhetorical</a:t>
            </a:r>
            <a:r>
              <a:rPr lang="en-US" altLang="en-US" b="1" dirty="0"/>
              <a:t> question</a:t>
            </a:r>
            <a:r>
              <a:rPr lang="en-US" altLang="en-US" dirty="0"/>
              <a:t> is a </a:t>
            </a:r>
            <a:r>
              <a:rPr lang="en-US" altLang="en-US" dirty="0">
                <a:hlinkClick r:id="rId3" action="ppaction://hlinkfile" tooltip="Figure of speech"/>
              </a:rPr>
              <a:t>figure of speech</a:t>
            </a:r>
            <a:r>
              <a:rPr lang="en-US" altLang="en-US" dirty="0"/>
              <a:t> in the form of a </a:t>
            </a:r>
            <a:r>
              <a:rPr lang="en-US" altLang="en-US" dirty="0">
                <a:hlinkClick r:id="rId4" action="ppaction://hlinkfile" tooltip="Question"/>
              </a:rPr>
              <a:t>question</a:t>
            </a:r>
            <a:r>
              <a:rPr lang="en-US" altLang="en-US" dirty="0"/>
              <a:t> posed for its persuasive effect without the expectation of a reply (e.g.: "Why me?")</a:t>
            </a:r>
            <a:endParaRPr lang="en-US" altLang="en-US" baseline="30000" dirty="0"/>
          </a:p>
          <a:p>
            <a:pPr lvl="1" eaLnBrk="1" hangingPunct="1"/>
            <a:r>
              <a:rPr lang="en-US" altLang="en-US" dirty="0"/>
              <a:t>Rhetorical questions encourage the listener to think about what the (often obvious) answer to the question must be. When a speaker states, </a:t>
            </a:r>
            <a:r>
              <a:rPr lang="en-US" altLang="en-US" i="1" dirty="0"/>
              <a:t>"How much longer must our people endure this injustice?"</a:t>
            </a:r>
            <a:r>
              <a:rPr lang="en-US" altLang="en-US" dirty="0"/>
              <a:t>, no formal answer is expected. Rather, it is a device used by the speaker to assert or deny something.</a:t>
            </a:r>
          </a:p>
          <a:p>
            <a:pPr eaLnBrk="1" hangingPunct="1"/>
            <a:endParaRPr lang="en-US" altLang="en-US" dirty="0"/>
          </a:p>
        </p:txBody>
      </p:sp>
    </p:spTree>
    <p:extLst>
      <p:ext uri="{BB962C8B-B14F-4D97-AF65-F5344CB8AC3E}">
        <p14:creationId xmlns:p14="http://schemas.microsoft.com/office/powerpoint/2010/main" val="535744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5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pPr eaLnBrk="1" hangingPunct="1"/>
            <a:r>
              <a:rPr lang="en-US" altLang="en-US">
                <a:solidFill>
                  <a:srgbClr val="7B9899"/>
                </a:solidFill>
              </a:rPr>
              <a:t>Famous Rhetorical Questions</a:t>
            </a:r>
          </a:p>
        </p:txBody>
      </p:sp>
      <p:sp>
        <p:nvSpPr>
          <p:cNvPr id="3" name="Content Placeholder 2">
            <a:extLst>
              <a:ext uri="{FF2B5EF4-FFF2-40B4-BE49-F238E27FC236}">
                <a16:creationId xmlns:a16="http://schemas.microsoft.com/office/drawing/2014/main" id="{5238746A-2772-4547-964E-4308FE85884E}"/>
              </a:ext>
            </a:extLst>
          </p:cNvPr>
          <p:cNvSpPr>
            <a:spLocks noGrp="1"/>
          </p:cNvSpPr>
          <p:nvPr>
            <p:ph sz="quarter" idx="1"/>
          </p:nvPr>
        </p:nvSpPr>
        <p:spPr>
          <a:xfrm>
            <a:off x="1825625" y="1527175"/>
            <a:ext cx="8504238" cy="4572000"/>
          </a:xfrm>
        </p:spPr>
        <p:txBody>
          <a:bodyPr>
            <a:normAutofit lnSpcReduction="10000"/>
          </a:bodyPr>
          <a:lstStyle/>
          <a:p>
            <a:pPr marL="274320" indent="-274320" eaLnBrk="1" fontAlgn="auto" hangingPunct="1">
              <a:spcAft>
                <a:spcPts val="0"/>
              </a:spcAft>
              <a:buFont typeface="Wingdings 2"/>
              <a:buChar char=""/>
              <a:defRPr/>
            </a:pPr>
            <a:r>
              <a:rPr lang="en-US" dirty="0"/>
              <a:t>In William Shakespeare’s </a:t>
            </a:r>
            <a:r>
              <a:rPr lang="en-US" i="1" dirty="0"/>
              <a:t>The Merchant of Venice</a:t>
            </a:r>
            <a:r>
              <a:rPr lang="en-US" dirty="0"/>
              <a:t>, the character Shylock uses rhetorical questions to point out that Jewish people are like non-Jews and therefore should not be treated with discrimination:</a:t>
            </a:r>
          </a:p>
          <a:p>
            <a:pPr marL="274320" indent="-274320" eaLnBrk="1" fontAlgn="auto" hangingPunct="1">
              <a:spcAft>
                <a:spcPts val="0"/>
              </a:spcAft>
              <a:buNone/>
              <a:defRPr/>
            </a:pPr>
            <a:r>
              <a:rPr lang="en-US" dirty="0"/>
              <a:t>		</a:t>
            </a:r>
          </a:p>
          <a:p>
            <a:pPr marL="548640" lvl="1" indent="-274320" eaLnBrk="1" fontAlgn="auto" hangingPunct="1">
              <a:spcAft>
                <a:spcPts val="0"/>
              </a:spcAft>
              <a:buNone/>
              <a:defRPr/>
            </a:pPr>
            <a:r>
              <a:rPr lang="en-US" dirty="0"/>
              <a:t>Hath not</a:t>
            </a:r>
            <a:br>
              <a:rPr lang="en-US" dirty="0"/>
            </a:br>
            <a:r>
              <a:rPr lang="en-US" dirty="0"/>
              <a:t>a Jew eyes? hath not a Jew hands, organs,</a:t>
            </a:r>
            <a:br>
              <a:rPr lang="en-US" dirty="0"/>
            </a:br>
            <a:r>
              <a:rPr lang="en-US" dirty="0"/>
              <a:t>dimensions, senses, affections, passions? . . .</a:t>
            </a:r>
            <a:br>
              <a:rPr lang="en-US" dirty="0"/>
            </a:br>
            <a:r>
              <a:rPr lang="en-US" dirty="0"/>
              <a:t>If you prick us, do we not bleed? if you tickle us, do we not laugh? if you poison us, do we not die? And if you wrong us, shall we not revenge?</a:t>
            </a:r>
          </a:p>
          <a:p>
            <a:pPr lvl="4" eaLnBrk="1" fontAlgn="auto" hangingPunct="1">
              <a:spcAft>
                <a:spcPts val="0"/>
              </a:spcAft>
              <a:buClr>
                <a:schemeClr val="accent5"/>
              </a:buClr>
              <a:buNone/>
              <a:defRPr/>
            </a:pPr>
            <a:r>
              <a:rPr lang="en-US" dirty="0">
                <a:solidFill>
                  <a:srgbClr val="0070C0"/>
                </a:solidFill>
              </a:rPr>
              <a:t>Act III, scene </a:t>
            </a:r>
            <a:r>
              <a:rPr lang="en-US" dirty="0" err="1">
                <a:solidFill>
                  <a:srgbClr val="0070C0"/>
                </a:solidFill>
              </a:rPr>
              <a:t>i</a:t>
            </a:r>
            <a:r>
              <a:rPr lang="en-US" dirty="0">
                <a:solidFill>
                  <a:srgbClr val="0070C0"/>
                </a:solidFill>
              </a:rPr>
              <a:t> : lines 55 – 63</a:t>
            </a:r>
          </a:p>
          <a:p>
            <a:pPr marL="274320" indent="-274320" eaLnBrk="1" fontAlgn="auto" hangingPunct="1">
              <a:spcAft>
                <a:spcPts val="0"/>
              </a:spcAft>
              <a:buNone/>
              <a:defRPr/>
            </a:pPr>
            <a:endParaRPr lang="en-US" dirty="0"/>
          </a:p>
          <a:p>
            <a:pPr marL="548640" lvl="1" indent="-274320" eaLnBrk="1" fontAlgn="auto" hangingPunct="1">
              <a:spcAft>
                <a:spcPts val="0"/>
              </a:spcAft>
              <a:buNone/>
              <a:defRPr/>
            </a:pPr>
            <a:endParaRPr lang="en-US" dirty="0"/>
          </a:p>
        </p:txBody>
      </p:sp>
    </p:spTree>
    <p:extLst>
      <p:ext uri="{BB962C8B-B14F-4D97-AF65-F5344CB8AC3E}">
        <p14:creationId xmlns:p14="http://schemas.microsoft.com/office/powerpoint/2010/main" val="201345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hangingPunct="1"/>
            <a:r>
              <a:rPr lang="en-US" altLang="en-US">
                <a:solidFill>
                  <a:srgbClr val="7B9899"/>
                </a:solidFill>
              </a:rPr>
              <a:t>Irony</a:t>
            </a:r>
          </a:p>
        </p:txBody>
      </p:sp>
      <p:sp>
        <p:nvSpPr>
          <p:cNvPr id="26627" name="Content Placeholder 2"/>
          <p:cNvSpPr>
            <a:spLocks noGrp="1"/>
          </p:cNvSpPr>
          <p:nvPr>
            <p:ph sz="quarter" idx="1"/>
          </p:nvPr>
        </p:nvSpPr>
        <p:spPr>
          <a:xfrm>
            <a:off x="1825625" y="1527175"/>
            <a:ext cx="8504238" cy="4572000"/>
          </a:xfrm>
        </p:spPr>
        <p:txBody>
          <a:bodyPr/>
          <a:lstStyle/>
          <a:p>
            <a:pPr eaLnBrk="1" hangingPunct="1"/>
            <a:r>
              <a:rPr lang="en-US" altLang="en-US" b="1" dirty="0">
                <a:hlinkClick r:id="rId2" action="ppaction://hlinkfile"/>
              </a:rPr>
              <a:t>Irony</a:t>
            </a:r>
            <a:r>
              <a:rPr lang="en-US" altLang="en-US" b="1" dirty="0"/>
              <a:t>:</a:t>
            </a:r>
            <a:r>
              <a:rPr lang="en-US" altLang="en-US" dirty="0"/>
              <a:t> expression of something which is contrary to the intended meaning; the words say one thing but mean another.  </a:t>
            </a:r>
          </a:p>
          <a:p>
            <a:pPr lvl="1" eaLnBrk="1" hangingPunct="1">
              <a:buFont typeface="Wingdings" charset="2"/>
              <a:buNone/>
            </a:pPr>
            <a:r>
              <a:rPr lang="en-US" altLang="en-US" dirty="0"/>
              <a:t> </a:t>
            </a:r>
            <a:r>
              <a:rPr lang="en-US" altLang="en-US" b="1" dirty="0"/>
              <a:t>*</a:t>
            </a:r>
            <a:r>
              <a:rPr lang="en-US" altLang="en-US" dirty="0"/>
              <a:t>Yet Brutus says he was ambitious;</a:t>
            </a:r>
            <a:br>
              <a:rPr lang="en-US" altLang="en-US" dirty="0"/>
            </a:br>
            <a:r>
              <a:rPr lang="en-US" altLang="en-US" dirty="0"/>
              <a:t>And Brutus is an </a:t>
            </a:r>
            <a:r>
              <a:rPr lang="en-US" altLang="en-US" dirty="0" err="1"/>
              <a:t>honourable</a:t>
            </a:r>
            <a:r>
              <a:rPr lang="en-US" altLang="en-US" dirty="0"/>
              <a:t> man. </a:t>
            </a:r>
            <a:br>
              <a:rPr lang="en-US" altLang="en-US" dirty="0"/>
            </a:br>
            <a:r>
              <a:rPr lang="en-US" altLang="en-US" dirty="0"/>
              <a:t>       </a:t>
            </a:r>
            <a:r>
              <a:rPr lang="en-US" altLang="en-US" b="1" dirty="0"/>
              <a:t> Shakespeare's </a:t>
            </a:r>
            <a:r>
              <a:rPr lang="en-US" altLang="en-US" dirty="0"/>
              <a:t>Mark Antony in "Julius Caesar"  </a:t>
            </a:r>
          </a:p>
          <a:p>
            <a:pPr lvl="1" eaLnBrk="1" hangingPunct="1">
              <a:buFont typeface="Wingdings" charset="2"/>
              <a:buNone/>
            </a:pPr>
            <a:endParaRPr lang="en-US" altLang="en-US" dirty="0"/>
          </a:p>
        </p:txBody>
      </p:sp>
    </p:spTree>
    <p:extLst>
      <p:ext uri="{BB962C8B-B14F-4D97-AF65-F5344CB8AC3E}">
        <p14:creationId xmlns:p14="http://schemas.microsoft.com/office/powerpoint/2010/main" val="10482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2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477A-2704-4568-81BD-1130D66779C6}"/>
              </a:ext>
            </a:extLst>
          </p:cNvPr>
          <p:cNvSpPr>
            <a:spLocks noGrp="1"/>
          </p:cNvSpPr>
          <p:nvPr>
            <p:ph type="title"/>
          </p:nvPr>
        </p:nvSpPr>
        <p:spPr/>
        <p:txBody>
          <a:bodyPr/>
          <a:lstStyle/>
          <a:p>
            <a:pPr eaLnBrk="1" hangingPunct="1">
              <a:defRPr/>
            </a:pPr>
            <a:r>
              <a:rPr lang="en-US" dirty="0"/>
              <a:t>Argument by Analogy</a:t>
            </a:r>
          </a:p>
        </p:txBody>
      </p:sp>
      <p:sp>
        <p:nvSpPr>
          <p:cNvPr id="27651" name="Content Placeholder 2"/>
          <p:cNvSpPr>
            <a:spLocks noGrp="1"/>
          </p:cNvSpPr>
          <p:nvPr>
            <p:ph sz="quarter" idx="1"/>
          </p:nvPr>
        </p:nvSpPr>
        <p:spPr>
          <a:xfrm>
            <a:off x="1825625" y="1527175"/>
            <a:ext cx="8504238" cy="4572000"/>
          </a:xfrm>
        </p:spPr>
        <p:txBody>
          <a:bodyPr/>
          <a:lstStyle/>
          <a:p>
            <a:pPr eaLnBrk="1" hangingPunct="1"/>
            <a:r>
              <a:rPr lang="en-US" altLang="en-US" dirty="0"/>
              <a:t>Shows a parallel between two basically dissimilar events or situations.</a:t>
            </a:r>
          </a:p>
          <a:p>
            <a:pPr eaLnBrk="1" hangingPunct="1"/>
            <a:endParaRPr lang="en-US" altLang="en-US" dirty="0"/>
          </a:p>
          <a:p>
            <a:pPr eaLnBrk="1" hangingPunct="1"/>
            <a:r>
              <a:rPr lang="en-US" altLang="en-US" dirty="0"/>
              <a:t>In an argument by analogy it is claimed that if two things have certain characteristics (A) in common, then they are also probably have one or more additional traits (B) in common.  When done well the argument can lead to an increase in knowledge. </a:t>
            </a:r>
          </a:p>
        </p:txBody>
      </p:sp>
    </p:spTree>
    <p:extLst>
      <p:ext uri="{BB962C8B-B14F-4D97-AF65-F5344CB8AC3E}">
        <p14:creationId xmlns:p14="http://schemas.microsoft.com/office/powerpoint/2010/main" val="863638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65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F9F17-442D-4E92-8FDA-1EF6BF5F9D2F}"/>
              </a:ext>
            </a:extLst>
          </p:cNvPr>
          <p:cNvSpPr>
            <a:spLocks noGrp="1"/>
          </p:cNvSpPr>
          <p:nvPr>
            <p:ph type="title"/>
          </p:nvPr>
        </p:nvSpPr>
        <p:spPr/>
        <p:txBody>
          <a:bodyPr/>
          <a:lstStyle/>
          <a:p>
            <a:pPr eaLnBrk="1" hangingPunct="1">
              <a:defRPr/>
            </a:pPr>
            <a:r>
              <a:rPr lang="en-US" dirty="0"/>
              <a:t>Examples of Arguments by Analogy</a:t>
            </a:r>
          </a:p>
        </p:txBody>
      </p:sp>
      <p:sp>
        <p:nvSpPr>
          <p:cNvPr id="28675" name="Content Placeholder 2"/>
          <p:cNvSpPr>
            <a:spLocks noGrp="1"/>
          </p:cNvSpPr>
          <p:nvPr>
            <p:ph sz="quarter" idx="1"/>
          </p:nvPr>
        </p:nvSpPr>
        <p:spPr>
          <a:xfrm>
            <a:off x="1825625" y="1527175"/>
            <a:ext cx="8504238" cy="4572000"/>
          </a:xfrm>
        </p:spPr>
        <p:txBody>
          <a:bodyPr/>
          <a:lstStyle/>
          <a:p>
            <a:pPr eaLnBrk="1" hangingPunct="1"/>
            <a:r>
              <a:rPr lang="en-US" altLang="en-US" dirty="0"/>
              <a:t>St Paul compares the Christian Church, in the Twelfth Chapter of his Epistle to the Romans to a living organism</a:t>
            </a:r>
          </a:p>
          <a:p>
            <a:pPr lvl="1" eaLnBrk="1" hangingPunct="1"/>
            <a:r>
              <a:rPr lang="en-US" altLang="en-US" dirty="0"/>
              <a:t>"For as we have many members (</a:t>
            </a:r>
            <a:r>
              <a:rPr lang="en-US" altLang="en-US" i="1" dirty="0"/>
              <a:t>i.e.</a:t>
            </a:r>
            <a:r>
              <a:rPr lang="en-US" altLang="en-US" dirty="0"/>
              <a:t>, limbs, organs, etc.) in one body, and all members have not the same office (</a:t>
            </a:r>
            <a:r>
              <a:rPr lang="en-US" altLang="en-US" i="1" dirty="0"/>
              <a:t>i.e.</a:t>
            </a:r>
            <a:r>
              <a:rPr lang="en-US" altLang="en-US" dirty="0"/>
              <a:t>, duty), so we, being many, are one body in Christ, and every one members one of another." </a:t>
            </a:r>
          </a:p>
          <a:p>
            <a:pPr lvl="1" eaLnBrk="1" hangingPunct="1"/>
            <a:endParaRPr lang="en-US" altLang="en-US" dirty="0"/>
          </a:p>
          <a:p>
            <a:pPr eaLnBrk="1" hangingPunct="1">
              <a:buFont typeface="Wingdings 2" charset="2"/>
              <a:buNone/>
            </a:pPr>
            <a:endParaRPr lang="en-US" altLang="en-US" dirty="0"/>
          </a:p>
        </p:txBody>
      </p:sp>
    </p:spTree>
    <p:extLst>
      <p:ext uri="{BB962C8B-B14F-4D97-AF65-F5344CB8AC3E}">
        <p14:creationId xmlns:p14="http://schemas.microsoft.com/office/powerpoint/2010/main" val="327744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theme/_rels/them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Osaka"/>
        <a:cs typeface="Osaka"/>
      </a:majorFont>
      <a:minorFont>
        <a:latin typeface="Arial"/>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2387</TotalTime>
  <Words>3109</Words>
  <Application>Microsoft Macintosh PowerPoint</Application>
  <PresentationFormat>Widescreen</PresentationFormat>
  <Paragraphs>267</Paragraphs>
  <Slides>53</Slides>
  <Notes>0</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53</vt:i4>
      </vt:variant>
    </vt:vector>
  </HeadingPairs>
  <TitlesOfParts>
    <vt:vector size="67" baseType="lpstr">
      <vt:lpstr>MS Mincho</vt:lpstr>
      <vt:lpstr>Arial</vt:lpstr>
      <vt:lpstr>Arial Rounded MT Bold</vt:lpstr>
      <vt:lpstr>Calibri</vt:lpstr>
      <vt:lpstr>Calibri Light</vt:lpstr>
      <vt:lpstr>Comic Sans MS</vt:lpstr>
      <vt:lpstr>Georgia</vt:lpstr>
      <vt:lpstr>Wingdings</vt:lpstr>
      <vt:lpstr>Wingdings 2</vt:lpstr>
      <vt:lpstr>1_Office Theme</vt:lpstr>
      <vt:lpstr>8_Office Theme</vt:lpstr>
      <vt:lpstr>3_Blank Presentation</vt:lpstr>
      <vt:lpstr>Default Design</vt:lpstr>
      <vt:lpstr>Civic</vt:lpstr>
      <vt:lpstr>IB English Language and Literature 6 ELL SL 4 2019 - 2020</vt:lpstr>
      <vt:lpstr>ASSESSMENT TERM 1</vt:lpstr>
      <vt:lpstr>Homework</vt:lpstr>
      <vt:lpstr>Lesson 1: Bert the Turtle/ Vocab for Speeches</vt:lpstr>
      <vt:lpstr>Duck and Cover/ The Daisy Ad</vt:lpstr>
      <vt:lpstr>Mao Tse Tung 1893-1976</vt:lpstr>
      <vt:lpstr>PowerPoint Presentation</vt:lpstr>
      <vt:lpstr>PowerPoint Presentation</vt:lpstr>
      <vt:lpstr>PowerPoint Presentation</vt:lpstr>
      <vt:lpstr>Quotations from Chairman Mao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Vocabulary of Speeches divide up and define from MB</vt:lpstr>
      <vt:lpstr>Homework</vt:lpstr>
      <vt:lpstr>IB English Language and Literature 6 ELL SL 4 2019 - 2020</vt:lpstr>
      <vt:lpstr>ASSESSMENT TERM 1</vt:lpstr>
      <vt:lpstr>Homework</vt:lpstr>
      <vt:lpstr>Lesson 2: Speeches - Listening and Analysis</vt:lpstr>
      <vt:lpstr>Vocabulary of Speeches divide up and define from MB</vt:lpstr>
      <vt:lpstr>Analysing Prepared Speech</vt:lpstr>
      <vt:lpstr>Step 1 – G.A.P </vt:lpstr>
      <vt:lpstr>Step 2 – Methods</vt:lpstr>
      <vt:lpstr>Step 3 – Structural Features</vt:lpstr>
      <vt:lpstr>Step 4 – Phonology </vt:lpstr>
      <vt:lpstr>Things to Remember </vt:lpstr>
      <vt:lpstr>Analysing a SPEECH</vt:lpstr>
      <vt:lpstr>Homework</vt:lpstr>
      <vt:lpstr>Rhetorical Analysis of Speeches</vt:lpstr>
      <vt:lpstr>What is Rhetoric? Some Famous Definitions</vt:lpstr>
      <vt:lpstr>What is Rhetoric? Some Famous Definitions</vt:lpstr>
      <vt:lpstr>Common Rhetorical Devices</vt:lpstr>
      <vt:lpstr>Anaphora  repetition of the beginnings of phrases, clauses or sentences)</vt:lpstr>
      <vt:lpstr>ANTISTROPHE –  repetition of the ending of successive clauses or sentences</vt:lpstr>
      <vt:lpstr>Common Rhetorical Devices</vt:lpstr>
      <vt:lpstr>Common Rhetorical Devices</vt:lpstr>
      <vt:lpstr>Common Rhetorical Devices</vt:lpstr>
      <vt:lpstr>(PARALLELISM)</vt:lpstr>
      <vt:lpstr>Rhetorical Questions</vt:lpstr>
      <vt:lpstr>Famous Rhetorical Questions</vt:lpstr>
      <vt:lpstr>Irony</vt:lpstr>
      <vt:lpstr>Argument by Analogy</vt:lpstr>
      <vt:lpstr>Examples of Arguments by Analogy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 English Language and Literature 6 ELL SL 4 2019 - 2020</dc:title>
  <dc:creator>Elisa Simone Zantos - Teacher of English</dc:creator>
  <cp:lastModifiedBy>Jothiligam Dheeraj - Student 2019</cp:lastModifiedBy>
  <cp:revision>31</cp:revision>
  <dcterms:created xsi:type="dcterms:W3CDTF">2020-02-10T03:58:12Z</dcterms:created>
  <dcterms:modified xsi:type="dcterms:W3CDTF">2020-02-20T00:17:32Z</dcterms:modified>
</cp:coreProperties>
</file>