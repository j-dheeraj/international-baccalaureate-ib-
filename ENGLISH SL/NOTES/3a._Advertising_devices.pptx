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4"/>
    <p:restoredTop sz="94686"/>
  </p:normalViewPr>
  <p:slideViewPr>
    <p:cSldViewPr snapToGrid="0" snapToObjects="1">
      <p:cViewPr varScale="1">
        <p:scale>
          <a:sx n="137" d="100"/>
          <a:sy n="137" d="100"/>
        </p:scale>
        <p:origin x="12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4517B07-9D39-7A41-BD6F-EEB41F676C96}" type="datetimeFigureOut">
              <a:rPr lang="en-US" smtClean="0"/>
              <a:t>1/9/18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E5FA84D-755F-1048-8CFD-F6BB4884318B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139465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17B07-9D39-7A41-BD6F-EEB41F676C96}" type="datetimeFigureOut">
              <a:rPr lang="en-US" smtClean="0"/>
              <a:t>1/9/18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A84D-755F-1048-8CFD-F6BB48843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230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517B07-9D39-7A41-BD6F-EEB41F676C96}" type="datetimeFigureOut">
              <a:rPr lang="en-US" smtClean="0"/>
              <a:t>1/9/18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5FA84D-755F-1048-8CFD-F6BB4884318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587738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17B07-9D39-7A41-BD6F-EEB41F676C96}" type="datetimeFigureOut">
              <a:rPr lang="en-US" smtClean="0"/>
              <a:t>1/9/18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A84D-755F-1048-8CFD-F6BB48843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97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17B07-9D39-7A41-BD6F-EEB41F676C96}" type="datetimeFigureOut">
              <a:rPr lang="en-US" smtClean="0"/>
              <a:t>1/9/18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A84D-755F-1048-8CFD-F6BB48843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5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17B07-9D39-7A41-BD6F-EEB41F676C96}" type="datetimeFigureOut">
              <a:rPr lang="en-US" smtClean="0"/>
              <a:t>1/9/18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A84D-755F-1048-8CFD-F6BB48843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29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17B07-9D39-7A41-BD6F-EEB41F676C96}" type="datetimeFigureOut">
              <a:rPr lang="en-US" smtClean="0"/>
              <a:t>1/9/18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A84D-755F-1048-8CFD-F6BB48843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67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517B07-9D39-7A41-BD6F-EEB41F676C96}" type="datetimeFigureOut">
              <a:rPr lang="en-US" smtClean="0"/>
              <a:t>1/9/18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5FA84D-755F-1048-8CFD-F6BB4884318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06922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517B07-9D39-7A41-BD6F-EEB41F676C96}" type="datetimeFigureOut">
              <a:rPr lang="en-US" smtClean="0"/>
              <a:t>1/9/18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5FA84D-755F-1048-8CFD-F6BB4884318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75871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17B07-9D39-7A41-BD6F-EEB41F676C96}" type="datetimeFigureOut">
              <a:rPr lang="en-US" smtClean="0"/>
              <a:t>1/9/18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A84D-755F-1048-8CFD-F6BB48843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57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17B07-9D39-7A41-BD6F-EEB41F676C96}" type="datetimeFigureOut">
              <a:rPr lang="en-US" smtClean="0"/>
              <a:t>1/9/18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A84D-755F-1048-8CFD-F6BB48843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431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24517B07-9D39-7A41-BD6F-EEB41F676C96}" type="datetimeFigureOut">
              <a:rPr lang="en-US" smtClean="0"/>
              <a:t>1/9/18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3E5FA84D-755F-1048-8CFD-F6BB4884318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4770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384048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384048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384048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384048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384048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84048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84048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4048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tif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Advertising </a:t>
            </a:r>
            <a:r>
              <a:rPr lang="en-US" dirty="0" err="1" smtClean="0"/>
              <a:t>Technqiues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Year 6 </a:t>
            </a:r>
          </a:p>
          <a:p>
            <a:r>
              <a:rPr lang="en-US" dirty="0" smtClean="0"/>
              <a:t>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858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Berlitz German Coast Guard commercial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3032448"/>
            <a:ext cx="9601200" cy="2834951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=O7_s8JRiQqU&amp;gl=</a:t>
            </a:r>
            <a:r>
              <a:rPr lang="en-US" dirty="0" err="1"/>
              <a:t>SG&amp;hl</a:t>
            </a:r>
            <a:r>
              <a:rPr lang="en-US" dirty="0"/>
              <a:t>=en-GB</a:t>
            </a:r>
          </a:p>
        </p:txBody>
      </p:sp>
    </p:spTree>
    <p:extLst>
      <p:ext uri="{BB962C8B-B14F-4D97-AF65-F5344CB8AC3E}">
        <p14:creationId xmlns:p14="http://schemas.microsoft.com/office/powerpoint/2010/main" val="1516823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Embrace Life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=h-8PBx7isoM</a:t>
            </a:r>
          </a:p>
        </p:txBody>
      </p:sp>
    </p:spTree>
    <p:extLst>
      <p:ext uri="{BB962C8B-B14F-4D97-AF65-F5344CB8AC3E}">
        <p14:creationId xmlns:p14="http://schemas.microsoft.com/office/powerpoint/2010/main" val="1453436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MTV Global Warming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=AhxZSs8aMNE</a:t>
            </a:r>
          </a:p>
        </p:txBody>
      </p:sp>
    </p:spTree>
    <p:extLst>
      <p:ext uri="{BB962C8B-B14F-4D97-AF65-F5344CB8AC3E}">
        <p14:creationId xmlns:p14="http://schemas.microsoft.com/office/powerpoint/2010/main" val="2088980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Party All Night advert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</a:t>
            </a:r>
            <a:r>
              <a:rPr lang="en-US" dirty="0" err="1"/>
              <a:t>FHDKHKixKdY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887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0"/>
            <a:ext cx="112068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35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3060" y="149290"/>
            <a:ext cx="10954139" cy="662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8703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</a:majorFont>
      <a:minorFont>
        <a:latin typeface="Franklin Gothic Book" panose="020B0503020102020204"/>
        <a:ea typeface=""/>
        <a:cs typeface="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14</TotalTime>
  <Words>31</Words>
  <Application>Microsoft Macintosh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Franklin Gothic Book</vt:lpstr>
      <vt:lpstr>Crop</vt:lpstr>
      <vt:lpstr>Advertising Technqiues</vt:lpstr>
      <vt:lpstr>Berlitz German Coast Guard commercial</vt:lpstr>
      <vt:lpstr>Embrace Life</vt:lpstr>
      <vt:lpstr>MTV Global Warming</vt:lpstr>
      <vt:lpstr>Party All Night advert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Advertising Technqiues</dc:title>
  <dc:creator>Microsoft Office User</dc:creator>
  <cp:lastModifiedBy>Microsoft Office User</cp:lastModifiedBy>
  <cp:revision>2</cp:revision>
  <dcterms:created xsi:type="dcterms:W3CDTF">2018-01-09T05:36:55Z</dcterms:created>
  <dcterms:modified xsi:type="dcterms:W3CDTF">2018-01-09T05:51:52Z</dcterms:modified>
</cp:coreProperties>
</file>