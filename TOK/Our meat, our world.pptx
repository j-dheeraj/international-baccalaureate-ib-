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955D4D15-6DEB-4B95-89B5-3482897C179A}">
  <a:tblStyle styleId="{955D4D15-6DEB-4B95-89B5-3482897C179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29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bmastery.mykajabi.com/blog/how-to-structure-a-theory-of-knowledge-tok-presentation"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gc6f9e470d_0_0:notes"/>
          <p:cNvSpPr/>
          <p:nvPr>
            <p:ph idx="2" type="sldImg"/>
          </p:nvPr>
        </p:nvSpPr>
        <p:spPr>
          <a:xfrm>
            <a:off x="3812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RLS(various stakeholders, opinions)-AOK-Big ideas-Knowledge framework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Analysis on how knowledge is learnt, communicated, verified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gc6f9e470d_0_47:notes"/>
          <p:cNvSpPr/>
          <p:nvPr>
            <p:ph idx="2" type="sldImg"/>
          </p:nvPr>
        </p:nvSpPr>
        <p:spPr>
          <a:xfrm>
            <a:off x="3812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c6f9e470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https://ibmastery.mykajabi.com/blog/how-to-structure-a-theory-of-knowledge-tok-presentation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1" name="Shape 91"/>
        <p:cNvGrpSpPr/>
        <p:nvPr/>
      </p:nvGrpSpPr>
      <p:grpSpPr>
        <a:xfrm>
          <a:off x="0" y="0"/>
          <a:ext cx="0" cy="0"/>
          <a:chOff x="0" y="0"/>
          <a:chExt cx="0" cy="0"/>
        </a:xfrm>
      </p:grpSpPr>
      <p:sp>
        <p:nvSpPr>
          <p:cNvPr id="92" name="Google Shape;92;g6396f6dc18_0_0: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6396f6dc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 of our knowledge tools:</a:t>
            </a:r>
            <a:endParaRPr/>
          </a:p>
          <a:p>
            <a:pPr indent="0" lvl="0" marL="0" rtl="0" algn="l">
              <a:spcBef>
                <a:spcPts val="0"/>
              </a:spcBef>
              <a:spcAft>
                <a:spcPts val="0"/>
              </a:spcAft>
              <a:buNone/>
            </a:pPr>
            <a:r>
              <a:rPr lang="en"/>
              <a:t>Perception(awareness through our five senses)</a:t>
            </a:r>
            <a:endParaRPr/>
          </a:p>
          <a:p>
            <a:pPr indent="457200" lvl="0" marL="0" rtl="0" algn="l">
              <a:spcBef>
                <a:spcPts val="0"/>
              </a:spcBef>
              <a:spcAft>
                <a:spcPts val="0"/>
              </a:spcAft>
              <a:buNone/>
            </a:pPr>
            <a:r>
              <a:rPr lang="en"/>
              <a:t>Three views on the relationship between perception and reality(</a:t>
            </a:r>
            <a:r>
              <a:rPr lang="en"/>
              <a:t>Phenomenalism</a:t>
            </a:r>
            <a:r>
              <a:rPr lang="en"/>
              <a:t>, common-sense and scientific realism)</a:t>
            </a:r>
            <a:endParaRPr/>
          </a:p>
          <a:p>
            <a:pPr indent="457200" lvl="0" marL="0" rtl="0" algn="l">
              <a:spcBef>
                <a:spcPts val="0"/>
              </a:spcBef>
              <a:spcAft>
                <a:spcPts val="0"/>
              </a:spcAft>
              <a:buNone/>
            </a:pPr>
            <a:r>
              <a:rPr lang="en"/>
              <a:t>How heavily can we rely on them? What limitations are we faced with?</a:t>
            </a:r>
            <a:endParaRPr/>
          </a:p>
          <a:p>
            <a:pPr indent="0" lvl="0" marL="0" rtl="0" algn="l">
              <a:spcBef>
                <a:spcPts val="0"/>
              </a:spcBef>
              <a:spcAft>
                <a:spcPts val="0"/>
              </a:spcAft>
              <a:buNone/>
            </a:pPr>
            <a:r>
              <a:rPr lang="en"/>
              <a:t>Language</a:t>
            </a:r>
            <a:endParaRPr/>
          </a:p>
          <a:p>
            <a:pPr indent="0" lvl="0" marL="0" rtl="0" algn="l">
              <a:spcBef>
                <a:spcPts val="0"/>
              </a:spcBef>
              <a:spcAft>
                <a:spcPts val="0"/>
              </a:spcAft>
              <a:buNone/>
            </a:pPr>
            <a:r>
              <a:rPr lang="en"/>
              <a:t>Reason</a:t>
            </a:r>
            <a:endParaRPr/>
          </a:p>
          <a:p>
            <a:pPr indent="0" lvl="0" marL="0" rtl="0" algn="l">
              <a:spcBef>
                <a:spcPts val="0"/>
              </a:spcBef>
              <a:spcAft>
                <a:spcPts val="0"/>
              </a:spcAft>
              <a:buNone/>
            </a:pPr>
            <a:r>
              <a:rPr lang="en"/>
              <a:t>Emotion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gc6f9e470d_0_5:notes"/>
          <p:cNvSpPr/>
          <p:nvPr>
            <p:ph idx="2" type="sldImg"/>
          </p:nvPr>
        </p:nvSpPr>
        <p:spPr>
          <a:xfrm>
            <a:off x="3812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c6f9e47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9" name="Shape 119"/>
        <p:cNvGrpSpPr/>
        <p:nvPr/>
      </p:nvGrpSpPr>
      <p:grpSpPr>
        <a:xfrm>
          <a:off x="0" y="0"/>
          <a:ext cx="0" cy="0"/>
          <a:chOff x="0" y="0"/>
          <a:chExt cx="0" cy="0"/>
        </a:xfrm>
      </p:grpSpPr>
      <p:sp>
        <p:nvSpPr>
          <p:cNvPr id="120" name="Google Shape;120;g61834ea309_0_8: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61834ea30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2" name="Shape 132"/>
        <p:cNvGrpSpPr/>
        <p:nvPr/>
      </p:nvGrpSpPr>
      <p:grpSpPr>
        <a:xfrm>
          <a:off x="0" y="0"/>
          <a:ext cx="0" cy="0"/>
          <a:chOff x="0" y="0"/>
          <a:chExt cx="0" cy="0"/>
        </a:xfrm>
      </p:grpSpPr>
      <p:sp>
        <p:nvSpPr>
          <p:cNvPr id="133" name="Google Shape;133;g648b1737ee_0_7: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648b1737e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1" name="Shape 141"/>
        <p:cNvGrpSpPr/>
        <p:nvPr/>
      </p:nvGrpSpPr>
      <p:grpSpPr>
        <a:xfrm>
          <a:off x="0" y="0"/>
          <a:ext cx="0" cy="0"/>
          <a:chOff x="0" y="0"/>
          <a:chExt cx="0" cy="0"/>
        </a:xfrm>
      </p:grpSpPr>
      <p:sp>
        <p:nvSpPr>
          <p:cNvPr id="142" name="Google Shape;142;gc6f9e470d_0_43:notes"/>
          <p:cNvSpPr/>
          <p:nvPr>
            <p:ph idx="2" type="sldImg"/>
          </p:nvPr>
        </p:nvSpPr>
        <p:spPr>
          <a:xfrm>
            <a:off x="3812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c6f9e470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There is no need to take side. It is what basis.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7" name="Shape 147"/>
        <p:cNvGrpSpPr/>
        <p:nvPr/>
      </p:nvGrpSpPr>
      <p:grpSpPr>
        <a:xfrm>
          <a:off x="0" y="0"/>
          <a:ext cx="0" cy="0"/>
          <a:chOff x="0" y="0"/>
          <a:chExt cx="0" cy="0"/>
        </a:xfrm>
      </p:grpSpPr>
      <p:sp>
        <p:nvSpPr>
          <p:cNvPr id="148" name="Google Shape;148;g64627e0c90_0_5: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64627e0c9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5" name="Shape 155"/>
        <p:cNvGrpSpPr/>
        <p:nvPr/>
      </p:nvGrpSpPr>
      <p:grpSpPr>
        <a:xfrm>
          <a:off x="0" y="0"/>
          <a:ext cx="0" cy="0"/>
          <a:chOff x="0" y="0"/>
          <a:chExt cx="0" cy="0"/>
        </a:xfrm>
      </p:grpSpPr>
      <p:sp>
        <p:nvSpPr>
          <p:cNvPr id="156" name="Google Shape;156;g648b1737ee_0_0: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648b1737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5" name="Shape 175"/>
        <p:cNvGrpSpPr/>
        <p:nvPr/>
      </p:nvGrpSpPr>
      <p:grpSpPr>
        <a:xfrm>
          <a:off x="0" y="0"/>
          <a:ext cx="0" cy="0"/>
          <a:chOff x="0" y="0"/>
          <a:chExt cx="0" cy="0"/>
        </a:xfrm>
      </p:grpSpPr>
      <p:sp>
        <p:nvSpPr>
          <p:cNvPr id="176" name="Google Shape;176;g64a13c215a_0_25: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64a13c215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0" name="Shape 180"/>
        <p:cNvGrpSpPr/>
        <p:nvPr/>
      </p:nvGrpSpPr>
      <p:grpSpPr>
        <a:xfrm>
          <a:off x="0" y="0"/>
          <a:ext cx="0" cy="0"/>
          <a:chOff x="0" y="0"/>
          <a:chExt cx="0" cy="0"/>
        </a:xfrm>
      </p:grpSpPr>
      <p:sp>
        <p:nvSpPr>
          <p:cNvPr id="181" name="Google Shape;181;g64a13c215a_0_20: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64a13c215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5" name="Shape 185"/>
        <p:cNvGrpSpPr/>
        <p:nvPr/>
      </p:nvGrpSpPr>
      <p:grpSpPr>
        <a:xfrm>
          <a:off x="0" y="0"/>
          <a:ext cx="0" cy="0"/>
          <a:chOff x="0" y="0"/>
          <a:chExt cx="0" cy="0"/>
        </a:xfrm>
      </p:grpSpPr>
      <p:sp>
        <p:nvSpPr>
          <p:cNvPr id="186" name="Google Shape;186;g64a13c215a_0_37: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64a13c215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Beliefs, practices, traditions, how they pass down knowledge, way of life, perception on Amazon Fires, how do they acquire knowledge, how they communicate their knowledge.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5" name="Shape 195"/>
        <p:cNvGrpSpPr/>
        <p:nvPr/>
      </p:nvGrpSpPr>
      <p:grpSpPr>
        <a:xfrm>
          <a:off x="0" y="0"/>
          <a:ext cx="0" cy="0"/>
          <a:chOff x="0" y="0"/>
          <a:chExt cx="0" cy="0"/>
        </a:xfrm>
      </p:grpSpPr>
      <p:sp>
        <p:nvSpPr>
          <p:cNvPr id="196" name="Google Shape;196;g64d4f3bf67_0_2: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64d4f3bf6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Google Shape;202;g6e8b8e4c5b_4_0:notes"/>
          <p:cNvSpPr/>
          <p:nvPr>
            <p:ph idx="2" type="sldImg"/>
          </p:nvPr>
        </p:nvSpPr>
        <p:spPr>
          <a:xfrm>
            <a:off x="38129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e8b8e4c5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7" name="Shape 207"/>
        <p:cNvGrpSpPr/>
        <p:nvPr/>
      </p:nvGrpSpPr>
      <p:grpSpPr>
        <a:xfrm>
          <a:off x="0" y="0"/>
          <a:ext cx="0" cy="0"/>
          <a:chOff x="0" y="0"/>
          <a:chExt cx="0" cy="0"/>
        </a:xfrm>
      </p:grpSpPr>
      <p:sp>
        <p:nvSpPr>
          <p:cNvPr id="208" name="Google Shape;208;g64a13c215a_0_0:notes"/>
          <p:cNvSpPr/>
          <p:nvPr>
            <p:ph idx="2" type="sldImg"/>
          </p:nvPr>
        </p:nvSpPr>
        <p:spPr>
          <a:xfrm>
            <a:off x="381293"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64a13c21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6" name="Shape 216"/>
        <p:cNvGrpSpPr/>
        <p:nvPr/>
      </p:nvGrpSpPr>
      <p:grpSpPr>
        <a:xfrm>
          <a:off x="0" y="0"/>
          <a:ext cx="0" cy="0"/>
          <a:chOff x="0" y="0"/>
          <a:chExt cx="0" cy="0"/>
        </a:xfrm>
      </p:grpSpPr>
      <p:sp>
        <p:nvSpPr>
          <p:cNvPr id="217" name="Google Shape;217;gc6f9e470d_0_126:notes"/>
          <p:cNvSpPr/>
          <p:nvPr>
            <p:ph idx="2" type="sldImg"/>
          </p:nvPr>
        </p:nvSpPr>
        <p:spPr>
          <a:xfrm>
            <a:off x="3812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c6f9e470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2" name="Shape 222"/>
        <p:cNvGrpSpPr/>
        <p:nvPr/>
      </p:nvGrpSpPr>
      <p:grpSpPr>
        <a:xfrm>
          <a:off x="0" y="0"/>
          <a:ext cx="0" cy="0"/>
          <a:chOff x="0" y="0"/>
          <a:chExt cx="0" cy="0"/>
        </a:xfrm>
      </p:grpSpPr>
      <p:sp>
        <p:nvSpPr>
          <p:cNvPr id="223" name="Google Shape;223;g7ca8b9a742_0_1:notes"/>
          <p:cNvSpPr/>
          <p:nvPr>
            <p:ph idx="2" type="sldImg"/>
          </p:nvPr>
        </p:nvSpPr>
        <p:spPr>
          <a:xfrm>
            <a:off x="38129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7ca8b9a74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49950" lIns="49950" spcFirstLastPara="1" rIns="49950" wrap="square" tIns="4995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1" name="Google Shape;11;p2"/>
          <p:cNvSpPr txBox="1"/>
          <p:nvPr>
            <p:ph idx="1" type="subTitle"/>
          </p:nvPr>
        </p:nvSpPr>
        <p:spPr>
          <a:xfrm>
            <a:off x="311700" y="2834125"/>
            <a:ext cx="8520600" cy="792900"/>
          </a:xfrm>
          <a:prstGeom prst="rect">
            <a:avLst/>
          </a:prstGeom>
        </p:spPr>
        <p:txBody>
          <a:bodyPr anchorCtr="0" anchor="t" bIns="49950" lIns="49950" spcFirstLastPara="1" rIns="49950" wrap="square" tIns="49950">
            <a:noAutofit/>
          </a:bodyPr>
          <a:lstStyle>
            <a:lvl1pPr lvl="0" algn="ctr">
              <a:lnSpc>
                <a:spcPct val="100000"/>
              </a:lnSpc>
              <a:spcBef>
                <a:spcPts val="0"/>
              </a:spcBef>
              <a:spcAft>
                <a:spcPts val="0"/>
              </a:spcAft>
              <a:buSzPts val="1500"/>
              <a:buNone/>
              <a:defRPr sz="15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49950" lIns="49950" spcFirstLastPara="1" rIns="49950" wrap="square" tIns="49950">
            <a:noAutofit/>
          </a:bodyPr>
          <a:lstStyle>
            <a:lvl1pPr lvl="0" algn="ctr">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49950" lIns="49950" spcFirstLastPara="1" rIns="49950" wrap="square" tIns="49950">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49950" lIns="49950" spcFirstLastPara="1" rIns="49950" wrap="square" tIns="49950">
            <a:noAutofit/>
          </a:bodyPr>
          <a:lstStyle>
            <a:lvl1pPr indent="-292100" lvl="0" marL="457200">
              <a:spcBef>
                <a:spcPts val="0"/>
              </a:spcBef>
              <a:spcAft>
                <a:spcPts val="0"/>
              </a:spcAft>
              <a:buSzPts val="1000"/>
              <a:buChar char="●"/>
              <a:defRPr/>
            </a:lvl1pPr>
            <a:lvl2pPr indent="-279400" lvl="1" marL="914400">
              <a:spcBef>
                <a:spcPts val="900"/>
              </a:spcBef>
              <a:spcAft>
                <a:spcPts val="0"/>
              </a:spcAft>
              <a:buSzPts val="800"/>
              <a:buChar char="○"/>
              <a:defRPr/>
            </a:lvl2pPr>
            <a:lvl3pPr indent="-279400" lvl="2" marL="1371600">
              <a:spcBef>
                <a:spcPts val="900"/>
              </a:spcBef>
              <a:spcAft>
                <a:spcPts val="0"/>
              </a:spcAft>
              <a:buSzPts val="800"/>
              <a:buChar char="■"/>
              <a:defRPr/>
            </a:lvl3pPr>
            <a:lvl4pPr indent="-279400" lvl="3" marL="1828800">
              <a:spcBef>
                <a:spcPts val="900"/>
              </a:spcBef>
              <a:spcAft>
                <a:spcPts val="0"/>
              </a:spcAft>
              <a:buSzPts val="800"/>
              <a:buChar char="●"/>
              <a:defRPr/>
            </a:lvl4pPr>
            <a:lvl5pPr indent="-279400" lvl="4" marL="2286000">
              <a:spcBef>
                <a:spcPts val="900"/>
              </a:spcBef>
              <a:spcAft>
                <a:spcPts val="0"/>
              </a:spcAft>
              <a:buSzPts val="800"/>
              <a:buChar char="○"/>
              <a:defRPr/>
            </a:lvl5pPr>
            <a:lvl6pPr indent="-279400" lvl="5" marL="2743200">
              <a:spcBef>
                <a:spcPts val="900"/>
              </a:spcBef>
              <a:spcAft>
                <a:spcPts val="0"/>
              </a:spcAft>
              <a:buSzPts val="800"/>
              <a:buChar char="■"/>
              <a:defRPr/>
            </a:lvl6pPr>
            <a:lvl7pPr indent="-279400" lvl="6" marL="3200400">
              <a:spcBef>
                <a:spcPts val="900"/>
              </a:spcBef>
              <a:spcAft>
                <a:spcPts val="0"/>
              </a:spcAft>
              <a:buSzPts val="800"/>
              <a:buChar char="●"/>
              <a:defRPr/>
            </a:lvl7pPr>
            <a:lvl8pPr indent="-279400" lvl="7" marL="3657600">
              <a:spcBef>
                <a:spcPts val="900"/>
              </a:spcBef>
              <a:spcAft>
                <a:spcPts val="0"/>
              </a:spcAft>
              <a:buSzPts val="800"/>
              <a:buChar char="○"/>
              <a:defRPr/>
            </a:lvl8pPr>
            <a:lvl9pPr indent="-279400" lvl="8" marL="4114800">
              <a:spcBef>
                <a:spcPts val="900"/>
              </a:spcBef>
              <a:spcAft>
                <a:spcPts val="900"/>
              </a:spcAft>
              <a:buSzPts val="8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49950" lIns="49950" spcFirstLastPara="1" rIns="49950" wrap="square" tIns="49950">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49950" lIns="49950" spcFirstLastPara="1" rIns="49950" wrap="square" tIns="49950">
            <a:noAutofit/>
          </a:bodyPr>
          <a:lstStyle>
            <a:lvl1pPr indent="-279400" lvl="0" marL="457200">
              <a:spcBef>
                <a:spcPts val="0"/>
              </a:spcBef>
              <a:spcAft>
                <a:spcPts val="0"/>
              </a:spcAft>
              <a:buSzPts val="800"/>
              <a:buChar char="●"/>
              <a:defRPr sz="800"/>
            </a:lvl1pPr>
            <a:lvl2pPr indent="-273050" lvl="1" marL="914400">
              <a:spcBef>
                <a:spcPts val="900"/>
              </a:spcBef>
              <a:spcAft>
                <a:spcPts val="0"/>
              </a:spcAft>
              <a:buSzPts val="700"/>
              <a:buChar char="○"/>
              <a:defRPr sz="700"/>
            </a:lvl2pPr>
            <a:lvl3pPr indent="-273050" lvl="2" marL="1371600">
              <a:spcBef>
                <a:spcPts val="900"/>
              </a:spcBef>
              <a:spcAft>
                <a:spcPts val="0"/>
              </a:spcAft>
              <a:buSzPts val="700"/>
              <a:buChar char="■"/>
              <a:defRPr sz="700"/>
            </a:lvl3pPr>
            <a:lvl4pPr indent="-273050" lvl="3" marL="1828800">
              <a:spcBef>
                <a:spcPts val="900"/>
              </a:spcBef>
              <a:spcAft>
                <a:spcPts val="0"/>
              </a:spcAft>
              <a:buSzPts val="700"/>
              <a:buChar char="●"/>
              <a:defRPr sz="700"/>
            </a:lvl4pPr>
            <a:lvl5pPr indent="-273050" lvl="4" marL="2286000">
              <a:spcBef>
                <a:spcPts val="900"/>
              </a:spcBef>
              <a:spcAft>
                <a:spcPts val="0"/>
              </a:spcAft>
              <a:buSzPts val="700"/>
              <a:buChar char="○"/>
              <a:defRPr sz="700"/>
            </a:lvl5pPr>
            <a:lvl6pPr indent="-273050" lvl="5" marL="2743200">
              <a:spcBef>
                <a:spcPts val="900"/>
              </a:spcBef>
              <a:spcAft>
                <a:spcPts val="0"/>
              </a:spcAft>
              <a:buSzPts val="700"/>
              <a:buChar char="■"/>
              <a:defRPr sz="700"/>
            </a:lvl6pPr>
            <a:lvl7pPr indent="-273050" lvl="6" marL="3200400">
              <a:spcBef>
                <a:spcPts val="900"/>
              </a:spcBef>
              <a:spcAft>
                <a:spcPts val="0"/>
              </a:spcAft>
              <a:buSzPts val="700"/>
              <a:buChar char="●"/>
              <a:defRPr sz="700"/>
            </a:lvl7pPr>
            <a:lvl8pPr indent="-273050" lvl="7" marL="3657600">
              <a:spcBef>
                <a:spcPts val="900"/>
              </a:spcBef>
              <a:spcAft>
                <a:spcPts val="0"/>
              </a:spcAft>
              <a:buSzPts val="700"/>
              <a:buChar char="○"/>
              <a:defRPr sz="700"/>
            </a:lvl8pPr>
            <a:lvl9pPr indent="-273050" lvl="8" marL="4114800">
              <a:spcBef>
                <a:spcPts val="900"/>
              </a:spcBef>
              <a:spcAft>
                <a:spcPts val="900"/>
              </a:spcAft>
              <a:buSzPts val="700"/>
              <a:buChar char="■"/>
              <a:defRPr sz="7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49950" lIns="49950" spcFirstLastPara="1" rIns="49950" wrap="square" tIns="49950">
            <a:noAutofit/>
          </a:bodyPr>
          <a:lstStyle>
            <a:lvl1pPr indent="-279400" lvl="0" marL="457200">
              <a:spcBef>
                <a:spcPts val="0"/>
              </a:spcBef>
              <a:spcAft>
                <a:spcPts val="0"/>
              </a:spcAft>
              <a:buSzPts val="800"/>
              <a:buChar char="●"/>
              <a:defRPr sz="800"/>
            </a:lvl1pPr>
            <a:lvl2pPr indent="-273050" lvl="1" marL="914400">
              <a:spcBef>
                <a:spcPts val="900"/>
              </a:spcBef>
              <a:spcAft>
                <a:spcPts val="0"/>
              </a:spcAft>
              <a:buSzPts val="700"/>
              <a:buChar char="○"/>
              <a:defRPr sz="700"/>
            </a:lvl2pPr>
            <a:lvl3pPr indent="-273050" lvl="2" marL="1371600">
              <a:spcBef>
                <a:spcPts val="900"/>
              </a:spcBef>
              <a:spcAft>
                <a:spcPts val="0"/>
              </a:spcAft>
              <a:buSzPts val="700"/>
              <a:buChar char="■"/>
              <a:defRPr sz="700"/>
            </a:lvl3pPr>
            <a:lvl4pPr indent="-273050" lvl="3" marL="1828800">
              <a:spcBef>
                <a:spcPts val="900"/>
              </a:spcBef>
              <a:spcAft>
                <a:spcPts val="0"/>
              </a:spcAft>
              <a:buSzPts val="700"/>
              <a:buChar char="●"/>
              <a:defRPr sz="700"/>
            </a:lvl4pPr>
            <a:lvl5pPr indent="-273050" lvl="4" marL="2286000">
              <a:spcBef>
                <a:spcPts val="900"/>
              </a:spcBef>
              <a:spcAft>
                <a:spcPts val="0"/>
              </a:spcAft>
              <a:buSzPts val="700"/>
              <a:buChar char="○"/>
              <a:defRPr sz="700"/>
            </a:lvl5pPr>
            <a:lvl6pPr indent="-273050" lvl="5" marL="2743200">
              <a:spcBef>
                <a:spcPts val="900"/>
              </a:spcBef>
              <a:spcAft>
                <a:spcPts val="0"/>
              </a:spcAft>
              <a:buSzPts val="700"/>
              <a:buChar char="■"/>
              <a:defRPr sz="700"/>
            </a:lvl6pPr>
            <a:lvl7pPr indent="-273050" lvl="6" marL="3200400">
              <a:spcBef>
                <a:spcPts val="900"/>
              </a:spcBef>
              <a:spcAft>
                <a:spcPts val="0"/>
              </a:spcAft>
              <a:buSzPts val="700"/>
              <a:buChar char="●"/>
              <a:defRPr sz="700"/>
            </a:lvl7pPr>
            <a:lvl8pPr indent="-273050" lvl="7" marL="3657600">
              <a:spcBef>
                <a:spcPts val="900"/>
              </a:spcBef>
              <a:spcAft>
                <a:spcPts val="0"/>
              </a:spcAft>
              <a:buSzPts val="700"/>
              <a:buChar char="○"/>
              <a:defRPr sz="700"/>
            </a:lvl8pPr>
            <a:lvl9pPr indent="-273050" lvl="8" marL="4114800">
              <a:spcBef>
                <a:spcPts val="900"/>
              </a:spcBef>
              <a:spcAft>
                <a:spcPts val="900"/>
              </a:spcAft>
              <a:buSzPts val="700"/>
              <a:buChar char="■"/>
              <a:defRPr sz="7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49950" lIns="49950" spcFirstLastPara="1" rIns="49950" wrap="square" tIns="49950">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49950" lIns="49950" spcFirstLastPara="1" rIns="49950" wrap="square" tIns="49950">
            <a:noAutofit/>
          </a:bodyPr>
          <a:lstStyle>
            <a:lvl1pPr lvl="0">
              <a:spcBef>
                <a:spcPts val="0"/>
              </a:spcBef>
              <a:spcAft>
                <a:spcPts val="0"/>
              </a:spcAft>
              <a:buSzPts val="1300"/>
              <a:buNone/>
              <a:defRPr sz="1300"/>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49950" lIns="49950" spcFirstLastPara="1" rIns="49950" wrap="square" tIns="49950">
            <a:noAutofit/>
          </a:bodyPr>
          <a:lstStyle>
            <a:lvl1pPr indent="-273050" lvl="0" marL="457200">
              <a:spcBef>
                <a:spcPts val="0"/>
              </a:spcBef>
              <a:spcAft>
                <a:spcPts val="0"/>
              </a:spcAft>
              <a:buSzPts val="700"/>
              <a:buChar char="●"/>
              <a:defRPr sz="700"/>
            </a:lvl1pPr>
            <a:lvl2pPr indent="-273050" lvl="1" marL="914400">
              <a:spcBef>
                <a:spcPts val="900"/>
              </a:spcBef>
              <a:spcAft>
                <a:spcPts val="0"/>
              </a:spcAft>
              <a:buSzPts val="700"/>
              <a:buChar char="○"/>
              <a:defRPr sz="700"/>
            </a:lvl2pPr>
            <a:lvl3pPr indent="-273050" lvl="2" marL="1371600">
              <a:spcBef>
                <a:spcPts val="900"/>
              </a:spcBef>
              <a:spcAft>
                <a:spcPts val="0"/>
              </a:spcAft>
              <a:buSzPts val="700"/>
              <a:buChar char="■"/>
              <a:defRPr sz="700"/>
            </a:lvl3pPr>
            <a:lvl4pPr indent="-273050" lvl="3" marL="1828800">
              <a:spcBef>
                <a:spcPts val="900"/>
              </a:spcBef>
              <a:spcAft>
                <a:spcPts val="0"/>
              </a:spcAft>
              <a:buSzPts val="700"/>
              <a:buChar char="●"/>
              <a:defRPr sz="700"/>
            </a:lvl4pPr>
            <a:lvl5pPr indent="-273050" lvl="4" marL="2286000">
              <a:spcBef>
                <a:spcPts val="900"/>
              </a:spcBef>
              <a:spcAft>
                <a:spcPts val="0"/>
              </a:spcAft>
              <a:buSzPts val="700"/>
              <a:buChar char="○"/>
              <a:defRPr sz="700"/>
            </a:lvl5pPr>
            <a:lvl6pPr indent="-273050" lvl="5" marL="2743200">
              <a:spcBef>
                <a:spcPts val="900"/>
              </a:spcBef>
              <a:spcAft>
                <a:spcPts val="0"/>
              </a:spcAft>
              <a:buSzPts val="700"/>
              <a:buChar char="■"/>
              <a:defRPr sz="700"/>
            </a:lvl6pPr>
            <a:lvl7pPr indent="-273050" lvl="6" marL="3200400">
              <a:spcBef>
                <a:spcPts val="900"/>
              </a:spcBef>
              <a:spcAft>
                <a:spcPts val="0"/>
              </a:spcAft>
              <a:buSzPts val="700"/>
              <a:buChar char="●"/>
              <a:defRPr sz="700"/>
            </a:lvl7pPr>
            <a:lvl8pPr indent="-273050" lvl="7" marL="3657600">
              <a:spcBef>
                <a:spcPts val="900"/>
              </a:spcBef>
              <a:spcAft>
                <a:spcPts val="0"/>
              </a:spcAft>
              <a:buSzPts val="700"/>
              <a:buChar char="○"/>
              <a:defRPr sz="700"/>
            </a:lvl8pPr>
            <a:lvl9pPr indent="-273050" lvl="8" marL="4114800">
              <a:spcBef>
                <a:spcPts val="900"/>
              </a:spcBef>
              <a:spcAft>
                <a:spcPts val="900"/>
              </a:spcAft>
              <a:buSzPts val="700"/>
              <a:buChar char="■"/>
              <a:defRPr sz="7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49950" lIns="49950" spcFirstLastPara="1" rIns="49950" wrap="square" tIns="49950">
            <a:no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49950" lIns="49950" spcFirstLastPara="1" rIns="49950" wrap="square" tIns="49950">
            <a:noAutofit/>
          </a:bodyPr>
          <a:lstStyle>
            <a:lvl1pPr lvl="0" algn="ctr">
              <a:spcBef>
                <a:spcPts val="0"/>
              </a:spcBef>
              <a:spcAft>
                <a:spcPts val="0"/>
              </a:spcAft>
              <a:buSzPts val="2300"/>
              <a:buNone/>
              <a:defRPr sz="2300"/>
            </a:lvl1pPr>
            <a:lvl2pPr lvl="1" algn="ctr">
              <a:spcBef>
                <a:spcPts val="0"/>
              </a:spcBef>
              <a:spcAft>
                <a:spcPts val="0"/>
              </a:spcAft>
              <a:buSzPts val="2300"/>
              <a:buNone/>
              <a:defRPr sz="2300"/>
            </a:lvl2pPr>
            <a:lvl3pPr lvl="2" algn="ctr">
              <a:spcBef>
                <a:spcPts val="0"/>
              </a:spcBef>
              <a:spcAft>
                <a:spcPts val="0"/>
              </a:spcAft>
              <a:buSzPts val="2300"/>
              <a:buNone/>
              <a:defRPr sz="2300"/>
            </a:lvl3pPr>
            <a:lvl4pPr lvl="3" algn="ctr">
              <a:spcBef>
                <a:spcPts val="0"/>
              </a:spcBef>
              <a:spcAft>
                <a:spcPts val="0"/>
              </a:spcAft>
              <a:buSzPts val="2300"/>
              <a:buNone/>
              <a:defRPr sz="2300"/>
            </a:lvl4pPr>
            <a:lvl5pPr lvl="4" algn="ctr">
              <a:spcBef>
                <a:spcPts val="0"/>
              </a:spcBef>
              <a:spcAft>
                <a:spcPts val="0"/>
              </a:spcAft>
              <a:buSzPts val="2300"/>
              <a:buNone/>
              <a:defRPr sz="2300"/>
            </a:lvl5pPr>
            <a:lvl6pPr lvl="5" algn="ctr">
              <a:spcBef>
                <a:spcPts val="0"/>
              </a:spcBef>
              <a:spcAft>
                <a:spcPts val="0"/>
              </a:spcAft>
              <a:buSzPts val="2300"/>
              <a:buNone/>
              <a:defRPr sz="2300"/>
            </a:lvl6pPr>
            <a:lvl7pPr lvl="6" algn="ctr">
              <a:spcBef>
                <a:spcPts val="0"/>
              </a:spcBef>
              <a:spcAft>
                <a:spcPts val="0"/>
              </a:spcAft>
              <a:buSzPts val="2300"/>
              <a:buNone/>
              <a:defRPr sz="2300"/>
            </a:lvl7pPr>
            <a:lvl8pPr lvl="7" algn="ctr">
              <a:spcBef>
                <a:spcPts val="0"/>
              </a:spcBef>
              <a:spcAft>
                <a:spcPts val="0"/>
              </a:spcAft>
              <a:buSzPts val="2300"/>
              <a:buNone/>
              <a:defRPr sz="2300"/>
            </a:lvl8pPr>
            <a:lvl9pPr lvl="8" algn="ctr">
              <a:spcBef>
                <a:spcPts val="0"/>
              </a:spcBef>
              <a:spcAft>
                <a:spcPts val="0"/>
              </a:spcAft>
              <a:buSzPts val="2300"/>
              <a:buNone/>
              <a:defRPr sz="23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49950" lIns="49950" spcFirstLastPara="1" rIns="49950" wrap="square" tIns="49950">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p:txBody>
      </p:sp>
      <p:sp>
        <p:nvSpPr>
          <p:cNvPr id="39" name="Google Shape;39;p9"/>
          <p:cNvSpPr txBox="1"/>
          <p:nvPr>
            <p:ph idx="2" type="body"/>
          </p:nvPr>
        </p:nvSpPr>
        <p:spPr>
          <a:xfrm>
            <a:off x="4939500" y="724075"/>
            <a:ext cx="3837000" cy="3695400"/>
          </a:xfrm>
          <a:prstGeom prst="rect">
            <a:avLst/>
          </a:prstGeom>
        </p:spPr>
        <p:txBody>
          <a:bodyPr anchorCtr="0" anchor="ctr" bIns="49950" lIns="49950" spcFirstLastPara="1" rIns="49950" wrap="square" tIns="49950">
            <a:noAutofit/>
          </a:bodyPr>
          <a:lstStyle>
            <a:lvl1pPr indent="-292100" lvl="0" marL="457200">
              <a:spcBef>
                <a:spcPts val="0"/>
              </a:spcBef>
              <a:spcAft>
                <a:spcPts val="0"/>
              </a:spcAft>
              <a:buSzPts val="1000"/>
              <a:buChar char="●"/>
              <a:defRPr/>
            </a:lvl1pPr>
            <a:lvl2pPr indent="-279400" lvl="1" marL="914400">
              <a:spcBef>
                <a:spcPts val="900"/>
              </a:spcBef>
              <a:spcAft>
                <a:spcPts val="0"/>
              </a:spcAft>
              <a:buSzPts val="800"/>
              <a:buChar char="○"/>
              <a:defRPr/>
            </a:lvl2pPr>
            <a:lvl3pPr indent="-279400" lvl="2" marL="1371600">
              <a:spcBef>
                <a:spcPts val="900"/>
              </a:spcBef>
              <a:spcAft>
                <a:spcPts val="0"/>
              </a:spcAft>
              <a:buSzPts val="800"/>
              <a:buChar char="■"/>
              <a:defRPr/>
            </a:lvl3pPr>
            <a:lvl4pPr indent="-279400" lvl="3" marL="1828800">
              <a:spcBef>
                <a:spcPts val="900"/>
              </a:spcBef>
              <a:spcAft>
                <a:spcPts val="0"/>
              </a:spcAft>
              <a:buSzPts val="800"/>
              <a:buChar char="●"/>
              <a:defRPr/>
            </a:lvl4pPr>
            <a:lvl5pPr indent="-279400" lvl="4" marL="2286000">
              <a:spcBef>
                <a:spcPts val="900"/>
              </a:spcBef>
              <a:spcAft>
                <a:spcPts val="0"/>
              </a:spcAft>
              <a:buSzPts val="800"/>
              <a:buChar char="○"/>
              <a:defRPr/>
            </a:lvl5pPr>
            <a:lvl6pPr indent="-279400" lvl="5" marL="2743200">
              <a:spcBef>
                <a:spcPts val="900"/>
              </a:spcBef>
              <a:spcAft>
                <a:spcPts val="0"/>
              </a:spcAft>
              <a:buSzPts val="800"/>
              <a:buChar char="■"/>
              <a:defRPr/>
            </a:lvl6pPr>
            <a:lvl7pPr indent="-279400" lvl="6" marL="3200400">
              <a:spcBef>
                <a:spcPts val="900"/>
              </a:spcBef>
              <a:spcAft>
                <a:spcPts val="0"/>
              </a:spcAft>
              <a:buSzPts val="800"/>
              <a:buChar char="●"/>
              <a:defRPr/>
            </a:lvl7pPr>
            <a:lvl8pPr indent="-279400" lvl="7" marL="3657600">
              <a:spcBef>
                <a:spcPts val="900"/>
              </a:spcBef>
              <a:spcAft>
                <a:spcPts val="0"/>
              </a:spcAft>
              <a:buSzPts val="800"/>
              <a:buChar char="○"/>
              <a:defRPr/>
            </a:lvl8pPr>
            <a:lvl9pPr indent="-279400" lvl="8" marL="4114800">
              <a:spcBef>
                <a:spcPts val="900"/>
              </a:spcBef>
              <a:spcAft>
                <a:spcPts val="900"/>
              </a:spcAft>
              <a:buSzPts val="8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49950" lIns="49950" spcFirstLastPara="1" rIns="49950" wrap="square" tIns="49950">
            <a:noAutofit/>
          </a:bodyPr>
          <a:lstStyle>
            <a:lvl1pPr indent="-228600" lvl="0" marL="457200">
              <a:lnSpc>
                <a:spcPct val="100000"/>
              </a:lnSpc>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49950" lIns="49950" spcFirstLastPara="1" rIns="49950" wrap="square" tIns="49950">
            <a:noAutofit/>
          </a:bodyPr>
          <a:lstStyle>
            <a:lvl1pPr lvl="0" algn="ctr">
              <a:spcBef>
                <a:spcPts val="0"/>
              </a:spcBef>
              <a:spcAft>
                <a:spcPts val="0"/>
              </a:spcAft>
              <a:buSzPts val="6600"/>
              <a:buNone/>
              <a:defRPr sz="6600"/>
            </a:lvl1pPr>
            <a:lvl2pPr lvl="1" algn="ctr">
              <a:spcBef>
                <a:spcPts val="0"/>
              </a:spcBef>
              <a:spcAft>
                <a:spcPts val="0"/>
              </a:spcAft>
              <a:buSzPts val="6600"/>
              <a:buNone/>
              <a:defRPr sz="6600"/>
            </a:lvl2pPr>
            <a:lvl3pPr lvl="2" algn="ctr">
              <a:spcBef>
                <a:spcPts val="0"/>
              </a:spcBef>
              <a:spcAft>
                <a:spcPts val="0"/>
              </a:spcAft>
              <a:buSzPts val="6600"/>
              <a:buNone/>
              <a:defRPr sz="6600"/>
            </a:lvl3pPr>
            <a:lvl4pPr lvl="3" algn="ctr">
              <a:spcBef>
                <a:spcPts val="0"/>
              </a:spcBef>
              <a:spcAft>
                <a:spcPts val="0"/>
              </a:spcAft>
              <a:buSzPts val="6600"/>
              <a:buNone/>
              <a:defRPr sz="6600"/>
            </a:lvl4pPr>
            <a:lvl5pPr lvl="4" algn="ctr">
              <a:spcBef>
                <a:spcPts val="0"/>
              </a:spcBef>
              <a:spcAft>
                <a:spcPts val="0"/>
              </a:spcAft>
              <a:buSzPts val="6600"/>
              <a:buNone/>
              <a:defRPr sz="6600"/>
            </a:lvl5pPr>
            <a:lvl6pPr lvl="5" algn="ctr">
              <a:spcBef>
                <a:spcPts val="0"/>
              </a:spcBef>
              <a:spcAft>
                <a:spcPts val="0"/>
              </a:spcAft>
              <a:buSzPts val="6600"/>
              <a:buNone/>
              <a:defRPr sz="6600"/>
            </a:lvl6pPr>
            <a:lvl7pPr lvl="6" algn="ctr">
              <a:spcBef>
                <a:spcPts val="0"/>
              </a:spcBef>
              <a:spcAft>
                <a:spcPts val="0"/>
              </a:spcAft>
              <a:buSzPts val="6600"/>
              <a:buNone/>
              <a:defRPr sz="6600"/>
            </a:lvl7pPr>
            <a:lvl8pPr lvl="7" algn="ctr">
              <a:spcBef>
                <a:spcPts val="0"/>
              </a:spcBef>
              <a:spcAft>
                <a:spcPts val="0"/>
              </a:spcAft>
              <a:buSzPts val="6600"/>
              <a:buNone/>
              <a:defRPr sz="6600"/>
            </a:lvl8pPr>
            <a:lvl9pPr lvl="8" algn="ctr">
              <a:spcBef>
                <a:spcPts val="0"/>
              </a:spcBef>
              <a:spcAft>
                <a:spcPts val="0"/>
              </a:spcAft>
              <a:buSzPts val="6600"/>
              <a:buNone/>
              <a:defRPr sz="66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49950" lIns="49950" spcFirstLastPara="1" rIns="49950" wrap="square" tIns="49950">
            <a:noAutofit/>
          </a:bodyPr>
          <a:lstStyle>
            <a:lvl1pPr indent="-292100" lvl="0" marL="457200" algn="ctr">
              <a:spcBef>
                <a:spcPts val="0"/>
              </a:spcBef>
              <a:spcAft>
                <a:spcPts val="0"/>
              </a:spcAft>
              <a:buSzPts val="1000"/>
              <a:buChar char="●"/>
              <a:defRPr/>
            </a:lvl1pPr>
            <a:lvl2pPr indent="-279400" lvl="1" marL="914400" algn="ctr">
              <a:spcBef>
                <a:spcPts val="900"/>
              </a:spcBef>
              <a:spcAft>
                <a:spcPts val="0"/>
              </a:spcAft>
              <a:buSzPts val="800"/>
              <a:buChar char="○"/>
              <a:defRPr/>
            </a:lvl2pPr>
            <a:lvl3pPr indent="-279400" lvl="2" marL="1371600" algn="ctr">
              <a:spcBef>
                <a:spcPts val="900"/>
              </a:spcBef>
              <a:spcAft>
                <a:spcPts val="0"/>
              </a:spcAft>
              <a:buSzPts val="800"/>
              <a:buChar char="■"/>
              <a:defRPr/>
            </a:lvl3pPr>
            <a:lvl4pPr indent="-279400" lvl="3" marL="1828800" algn="ctr">
              <a:spcBef>
                <a:spcPts val="900"/>
              </a:spcBef>
              <a:spcAft>
                <a:spcPts val="0"/>
              </a:spcAft>
              <a:buSzPts val="800"/>
              <a:buChar char="●"/>
              <a:defRPr/>
            </a:lvl4pPr>
            <a:lvl5pPr indent="-279400" lvl="4" marL="2286000" algn="ctr">
              <a:spcBef>
                <a:spcPts val="900"/>
              </a:spcBef>
              <a:spcAft>
                <a:spcPts val="0"/>
              </a:spcAft>
              <a:buSzPts val="800"/>
              <a:buChar char="○"/>
              <a:defRPr/>
            </a:lvl5pPr>
            <a:lvl6pPr indent="-279400" lvl="5" marL="2743200" algn="ctr">
              <a:spcBef>
                <a:spcPts val="900"/>
              </a:spcBef>
              <a:spcAft>
                <a:spcPts val="0"/>
              </a:spcAft>
              <a:buSzPts val="800"/>
              <a:buChar char="■"/>
              <a:defRPr/>
            </a:lvl6pPr>
            <a:lvl7pPr indent="-279400" lvl="6" marL="3200400" algn="ctr">
              <a:spcBef>
                <a:spcPts val="900"/>
              </a:spcBef>
              <a:spcAft>
                <a:spcPts val="0"/>
              </a:spcAft>
              <a:buSzPts val="800"/>
              <a:buChar char="●"/>
              <a:defRPr/>
            </a:lvl7pPr>
            <a:lvl8pPr indent="-279400" lvl="7" marL="3657600" algn="ctr">
              <a:spcBef>
                <a:spcPts val="900"/>
              </a:spcBef>
              <a:spcAft>
                <a:spcPts val="0"/>
              </a:spcAft>
              <a:buSzPts val="800"/>
              <a:buChar char="○"/>
              <a:defRPr/>
            </a:lvl8pPr>
            <a:lvl9pPr indent="-279400" lvl="8" marL="4114800" algn="ctr">
              <a:spcBef>
                <a:spcPts val="900"/>
              </a:spcBef>
              <a:spcAft>
                <a:spcPts val="900"/>
              </a:spcAft>
              <a:buSzPts val="8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49950" lIns="49950" spcFirstLastPara="1" rIns="49950" wrap="square" tIns="499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49950" lIns="49950" spcFirstLastPara="1" rIns="49950" wrap="square" tIns="49950">
            <a:noAutofit/>
          </a:bodyPr>
          <a:lstStyle>
            <a:lvl1pPr lvl="0">
              <a:spcBef>
                <a:spcPts val="0"/>
              </a:spcBef>
              <a:spcAft>
                <a:spcPts val="0"/>
              </a:spcAft>
              <a:buClr>
                <a:schemeClr val="dk1"/>
              </a:buClr>
              <a:buSzPts val="1500"/>
              <a:buNone/>
              <a:defRPr sz="1500">
                <a:solidFill>
                  <a:schemeClr val="dk1"/>
                </a:solidFill>
              </a:defRPr>
            </a:lvl1pPr>
            <a:lvl2pPr lvl="1">
              <a:spcBef>
                <a:spcPts val="0"/>
              </a:spcBef>
              <a:spcAft>
                <a:spcPts val="0"/>
              </a:spcAft>
              <a:buClr>
                <a:schemeClr val="dk1"/>
              </a:buClr>
              <a:buSzPts val="1500"/>
              <a:buNone/>
              <a:defRPr sz="1500">
                <a:solidFill>
                  <a:schemeClr val="dk1"/>
                </a:solidFill>
              </a:defRPr>
            </a:lvl2pPr>
            <a:lvl3pPr lvl="2">
              <a:spcBef>
                <a:spcPts val="0"/>
              </a:spcBef>
              <a:spcAft>
                <a:spcPts val="0"/>
              </a:spcAft>
              <a:buClr>
                <a:schemeClr val="dk1"/>
              </a:buClr>
              <a:buSzPts val="1500"/>
              <a:buNone/>
              <a:defRPr sz="1500">
                <a:solidFill>
                  <a:schemeClr val="dk1"/>
                </a:solidFill>
              </a:defRPr>
            </a:lvl3pPr>
            <a:lvl4pPr lvl="3">
              <a:spcBef>
                <a:spcPts val="0"/>
              </a:spcBef>
              <a:spcAft>
                <a:spcPts val="0"/>
              </a:spcAft>
              <a:buClr>
                <a:schemeClr val="dk1"/>
              </a:buClr>
              <a:buSzPts val="1500"/>
              <a:buNone/>
              <a:defRPr sz="1500">
                <a:solidFill>
                  <a:schemeClr val="dk1"/>
                </a:solidFill>
              </a:defRPr>
            </a:lvl4pPr>
            <a:lvl5pPr lvl="4">
              <a:spcBef>
                <a:spcPts val="0"/>
              </a:spcBef>
              <a:spcAft>
                <a:spcPts val="0"/>
              </a:spcAft>
              <a:buClr>
                <a:schemeClr val="dk1"/>
              </a:buClr>
              <a:buSzPts val="1500"/>
              <a:buNone/>
              <a:defRPr sz="1500">
                <a:solidFill>
                  <a:schemeClr val="dk1"/>
                </a:solidFill>
              </a:defRPr>
            </a:lvl5pPr>
            <a:lvl6pPr lvl="5">
              <a:spcBef>
                <a:spcPts val="0"/>
              </a:spcBef>
              <a:spcAft>
                <a:spcPts val="0"/>
              </a:spcAft>
              <a:buClr>
                <a:schemeClr val="dk1"/>
              </a:buClr>
              <a:buSzPts val="1500"/>
              <a:buNone/>
              <a:defRPr sz="1500">
                <a:solidFill>
                  <a:schemeClr val="dk1"/>
                </a:solidFill>
              </a:defRPr>
            </a:lvl6pPr>
            <a:lvl7pPr lvl="6">
              <a:spcBef>
                <a:spcPts val="0"/>
              </a:spcBef>
              <a:spcAft>
                <a:spcPts val="0"/>
              </a:spcAft>
              <a:buClr>
                <a:schemeClr val="dk1"/>
              </a:buClr>
              <a:buSzPts val="1500"/>
              <a:buNone/>
              <a:defRPr sz="1500">
                <a:solidFill>
                  <a:schemeClr val="dk1"/>
                </a:solidFill>
              </a:defRPr>
            </a:lvl7pPr>
            <a:lvl8pPr lvl="7">
              <a:spcBef>
                <a:spcPts val="0"/>
              </a:spcBef>
              <a:spcAft>
                <a:spcPts val="0"/>
              </a:spcAft>
              <a:buClr>
                <a:schemeClr val="dk1"/>
              </a:buClr>
              <a:buSzPts val="1500"/>
              <a:buNone/>
              <a:defRPr sz="1500">
                <a:solidFill>
                  <a:schemeClr val="dk1"/>
                </a:solidFill>
              </a:defRPr>
            </a:lvl8pPr>
            <a:lvl9pPr lvl="8">
              <a:spcBef>
                <a:spcPts val="0"/>
              </a:spcBef>
              <a:spcAft>
                <a:spcPts val="0"/>
              </a:spcAft>
              <a:buClr>
                <a:schemeClr val="dk1"/>
              </a:buClr>
              <a:buSzPts val="1500"/>
              <a:buNone/>
              <a:defRPr sz="15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49950" lIns="49950" spcFirstLastPara="1" rIns="49950" wrap="square" tIns="49950">
            <a:noAutofit/>
          </a:bodyPr>
          <a:lstStyle>
            <a:lvl1pPr indent="-292100" lvl="0" marL="457200">
              <a:lnSpc>
                <a:spcPct val="115000"/>
              </a:lnSpc>
              <a:spcBef>
                <a:spcPts val="0"/>
              </a:spcBef>
              <a:spcAft>
                <a:spcPts val="0"/>
              </a:spcAft>
              <a:buClr>
                <a:schemeClr val="dk2"/>
              </a:buClr>
              <a:buSzPts val="1000"/>
              <a:buChar char="●"/>
              <a:defRPr sz="1000">
                <a:solidFill>
                  <a:schemeClr val="dk2"/>
                </a:solidFill>
              </a:defRPr>
            </a:lvl1pPr>
            <a:lvl2pPr indent="-279400" lvl="1" marL="914400">
              <a:lnSpc>
                <a:spcPct val="115000"/>
              </a:lnSpc>
              <a:spcBef>
                <a:spcPts val="900"/>
              </a:spcBef>
              <a:spcAft>
                <a:spcPts val="0"/>
              </a:spcAft>
              <a:buClr>
                <a:schemeClr val="dk2"/>
              </a:buClr>
              <a:buSzPts val="800"/>
              <a:buChar char="○"/>
              <a:defRPr sz="800">
                <a:solidFill>
                  <a:schemeClr val="dk2"/>
                </a:solidFill>
              </a:defRPr>
            </a:lvl2pPr>
            <a:lvl3pPr indent="-279400" lvl="2" marL="1371600">
              <a:lnSpc>
                <a:spcPct val="115000"/>
              </a:lnSpc>
              <a:spcBef>
                <a:spcPts val="900"/>
              </a:spcBef>
              <a:spcAft>
                <a:spcPts val="0"/>
              </a:spcAft>
              <a:buClr>
                <a:schemeClr val="dk2"/>
              </a:buClr>
              <a:buSzPts val="800"/>
              <a:buChar char="■"/>
              <a:defRPr sz="800">
                <a:solidFill>
                  <a:schemeClr val="dk2"/>
                </a:solidFill>
              </a:defRPr>
            </a:lvl3pPr>
            <a:lvl4pPr indent="-279400" lvl="3" marL="1828800">
              <a:lnSpc>
                <a:spcPct val="115000"/>
              </a:lnSpc>
              <a:spcBef>
                <a:spcPts val="900"/>
              </a:spcBef>
              <a:spcAft>
                <a:spcPts val="0"/>
              </a:spcAft>
              <a:buClr>
                <a:schemeClr val="dk2"/>
              </a:buClr>
              <a:buSzPts val="800"/>
              <a:buChar char="●"/>
              <a:defRPr sz="800">
                <a:solidFill>
                  <a:schemeClr val="dk2"/>
                </a:solidFill>
              </a:defRPr>
            </a:lvl4pPr>
            <a:lvl5pPr indent="-279400" lvl="4" marL="2286000">
              <a:lnSpc>
                <a:spcPct val="115000"/>
              </a:lnSpc>
              <a:spcBef>
                <a:spcPts val="900"/>
              </a:spcBef>
              <a:spcAft>
                <a:spcPts val="0"/>
              </a:spcAft>
              <a:buClr>
                <a:schemeClr val="dk2"/>
              </a:buClr>
              <a:buSzPts val="800"/>
              <a:buChar char="○"/>
              <a:defRPr sz="800">
                <a:solidFill>
                  <a:schemeClr val="dk2"/>
                </a:solidFill>
              </a:defRPr>
            </a:lvl5pPr>
            <a:lvl6pPr indent="-279400" lvl="5" marL="2743200">
              <a:lnSpc>
                <a:spcPct val="115000"/>
              </a:lnSpc>
              <a:spcBef>
                <a:spcPts val="900"/>
              </a:spcBef>
              <a:spcAft>
                <a:spcPts val="0"/>
              </a:spcAft>
              <a:buClr>
                <a:schemeClr val="dk2"/>
              </a:buClr>
              <a:buSzPts val="800"/>
              <a:buChar char="■"/>
              <a:defRPr sz="800">
                <a:solidFill>
                  <a:schemeClr val="dk2"/>
                </a:solidFill>
              </a:defRPr>
            </a:lvl6pPr>
            <a:lvl7pPr indent="-279400" lvl="6" marL="3200400">
              <a:lnSpc>
                <a:spcPct val="115000"/>
              </a:lnSpc>
              <a:spcBef>
                <a:spcPts val="900"/>
              </a:spcBef>
              <a:spcAft>
                <a:spcPts val="0"/>
              </a:spcAft>
              <a:buClr>
                <a:schemeClr val="dk2"/>
              </a:buClr>
              <a:buSzPts val="800"/>
              <a:buChar char="●"/>
              <a:defRPr sz="800">
                <a:solidFill>
                  <a:schemeClr val="dk2"/>
                </a:solidFill>
              </a:defRPr>
            </a:lvl7pPr>
            <a:lvl8pPr indent="-279400" lvl="7" marL="3657600">
              <a:lnSpc>
                <a:spcPct val="115000"/>
              </a:lnSpc>
              <a:spcBef>
                <a:spcPts val="900"/>
              </a:spcBef>
              <a:spcAft>
                <a:spcPts val="0"/>
              </a:spcAft>
              <a:buClr>
                <a:schemeClr val="dk2"/>
              </a:buClr>
              <a:buSzPts val="800"/>
              <a:buChar char="○"/>
              <a:defRPr sz="800">
                <a:solidFill>
                  <a:schemeClr val="dk2"/>
                </a:solidFill>
              </a:defRPr>
            </a:lvl8pPr>
            <a:lvl9pPr indent="-279400" lvl="8" marL="4114800">
              <a:lnSpc>
                <a:spcPct val="115000"/>
              </a:lnSpc>
              <a:spcBef>
                <a:spcPts val="900"/>
              </a:spcBef>
              <a:spcAft>
                <a:spcPts val="900"/>
              </a:spcAft>
              <a:buClr>
                <a:schemeClr val="dk2"/>
              </a:buClr>
              <a:buSzPts val="800"/>
              <a:buChar char="■"/>
              <a:defRPr sz="800">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49950" lIns="49950" spcFirstLastPara="1" rIns="49950" wrap="square" tIns="49950">
            <a:noAutofit/>
          </a:bodyPr>
          <a:lstStyle>
            <a:lvl1pPr lvl="0" algn="r">
              <a:buNone/>
              <a:defRPr sz="500">
                <a:solidFill>
                  <a:schemeClr val="dk2"/>
                </a:solidFill>
              </a:defRPr>
            </a:lvl1pPr>
            <a:lvl2pPr lvl="1" algn="r">
              <a:buNone/>
              <a:defRPr sz="500">
                <a:solidFill>
                  <a:schemeClr val="dk2"/>
                </a:solidFill>
              </a:defRPr>
            </a:lvl2pPr>
            <a:lvl3pPr lvl="2" algn="r">
              <a:buNone/>
              <a:defRPr sz="500">
                <a:solidFill>
                  <a:schemeClr val="dk2"/>
                </a:solidFill>
              </a:defRPr>
            </a:lvl3pPr>
            <a:lvl4pPr lvl="3" algn="r">
              <a:buNone/>
              <a:defRPr sz="500">
                <a:solidFill>
                  <a:schemeClr val="dk2"/>
                </a:solidFill>
              </a:defRPr>
            </a:lvl4pPr>
            <a:lvl5pPr lvl="4" algn="r">
              <a:buNone/>
              <a:defRPr sz="500">
                <a:solidFill>
                  <a:schemeClr val="dk2"/>
                </a:solidFill>
              </a:defRPr>
            </a:lvl5pPr>
            <a:lvl6pPr lvl="5" algn="r">
              <a:buNone/>
              <a:defRPr sz="500">
                <a:solidFill>
                  <a:schemeClr val="dk2"/>
                </a:solidFill>
              </a:defRPr>
            </a:lvl6pPr>
            <a:lvl7pPr lvl="6" algn="r">
              <a:buNone/>
              <a:defRPr sz="500">
                <a:solidFill>
                  <a:schemeClr val="dk2"/>
                </a:solidFill>
              </a:defRPr>
            </a:lvl7pPr>
            <a:lvl8pPr lvl="7" algn="r">
              <a:buNone/>
              <a:defRPr sz="500">
                <a:solidFill>
                  <a:schemeClr val="dk2"/>
                </a:solidFill>
              </a:defRPr>
            </a:lvl8pPr>
            <a:lvl9pPr lvl="8" algn="r">
              <a:buNone/>
              <a:defRPr sz="5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hyperlink" Target="https://www.newidea.com.au/media/73484/bangladesh-textile-factory-2015.jpg?width=720&amp;center=0.0,0.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businessinsider.com/meat-consumption-linked-to-the-amazon-fires-2019-8?IR=T" TargetMode="External"/><Relationship Id="rId4" Type="http://schemas.openxmlformats.org/officeDocument/2006/relationships/hyperlink" Target="http://www.bbc.co.uk/ethics/introduction/duty_1.shtml" TargetMode="External"/><Relationship Id="rId11" Type="http://schemas.openxmlformats.org/officeDocument/2006/relationships/hyperlink" Target="https://www.channelnewsasia.com/news/world/brazil-slams-g7-aid-offer-as-amazon-fires-rage-11845194" TargetMode="External"/><Relationship Id="rId10" Type="http://schemas.openxmlformats.org/officeDocument/2006/relationships/hyperlink" Target="https://www.newidea.com.au/nike-sweatshops-the-truth-about-the-nike-factory-scandal" TargetMode="External"/><Relationship Id="rId9" Type="http://schemas.openxmlformats.org/officeDocument/2006/relationships/hyperlink" Target="https://pib.socioambiental.org/en/Povo:Mura" TargetMode="External"/><Relationship Id="rId5" Type="http://schemas.openxmlformats.org/officeDocument/2006/relationships/hyperlink" Target="http://www.bbc.co.uk/ethics/introduction/consequentialism_1.shtml" TargetMode="External"/><Relationship Id="rId6" Type="http://schemas.openxmlformats.org/officeDocument/2006/relationships/hyperlink" Target="https://www.theoryofknowledge.net/areas-of-knowledge/indigenous-knowledge-systems/" TargetMode="External"/><Relationship Id="rId7" Type="http://schemas.openxmlformats.org/officeDocument/2006/relationships/hyperlink" Target="https://www.theoryofknowledge.net/areas-of-knowledge/indigenous-knowledge-systems/" TargetMode="External"/><Relationship Id="rId8" Type="http://schemas.openxmlformats.org/officeDocument/2006/relationships/hyperlink" Target="https://www.theoryofknowledge.net/areas-of-knowledge/indigenous-knowledge-systems/how-is-knowledge-acquired-in-indigenous-societie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cnbc.com/2019/09/24/brazils-president-attacks-amazon-rainforest-lies-thanks-trump.html" TargetMode="External"/><Relationship Id="rId4" Type="http://schemas.openxmlformats.org/officeDocument/2006/relationships/hyperlink" Target="https://plato.stanford.edu/entries/consequentialis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270250" cy="5143500"/>
          </a:xfrm>
          <a:prstGeom prst="rect">
            <a:avLst/>
          </a:prstGeom>
          <a:noFill/>
          <a:ln>
            <a:noFill/>
          </a:ln>
        </p:spPr>
      </p:pic>
      <p:sp>
        <p:nvSpPr>
          <p:cNvPr id="55" name="Google Shape;55;p13"/>
          <p:cNvSpPr txBox="1"/>
          <p:nvPr>
            <p:ph type="ctrTitle"/>
          </p:nvPr>
        </p:nvSpPr>
        <p:spPr>
          <a:xfrm>
            <a:off x="385450" y="669225"/>
            <a:ext cx="7975500" cy="1286100"/>
          </a:xfrm>
          <a:prstGeom prst="rect">
            <a:avLst/>
          </a:prstGeom>
        </p:spPr>
        <p:txBody>
          <a:bodyPr anchorCtr="0" anchor="b" bIns="49950" lIns="49950" spcFirstLastPara="1" rIns="49950" wrap="square" tIns="49950">
            <a:noAutofit/>
          </a:bodyPr>
          <a:lstStyle/>
          <a:p>
            <a:pPr indent="0" lvl="0" marL="0" rtl="0" algn="ctr">
              <a:spcBef>
                <a:spcPts val="0"/>
              </a:spcBef>
              <a:spcAft>
                <a:spcPts val="0"/>
              </a:spcAft>
              <a:buNone/>
            </a:pPr>
            <a:r>
              <a:rPr lang="en" sz="3300">
                <a:highlight>
                  <a:srgbClr val="FFFFFF"/>
                </a:highlight>
              </a:rPr>
              <a:t>Meat consumption: Reduce or continue</a:t>
            </a:r>
            <a:endParaRPr sz="3300">
              <a:highlight>
                <a:srgbClr val="FFFFFF"/>
              </a:highlight>
            </a:endParaRPr>
          </a:p>
        </p:txBody>
      </p:sp>
      <p:sp>
        <p:nvSpPr>
          <p:cNvPr id="56" name="Google Shape;56;p13"/>
          <p:cNvSpPr txBox="1"/>
          <p:nvPr>
            <p:ph idx="1" type="subTitle"/>
          </p:nvPr>
        </p:nvSpPr>
        <p:spPr>
          <a:xfrm>
            <a:off x="311700" y="2834125"/>
            <a:ext cx="8520600" cy="792900"/>
          </a:xfrm>
          <a:prstGeom prst="rect">
            <a:avLst/>
          </a:prstGeom>
        </p:spPr>
        <p:txBody>
          <a:bodyPr anchorCtr="0" anchor="t" bIns="49950" lIns="49950" spcFirstLastPara="1" rIns="49950" wrap="square" tIns="49950">
            <a:noAutofit/>
          </a:bodyPr>
          <a:lstStyle/>
          <a:p>
            <a:pPr indent="0" lvl="0" marL="0" rtl="0" algn="ctr">
              <a:spcBef>
                <a:spcPts val="0"/>
              </a:spcBef>
              <a:spcAft>
                <a:spcPts val="0"/>
              </a:spcAft>
              <a:buNone/>
            </a:pPr>
            <a:r>
              <a:rPr lang="en" sz="1800">
                <a:highlight>
                  <a:srgbClr val="FFFFFF"/>
                </a:highlight>
              </a:rPr>
              <a:t> Dheeraj</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 name="Shape 60"/>
        <p:cNvGrpSpPr/>
        <p:nvPr/>
      </p:nvGrpSpPr>
      <p:grpSpPr>
        <a:xfrm>
          <a:off x="0" y="0"/>
          <a:ext cx="0" cy="0"/>
          <a:chOff x="0" y="0"/>
          <a:chExt cx="0" cy="0"/>
        </a:xfrm>
      </p:grpSpPr>
      <p:sp>
        <p:nvSpPr>
          <p:cNvPr descr="Background pointer shape in timeline graphic" id="61" name="Google Shape;61;p14"/>
          <p:cNvSpPr/>
          <p:nvPr/>
        </p:nvSpPr>
        <p:spPr>
          <a:xfrm>
            <a:off x="340934" y="2199000"/>
            <a:ext cx="1872300" cy="745500"/>
          </a:xfrm>
          <a:prstGeom prst="homePlate">
            <a:avLst>
              <a:gd fmla="val 50000" name="adj"/>
            </a:avLst>
          </a:prstGeom>
          <a:solidFill>
            <a:srgbClr val="00FF00"/>
          </a:solidFill>
          <a:ln cap="flat" cmpd="sng" w="9525">
            <a:solidFill>
              <a:schemeClr val="lt1"/>
            </a:solidFill>
            <a:prstDash val="solid"/>
            <a:round/>
            <a:headEnd len="sm" w="sm" type="none"/>
            <a:tailEnd len="sm" w="sm" type="none"/>
          </a:ln>
        </p:spPr>
        <p:txBody>
          <a:bodyPr anchorCtr="0" anchor="ctr" bIns="66600" lIns="66600" spcFirstLastPara="1" rIns="66600" wrap="square" tIns="66600">
            <a:noAutofit/>
          </a:bodyPr>
          <a:lstStyle/>
          <a:p>
            <a:pPr indent="0" lvl="0" marL="0" rtl="0" algn="l">
              <a:spcBef>
                <a:spcPts val="0"/>
              </a:spcBef>
              <a:spcAft>
                <a:spcPts val="0"/>
              </a:spcAft>
              <a:buNone/>
            </a:pPr>
            <a:r>
              <a:t/>
            </a:r>
            <a:endParaRPr/>
          </a:p>
        </p:txBody>
      </p:sp>
      <p:sp>
        <p:nvSpPr>
          <p:cNvPr id="62" name="Google Shape;62;p14"/>
          <p:cNvSpPr txBox="1"/>
          <p:nvPr>
            <p:ph idx="4294967295" type="body"/>
          </p:nvPr>
        </p:nvSpPr>
        <p:spPr>
          <a:xfrm>
            <a:off x="340923" y="2336550"/>
            <a:ext cx="1455600" cy="470400"/>
          </a:xfrm>
          <a:prstGeom prst="rect">
            <a:avLst/>
          </a:prstGeom>
        </p:spPr>
        <p:txBody>
          <a:bodyPr anchorCtr="0" anchor="ctr" bIns="49950" lIns="49950" spcFirstLastPara="1" rIns="49950" wrap="square" tIns="49950">
            <a:noAutofit/>
          </a:bodyPr>
          <a:lstStyle/>
          <a:p>
            <a:pPr indent="0" lvl="0" marL="0" rtl="0" algn="ctr">
              <a:lnSpc>
                <a:spcPct val="100000"/>
              </a:lnSpc>
              <a:spcBef>
                <a:spcPts val="0"/>
              </a:spcBef>
              <a:spcAft>
                <a:spcPts val="0"/>
              </a:spcAft>
              <a:buNone/>
            </a:pPr>
            <a:r>
              <a:rPr lang="en" sz="900">
                <a:solidFill>
                  <a:schemeClr val="lt1"/>
                </a:solidFill>
              </a:rPr>
              <a:t>Part 1</a:t>
            </a:r>
            <a:endParaRPr sz="900">
              <a:solidFill>
                <a:schemeClr val="lt1"/>
              </a:solidFill>
            </a:endParaRPr>
          </a:p>
        </p:txBody>
      </p:sp>
      <p:grpSp>
        <p:nvGrpSpPr>
          <p:cNvPr id="63" name="Google Shape;63;p14"/>
          <p:cNvGrpSpPr/>
          <p:nvPr/>
        </p:nvGrpSpPr>
        <p:grpSpPr>
          <a:xfrm>
            <a:off x="969270" y="1610215"/>
            <a:ext cx="198900" cy="593656"/>
            <a:chOff x="777447" y="1610215"/>
            <a:chExt cx="198900" cy="593656"/>
          </a:xfrm>
        </p:grpSpPr>
        <p:cxnSp>
          <p:nvCxnSpPr>
            <p:cNvPr id="64" name="Google Shape;64;p14"/>
            <p:cNvCxnSpPr/>
            <p:nvPr/>
          </p:nvCxnSpPr>
          <p:spPr>
            <a:xfrm>
              <a:off x="876909" y="1649171"/>
              <a:ext cx="0" cy="554700"/>
            </a:xfrm>
            <a:prstGeom prst="straightConnector1">
              <a:avLst/>
            </a:prstGeom>
            <a:noFill/>
            <a:ln cap="flat" cmpd="sng" w="9525">
              <a:solidFill>
                <a:schemeClr val="dk2"/>
              </a:solidFill>
              <a:prstDash val="solid"/>
              <a:round/>
              <a:headEnd len="sm" w="sm" type="none"/>
              <a:tailEnd len="sm" w="sm" type="none"/>
            </a:ln>
          </p:spPr>
        </p:cxnSp>
        <p:sp>
          <p:nvSpPr>
            <p:cNvPr id="65" name="Google Shape;65;p14"/>
            <p:cNvSpPr/>
            <p:nvPr/>
          </p:nvSpPr>
          <p:spPr>
            <a:xfrm>
              <a:off x="777447" y="1610215"/>
              <a:ext cx="198900" cy="198900"/>
            </a:xfrm>
            <a:prstGeom prst="ellipse">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grpSp>
      <p:sp>
        <p:nvSpPr>
          <p:cNvPr id="66" name="Google Shape;66;p14"/>
          <p:cNvSpPr txBox="1"/>
          <p:nvPr>
            <p:ph idx="4294967295" type="body"/>
          </p:nvPr>
        </p:nvSpPr>
        <p:spPr>
          <a:xfrm>
            <a:off x="318375" y="385667"/>
            <a:ext cx="2242800" cy="906300"/>
          </a:xfrm>
          <a:prstGeom prst="rect">
            <a:avLst/>
          </a:prstGeom>
        </p:spPr>
        <p:txBody>
          <a:bodyPr anchorCtr="0" anchor="t" bIns="49950" lIns="49950" spcFirstLastPara="1" rIns="49950" wrap="square" tIns="49950">
            <a:noAutofit/>
          </a:bodyPr>
          <a:lstStyle/>
          <a:p>
            <a:pPr indent="0" lvl="0" marL="0" rtl="0" algn="l">
              <a:spcBef>
                <a:spcPts val="0"/>
              </a:spcBef>
              <a:spcAft>
                <a:spcPts val="900"/>
              </a:spcAft>
              <a:buNone/>
            </a:pPr>
            <a:r>
              <a:rPr lang="en" sz="1600"/>
              <a:t>Real-life situation(RLS)</a:t>
            </a:r>
            <a:endParaRPr sz="1600"/>
          </a:p>
        </p:txBody>
      </p:sp>
      <p:sp>
        <p:nvSpPr>
          <p:cNvPr descr="Background pointer shape in timeline graphic" id="67" name="Google Shape;67;p14"/>
          <p:cNvSpPr/>
          <p:nvPr/>
        </p:nvSpPr>
        <p:spPr>
          <a:xfrm>
            <a:off x="1817054" y="2199000"/>
            <a:ext cx="2051100" cy="745500"/>
          </a:xfrm>
          <a:prstGeom prst="chevron">
            <a:avLst>
              <a:gd fmla="val 50000" name="adj"/>
            </a:avLst>
          </a:prstGeom>
          <a:solidFill>
            <a:srgbClr val="980000"/>
          </a:solidFill>
          <a:ln cap="flat" cmpd="sng" w="9525">
            <a:solidFill>
              <a:schemeClr val="lt1"/>
            </a:solidFill>
            <a:prstDash val="solid"/>
            <a:round/>
            <a:headEnd len="sm" w="sm" type="none"/>
            <a:tailEnd len="sm" w="sm" type="none"/>
          </a:ln>
        </p:spPr>
        <p:txBody>
          <a:bodyPr anchorCtr="0" anchor="ctr" bIns="66600" lIns="66600" spcFirstLastPara="1" rIns="66600" wrap="square" tIns="66600">
            <a:noAutofit/>
          </a:bodyPr>
          <a:lstStyle/>
          <a:p>
            <a:pPr indent="0" lvl="0" marL="0" rtl="0" algn="l">
              <a:spcBef>
                <a:spcPts val="0"/>
              </a:spcBef>
              <a:spcAft>
                <a:spcPts val="0"/>
              </a:spcAft>
              <a:buNone/>
            </a:pPr>
            <a:r>
              <a:t/>
            </a:r>
            <a:endParaRPr/>
          </a:p>
        </p:txBody>
      </p:sp>
      <p:sp>
        <p:nvSpPr>
          <p:cNvPr id="68" name="Google Shape;68;p14"/>
          <p:cNvSpPr txBox="1"/>
          <p:nvPr>
            <p:ph idx="4294967295" type="body"/>
          </p:nvPr>
        </p:nvSpPr>
        <p:spPr>
          <a:xfrm>
            <a:off x="2126317" y="2336550"/>
            <a:ext cx="1315500" cy="470400"/>
          </a:xfrm>
          <a:prstGeom prst="rect">
            <a:avLst/>
          </a:prstGeom>
        </p:spPr>
        <p:txBody>
          <a:bodyPr anchorCtr="0" anchor="ctr" bIns="49950" lIns="49950" spcFirstLastPara="1" rIns="49950" wrap="square" tIns="49950">
            <a:noAutofit/>
          </a:bodyPr>
          <a:lstStyle/>
          <a:p>
            <a:pPr indent="0" lvl="0" marL="0" rtl="0" algn="ctr">
              <a:lnSpc>
                <a:spcPct val="100000"/>
              </a:lnSpc>
              <a:spcBef>
                <a:spcPts val="0"/>
              </a:spcBef>
              <a:spcAft>
                <a:spcPts val="0"/>
              </a:spcAft>
              <a:buNone/>
            </a:pPr>
            <a:r>
              <a:rPr lang="en" sz="900">
                <a:solidFill>
                  <a:schemeClr val="lt1"/>
                </a:solidFill>
              </a:rPr>
              <a:t>Part 2</a:t>
            </a:r>
            <a:endParaRPr sz="900">
              <a:solidFill>
                <a:schemeClr val="lt1"/>
              </a:solidFill>
            </a:endParaRPr>
          </a:p>
        </p:txBody>
      </p:sp>
      <p:grpSp>
        <p:nvGrpSpPr>
          <p:cNvPr id="69" name="Google Shape;69;p14"/>
          <p:cNvGrpSpPr/>
          <p:nvPr/>
        </p:nvGrpSpPr>
        <p:grpSpPr>
          <a:xfrm>
            <a:off x="2684632" y="2938958"/>
            <a:ext cx="198900" cy="593656"/>
            <a:chOff x="2223534" y="2938958"/>
            <a:chExt cx="198900" cy="593656"/>
          </a:xfrm>
        </p:grpSpPr>
        <p:cxnSp>
          <p:nvCxnSpPr>
            <p:cNvPr id="70" name="Google Shape;70;p14"/>
            <p:cNvCxnSpPr/>
            <p:nvPr/>
          </p:nvCxnSpPr>
          <p:spPr>
            <a:xfrm rot="10800000">
              <a:off x="2322997" y="2938958"/>
              <a:ext cx="0" cy="554700"/>
            </a:xfrm>
            <a:prstGeom prst="straightConnector1">
              <a:avLst/>
            </a:prstGeom>
            <a:noFill/>
            <a:ln cap="flat" cmpd="sng" w="9525">
              <a:solidFill>
                <a:schemeClr val="dk2"/>
              </a:solidFill>
              <a:prstDash val="solid"/>
              <a:round/>
              <a:headEnd len="sm" w="sm" type="none"/>
              <a:tailEnd len="sm" w="sm" type="none"/>
            </a:ln>
          </p:spPr>
        </p:cxnSp>
        <p:sp>
          <p:nvSpPr>
            <p:cNvPr id="71" name="Google Shape;71;p14"/>
            <p:cNvSpPr/>
            <p:nvPr/>
          </p:nvSpPr>
          <p:spPr>
            <a:xfrm flipH="1" rot="10800000">
              <a:off x="2223534" y="3333714"/>
              <a:ext cx="198900" cy="198900"/>
            </a:xfrm>
            <a:prstGeom prst="ellipse">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grpSp>
      <p:sp>
        <p:nvSpPr>
          <p:cNvPr id="72" name="Google Shape;72;p14"/>
          <p:cNvSpPr txBox="1"/>
          <p:nvPr>
            <p:ph idx="4294967295" type="body"/>
          </p:nvPr>
        </p:nvSpPr>
        <p:spPr>
          <a:xfrm>
            <a:off x="1522423" y="3757725"/>
            <a:ext cx="2523300" cy="906300"/>
          </a:xfrm>
          <a:prstGeom prst="rect">
            <a:avLst/>
          </a:prstGeom>
        </p:spPr>
        <p:txBody>
          <a:bodyPr anchorCtr="0" anchor="t" bIns="49950" lIns="49950" spcFirstLastPara="1" rIns="49950" wrap="square" tIns="49950">
            <a:noAutofit/>
          </a:bodyPr>
          <a:lstStyle/>
          <a:p>
            <a:pPr indent="0" lvl="0" marL="0" rtl="0" algn="l">
              <a:spcBef>
                <a:spcPts val="0"/>
              </a:spcBef>
              <a:spcAft>
                <a:spcPts val="900"/>
              </a:spcAft>
              <a:buNone/>
            </a:pPr>
            <a:r>
              <a:rPr lang="en" sz="1600"/>
              <a:t>1st order s</a:t>
            </a:r>
            <a:r>
              <a:rPr lang="en" sz="1600"/>
              <a:t>ubject-specific knowledge questions(KQ)</a:t>
            </a:r>
            <a:endParaRPr sz="1600"/>
          </a:p>
        </p:txBody>
      </p:sp>
      <p:sp>
        <p:nvSpPr>
          <p:cNvPr descr="Background pointer shape in timeline graphic" id="73" name="Google Shape;73;p14"/>
          <p:cNvSpPr/>
          <p:nvPr/>
        </p:nvSpPr>
        <p:spPr>
          <a:xfrm>
            <a:off x="3471973" y="2199000"/>
            <a:ext cx="2051100" cy="745500"/>
          </a:xfrm>
          <a:prstGeom prst="chevron">
            <a:avLst>
              <a:gd fmla="val 50000" name="adj"/>
            </a:avLst>
          </a:prstGeom>
          <a:solidFill>
            <a:srgbClr val="FF9900"/>
          </a:solidFill>
          <a:ln cap="flat" cmpd="sng" w="9525">
            <a:solidFill>
              <a:schemeClr val="lt1"/>
            </a:solidFill>
            <a:prstDash val="solid"/>
            <a:round/>
            <a:headEnd len="sm" w="sm" type="none"/>
            <a:tailEnd len="sm" w="sm" type="none"/>
          </a:ln>
        </p:spPr>
        <p:txBody>
          <a:bodyPr anchorCtr="0" anchor="ctr" bIns="66600" lIns="66600" spcFirstLastPara="1" rIns="66600" wrap="square" tIns="66600">
            <a:noAutofit/>
          </a:bodyPr>
          <a:lstStyle/>
          <a:p>
            <a:pPr indent="0" lvl="0" marL="0" rtl="0" algn="l">
              <a:spcBef>
                <a:spcPts val="0"/>
              </a:spcBef>
              <a:spcAft>
                <a:spcPts val="0"/>
              </a:spcAft>
              <a:buNone/>
            </a:pPr>
            <a:r>
              <a:t/>
            </a:r>
            <a:endParaRPr/>
          </a:p>
        </p:txBody>
      </p:sp>
      <p:sp>
        <p:nvSpPr>
          <p:cNvPr id="74" name="Google Shape;74;p14"/>
          <p:cNvSpPr txBox="1"/>
          <p:nvPr>
            <p:ph idx="4294967295" type="body"/>
          </p:nvPr>
        </p:nvSpPr>
        <p:spPr>
          <a:xfrm>
            <a:off x="3767755" y="2336550"/>
            <a:ext cx="1315500" cy="470400"/>
          </a:xfrm>
          <a:prstGeom prst="rect">
            <a:avLst/>
          </a:prstGeom>
        </p:spPr>
        <p:txBody>
          <a:bodyPr anchorCtr="0" anchor="ctr" bIns="49950" lIns="49950" spcFirstLastPara="1" rIns="49950" wrap="square" tIns="49950">
            <a:noAutofit/>
          </a:bodyPr>
          <a:lstStyle/>
          <a:p>
            <a:pPr indent="0" lvl="0" marL="0" rtl="0" algn="ctr">
              <a:lnSpc>
                <a:spcPct val="100000"/>
              </a:lnSpc>
              <a:spcBef>
                <a:spcPts val="0"/>
              </a:spcBef>
              <a:spcAft>
                <a:spcPts val="0"/>
              </a:spcAft>
              <a:buNone/>
            </a:pPr>
            <a:r>
              <a:rPr lang="en" sz="900">
                <a:solidFill>
                  <a:schemeClr val="lt1"/>
                </a:solidFill>
              </a:rPr>
              <a:t>Part 3</a:t>
            </a:r>
            <a:endParaRPr sz="900">
              <a:solidFill>
                <a:schemeClr val="lt1"/>
              </a:solidFill>
            </a:endParaRPr>
          </a:p>
        </p:txBody>
      </p:sp>
      <p:grpSp>
        <p:nvGrpSpPr>
          <p:cNvPr id="75" name="Google Shape;75;p14"/>
          <p:cNvGrpSpPr/>
          <p:nvPr/>
        </p:nvGrpSpPr>
        <p:grpSpPr>
          <a:xfrm>
            <a:off x="4319545" y="1610215"/>
            <a:ext cx="198900" cy="593656"/>
            <a:chOff x="3918084" y="1610215"/>
            <a:chExt cx="198900" cy="593656"/>
          </a:xfrm>
        </p:grpSpPr>
        <p:cxnSp>
          <p:nvCxnSpPr>
            <p:cNvPr id="76" name="Google Shape;76;p14"/>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77" name="Google Shape;77;p14"/>
            <p:cNvSpPr/>
            <p:nvPr/>
          </p:nvSpPr>
          <p:spPr>
            <a:xfrm>
              <a:off x="3918084" y="1610215"/>
              <a:ext cx="198900" cy="198900"/>
            </a:xfrm>
            <a:prstGeom prst="ellipse">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grpSp>
      <p:sp>
        <p:nvSpPr>
          <p:cNvPr id="78" name="Google Shape;78;p14"/>
          <p:cNvSpPr txBox="1"/>
          <p:nvPr>
            <p:ph idx="4294967295" type="body"/>
          </p:nvPr>
        </p:nvSpPr>
        <p:spPr>
          <a:xfrm>
            <a:off x="3297600" y="167754"/>
            <a:ext cx="2242800" cy="1309800"/>
          </a:xfrm>
          <a:prstGeom prst="rect">
            <a:avLst/>
          </a:prstGeom>
        </p:spPr>
        <p:txBody>
          <a:bodyPr anchorCtr="0" anchor="t" bIns="49950" lIns="49950" spcFirstLastPara="1" rIns="49950" wrap="square" tIns="49950">
            <a:noAutofit/>
          </a:bodyPr>
          <a:lstStyle/>
          <a:p>
            <a:pPr indent="0" lvl="0" marL="0" rtl="0" algn="l">
              <a:spcBef>
                <a:spcPts val="0"/>
              </a:spcBef>
              <a:spcAft>
                <a:spcPts val="900"/>
              </a:spcAft>
              <a:buNone/>
            </a:pPr>
            <a:r>
              <a:rPr lang="en" sz="1600"/>
              <a:t>2nd order KQ for the RLS(with the ways of knowing(AOK))</a:t>
            </a:r>
            <a:endParaRPr sz="1600"/>
          </a:p>
        </p:txBody>
      </p:sp>
      <p:sp>
        <p:nvSpPr>
          <p:cNvPr descr="Background pointer shape in timeline graphic" id="79" name="Google Shape;79;p14"/>
          <p:cNvSpPr/>
          <p:nvPr/>
        </p:nvSpPr>
        <p:spPr>
          <a:xfrm>
            <a:off x="5126893" y="2199000"/>
            <a:ext cx="2051100" cy="745500"/>
          </a:xfrm>
          <a:prstGeom prst="chevron">
            <a:avLst>
              <a:gd fmla="val 50000" name="adj"/>
            </a:avLst>
          </a:prstGeom>
          <a:solidFill>
            <a:schemeClr val="accent6"/>
          </a:solidFill>
          <a:ln cap="flat" cmpd="sng" w="9525">
            <a:solidFill>
              <a:schemeClr val="lt1"/>
            </a:solidFill>
            <a:prstDash val="solid"/>
            <a:round/>
            <a:headEnd len="sm" w="sm" type="none"/>
            <a:tailEnd len="sm" w="sm" type="none"/>
          </a:ln>
        </p:spPr>
        <p:txBody>
          <a:bodyPr anchorCtr="0" anchor="ctr" bIns="66600" lIns="66600" spcFirstLastPara="1" rIns="66600" wrap="square" tIns="66600">
            <a:noAutofit/>
          </a:bodyPr>
          <a:lstStyle/>
          <a:p>
            <a:pPr indent="0" lvl="0" marL="0" rtl="0" algn="l">
              <a:spcBef>
                <a:spcPts val="0"/>
              </a:spcBef>
              <a:spcAft>
                <a:spcPts val="0"/>
              </a:spcAft>
              <a:buNone/>
            </a:pPr>
            <a:r>
              <a:t/>
            </a:r>
            <a:endParaRPr/>
          </a:p>
        </p:txBody>
      </p:sp>
      <p:sp>
        <p:nvSpPr>
          <p:cNvPr id="80" name="Google Shape;80;p14"/>
          <p:cNvSpPr txBox="1"/>
          <p:nvPr>
            <p:ph idx="4294967295" type="body"/>
          </p:nvPr>
        </p:nvSpPr>
        <p:spPr>
          <a:xfrm>
            <a:off x="5416699" y="2336550"/>
            <a:ext cx="1315500" cy="470400"/>
          </a:xfrm>
          <a:prstGeom prst="rect">
            <a:avLst/>
          </a:prstGeom>
        </p:spPr>
        <p:txBody>
          <a:bodyPr anchorCtr="0" anchor="ctr" bIns="49950" lIns="49950" spcFirstLastPara="1" rIns="49950" wrap="square" tIns="49950">
            <a:noAutofit/>
          </a:bodyPr>
          <a:lstStyle/>
          <a:p>
            <a:pPr indent="0" lvl="0" marL="0" rtl="0" algn="ctr">
              <a:lnSpc>
                <a:spcPct val="100000"/>
              </a:lnSpc>
              <a:spcBef>
                <a:spcPts val="0"/>
              </a:spcBef>
              <a:spcAft>
                <a:spcPts val="0"/>
              </a:spcAft>
              <a:buNone/>
            </a:pPr>
            <a:r>
              <a:rPr lang="en" sz="900">
                <a:solidFill>
                  <a:schemeClr val="lt1"/>
                </a:solidFill>
              </a:rPr>
              <a:t>Part 4</a:t>
            </a:r>
            <a:endParaRPr sz="900">
              <a:solidFill>
                <a:schemeClr val="lt1"/>
              </a:solidFill>
            </a:endParaRPr>
          </a:p>
        </p:txBody>
      </p:sp>
      <p:grpSp>
        <p:nvGrpSpPr>
          <p:cNvPr id="81" name="Google Shape;81;p14"/>
          <p:cNvGrpSpPr/>
          <p:nvPr/>
        </p:nvGrpSpPr>
        <p:grpSpPr>
          <a:xfrm>
            <a:off x="5973070" y="2938958"/>
            <a:ext cx="198900" cy="593656"/>
            <a:chOff x="5958946" y="2938958"/>
            <a:chExt cx="198900" cy="593656"/>
          </a:xfrm>
        </p:grpSpPr>
        <p:cxnSp>
          <p:nvCxnSpPr>
            <p:cNvPr id="82" name="Google Shape;82;p14"/>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83" name="Google Shape;83;p14"/>
            <p:cNvSpPr/>
            <p:nvPr/>
          </p:nvSpPr>
          <p:spPr>
            <a:xfrm flipH="1" rot="10800000">
              <a:off x="5958946" y="3333714"/>
              <a:ext cx="198900" cy="198900"/>
            </a:xfrm>
            <a:prstGeom prst="ellipse">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grpSp>
      <p:sp>
        <p:nvSpPr>
          <p:cNvPr id="84" name="Google Shape;84;p14"/>
          <p:cNvSpPr txBox="1"/>
          <p:nvPr>
            <p:ph idx="4294967295" type="body"/>
          </p:nvPr>
        </p:nvSpPr>
        <p:spPr>
          <a:xfrm>
            <a:off x="5295802" y="3757725"/>
            <a:ext cx="2242800" cy="906300"/>
          </a:xfrm>
          <a:prstGeom prst="rect">
            <a:avLst/>
          </a:prstGeom>
        </p:spPr>
        <p:txBody>
          <a:bodyPr anchorCtr="0" anchor="t" bIns="49950" lIns="49950" spcFirstLastPara="1" rIns="49950" wrap="square" tIns="49950">
            <a:noAutofit/>
          </a:bodyPr>
          <a:lstStyle/>
          <a:p>
            <a:pPr indent="0" lvl="0" marL="0" rtl="0" algn="l">
              <a:spcBef>
                <a:spcPts val="0"/>
              </a:spcBef>
              <a:spcAft>
                <a:spcPts val="900"/>
              </a:spcAft>
              <a:buNone/>
            </a:pPr>
            <a:r>
              <a:rPr lang="en" sz="1600"/>
              <a:t>Conclusion</a:t>
            </a:r>
            <a:endParaRPr sz="1600"/>
          </a:p>
        </p:txBody>
      </p:sp>
      <p:sp>
        <p:nvSpPr>
          <p:cNvPr descr="Background pointer shape in timeline graphic" id="85" name="Google Shape;85;p14"/>
          <p:cNvSpPr/>
          <p:nvPr/>
        </p:nvSpPr>
        <p:spPr>
          <a:xfrm>
            <a:off x="6781813" y="2199000"/>
            <a:ext cx="2051100" cy="745500"/>
          </a:xfrm>
          <a:prstGeom prst="chevron">
            <a:avLst>
              <a:gd fmla="val 50000" name="adj"/>
            </a:avLst>
          </a:prstGeom>
          <a:solidFill>
            <a:srgbClr val="0000FF"/>
          </a:solidFill>
          <a:ln cap="flat" cmpd="sng" w="9525">
            <a:solidFill>
              <a:schemeClr val="lt1"/>
            </a:solidFill>
            <a:prstDash val="solid"/>
            <a:round/>
            <a:headEnd len="sm" w="sm" type="none"/>
            <a:tailEnd len="sm" w="sm" type="none"/>
          </a:ln>
        </p:spPr>
        <p:txBody>
          <a:bodyPr anchorCtr="0" anchor="ctr" bIns="66600" lIns="66600" spcFirstLastPara="1" rIns="66600" wrap="square" tIns="66600">
            <a:noAutofit/>
          </a:bodyPr>
          <a:lstStyle/>
          <a:p>
            <a:pPr indent="0" lvl="0" marL="0" rtl="0" algn="l">
              <a:spcBef>
                <a:spcPts val="0"/>
              </a:spcBef>
              <a:spcAft>
                <a:spcPts val="0"/>
              </a:spcAft>
              <a:buNone/>
            </a:pPr>
            <a:r>
              <a:t/>
            </a:r>
            <a:endParaRPr/>
          </a:p>
        </p:txBody>
      </p:sp>
      <p:sp>
        <p:nvSpPr>
          <p:cNvPr id="86" name="Google Shape;86;p14"/>
          <p:cNvSpPr txBox="1"/>
          <p:nvPr>
            <p:ph idx="4294967295" type="body"/>
          </p:nvPr>
        </p:nvSpPr>
        <p:spPr>
          <a:xfrm>
            <a:off x="7111512" y="2336550"/>
            <a:ext cx="1315500" cy="470400"/>
          </a:xfrm>
          <a:prstGeom prst="rect">
            <a:avLst/>
          </a:prstGeom>
        </p:spPr>
        <p:txBody>
          <a:bodyPr anchorCtr="0" anchor="ctr" bIns="49950" lIns="49950" spcFirstLastPara="1" rIns="49950" wrap="square" tIns="49950">
            <a:noAutofit/>
          </a:bodyPr>
          <a:lstStyle/>
          <a:p>
            <a:pPr indent="0" lvl="0" marL="0" rtl="0" algn="ctr">
              <a:lnSpc>
                <a:spcPct val="100000"/>
              </a:lnSpc>
              <a:spcBef>
                <a:spcPts val="0"/>
              </a:spcBef>
              <a:spcAft>
                <a:spcPts val="0"/>
              </a:spcAft>
              <a:buNone/>
            </a:pPr>
            <a:r>
              <a:rPr lang="en" sz="900">
                <a:solidFill>
                  <a:schemeClr val="lt1"/>
                </a:solidFill>
              </a:rPr>
              <a:t>Part 5</a:t>
            </a:r>
            <a:endParaRPr sz="900">
              <a:solidFill>
                <a:schemeClr val="lt1"/>
              </a:solidFill>
            </a:endParaRPr>
          </a:p>
        </p:txBody>
      </p:sp>
      <p:grpSp>
        <p:nvGrpSpPr>
          <p:cNvPr id="87" name="Google Shape;87;p14"/>
          <p:cNvGrpSpPr/>
          <p:nvPr/>
        </p:nvGrpSpPr>
        <p:grpSpPr>
          <a:xfrm>
            <a:off x="7669807" y="1610215"/>
            <a:ext cx="198900" cy="593656"/>
            <a:chOff x="3918084" y="1610215"/>
            <a:chExt cx="198900" cy="593656"/>
          </a:xfrm>
        </p:grpSpPr>
        <p:cxnSp>
          <p:nvCxnSpPr>
            <p:cNvPr id="88" name="Google Shape;88;p14"/>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89" name="Google Shape;89;p14"/>
            <p:cNvSpPr/>
            <p:nvPr/>
          </p:nvSpPr>
          <p:spPr>
            <a:xfrm>
              <a:off x="3918084" y="1610215"/>
              <a:ext cx="198900" cy="198900"/>
            </a:xfrm>
            <a:prstGeom prst="ellipse">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grpSp>
      <p:sp>
        <p:nvSpPr>
          <p:cNvPr id="90" name="Google Shape;90;p14"/>
          <p:cNvSpPr txBox="1"/>
          <p:nvPr>
            <p:ph idx="4294967295" type="body"/>
          </p:nvPr>
        </p:nvSpPr>
        <p:spPr>
          <a:xfrm>
            <a:off x="6685979" y="385667"/>
            <a:ext cx="2242800" cy="906300"/>
          </a:xfrm>
          <a:prstGeom prst="rect">
            <a:avLst/>
          </a:prstGeom>
        </p:spPr>
        <p:txBody>
          <a:bodyPr anchorCtr="0" anchor="t" bIns="49950" lIns="49950" spcFirstLastPara="1" rIns="49950" wrap="square" tIns="49950">
            <a:noAutofit/>
          </a:bodyPr>
          <a:lstStyle/>
          <a:p>
            <a:pPr indent="0" lvl="0" marL="0" rtl="0" algn="l">
              <a:spcBef>
                <a:spcPts val="0"/>
              </a:spcBef>
              <a:spcAft>
                <a:spcPts val="900"/>
              </a:spcAft>
              <a:buNone/>
            </a:pPr>
            <a:r>
              <a:rPr lang="en" sz="1600"/>
              <a:t>Other application in the conclusion linking to the analysis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 name="Shape 94"/>
        <p:cNvGrpSpPr/>
        <p:nvPr/>
      </p:nvGrpSpPr>
      <p:grpSpPr>
        <a:xfrm>
          <a:off x="0" y="0"/>
          <a:ext cx="0" cy="0"/>
          <a:chOff x="0" y="0"/>
          <a:chExt cx="0" cy="0"/>
        </a:xfrm>
      </p:grpSpPr>
      <p:pic>
        <p:nvPicPr>
          <p:cNvPr id="95" name="Google Shape;95;p15"/>
          <p:cNvPicPr preferRelativeResize="0"/>
          <p:nvPr/>
        </p:nvPicPr>
        <p:blipFill>
          <a:blip r:embed="rId3">
            <a:alphaModFix/>
          </a:blip>
          <a:stretch>
            <a:fillRect/>
          </a:stretch>
        </p:blipFill>
        <p:spPr>
          <a:xfrm>
            <a:off x="2103" y="1806348"/>
            <a:ext cx="4572000" cy="3337152"/>
          </a:xfrm>
          <a:prstGeom prst="rect">
            <a:avLst/>
          </a:prstGeom>
          <a:noFill/>
          <a:ln>
            <a:noFill/>
          </a:ln>
        </p:spPr>
      </p:pic>
      <p:sp>
        <p:nvSpPr>
          <p:cNvPr id="96" name="Google Shape;96;p15"/>
          <p:cNvSpPr txBox="1"/>
          <p:nvPr>
            <p:ph type="title"/>
          </p:nvPr>
        </p:nvSpPr>
        <p:spPr>
          <a:xfrm>
            <a:off x="2100" y="0"/>
            <a:ext cx="4572000" cy="1482300"/>
          </a:xfrm>
          <a:prstGeom prst="rect">
            <a:avLst/>
          </a:prstGeom>
        </p:spPr>
        <p:txBody>
          <a:bodyPr anchorCtr="0" anchor="b" bIns="49950" lIns="49950" spcFirstLastPara="1" rIns="49950" wrap="square" tIns="49950">
            <a:noAutofit/>
          </a:bodyPr>
          <a:lstStyle/>
          <a:p>
            <a:pPr indent="0" lvl="0" marL="0" rtl="0" algn="ctr">
              <a:spcBef>
                <a:spcPts val="0"/>
              </a:spcBef>
              <a:spcAft>
                <a:spcPts val="0"/>
              </a:spcAft>
              <a:buNone/>
            </a:pPr>
            <a:r>
              <a:rPr lang="en"/>
              <a:t>Real-Life Situation(RLS) </a:t>
            </a:r>
            <a:endParaRPr/>
          </a:p>
        </p:txBody>
      </p:sp>
      <p:sp>
        <p:nvSpPr>
          <p:cNvPr id="97" name="Google Shape;97;p15"/>
          <p:cNvSpPr txBox="1"/>
          <p:nvPr>
            <p:ph idx="1" type="subTitle"/>
          </p:nvPr>
        </p:nvSpPr>
        <p:spPr>
          <a:xfrm>
            <a:off x="4572000" y="0"/>
            <a:ext cx="4572000" cy="940500"/>
          </a:xfrm>
          <a:prstGeom prst="rect">
            <a:avLst/>
          </a:prstGeom>
        </p:spPr>
        <p:txBody>
          <a:bodyPr anchorCtr="0" anchor="t" bIns="49950" lIns="49950" spcFirstLastPara="1" rIns="49950" wrap="square" tIns="49950">
            <a:noAutofit/>
          </a:bodyPr>
          <a:lstStyle/>
          <a:p>
            <a:pPr indent="0" lvl="0" marL="0" rtl="0" algn="ctr">
              <a:spcBef>
                <a:spcPts val="0"/>
              </a:spcBef>
              <a:spcAft>
                <a:spcPts val="0"/>
              </a:spcAft>
              <a:buNone/>
            </a:pPr>
            <a:r>
              <a:rPr lang="en" sz="1600">
                <a:solidFill>
                  <a:schemeClr val="dk1"/>
                </a:solidFill>
              </a:rPr>
              <a:t>Why meat consumption is linked to the Amazon fires?</a:t>
            </a:r>
            <a:endParaRPr sz="1600">
              <a:solidFill>
                <a:schemeClr val="dk1"/>
              </a:solidFill>
            </a:endParaRPr>
          </a:p>
        </p:txBody>
      </p:sp>
      <p:sp>
        <p:nvSpPr>
          <p:cNvPr id="98" name="Google Shape;98;p15"/>
          <p:cNvSpPr txBox="1"/>
          <p:nvPr>
            <p:ph idx="2" type="body"/>
          </p:nvPr>
        </p:nvSpPr>
        <p:spPr>
          <a:xfrm>
            <a:off x="4572000" y="940475"/>
            <a:ext cx="4572000" cy="4102800"/>
          </a:xfrm>
          <a:prstGeom prst="rect">
            <a:avLst/>
          </a:prstGeom>
        </p:spPr>
        <p:txBody>
          <a:bodyPr anchorCtr="0" anchor="ctr" bIns="49950" lIns="49950" spcFirstLastPara="1" rIns="49950" wrap="square" tIns="49950">
            <a:noAutofit/>
          </a:bodyPr>
          <a:lstStyle/>
          <a:p>
            <a:pPr indent="0" lvl="0" marL="0" rtl="0" algn="l">
              <a:spcBef>
                <a:spcPts val="0"/>
              </a:spcBef>
              <a:spcAft>
                <a:spcPts val="0"/>
              </a:spcAft>
              <a:buNone/>
            </a:pPr>
            <a:r>
              <a:t/>
            </a:r>
            <a:endParaRPr sz="1600">
              <a:solidFill>
                <a:schemeClr val="dk1"/>
              </a:solidFill>
            </a:endParaRPr>
          </a:p>
          <a:p>
            <a:pPr indent="0" lvl="0" marL="0" rtl="0" algn="l">
              <a:spcBef>
                <a:spcPts val="900"/>
              </a:spcBef>
              <a:spcAft>
                <a:spcPts val="0"/>
              </a:spcAft>
              <a:buNone/>
            </a:pPr>
            <a:r>
              <a:rPr lang="en" sz="1600">
                <a:solidFill>
                  <a:schemeClr val="dk1"/>
                </a:solidFill>
              </a:rPr>
              <a:t>Theme: Changes in meat consumption </a:t>
            </a:r>
            <a:endParaRPr sz="1600">
              <a:solidFill>
                <a:schemeClr val="dk1"/>
              </a:solidFill>
            </a:endParaRPr>
          </a:p>
          <a:p>
            <a:pPr indent="0" lvl="0" marL="0" rtl="0" algn="l">
              <a:spcBef>
                <a:spcPts val="900"/>
              </a:spcBef>
              <a:spcAft>
                <a:spcPts val="0"/>
              </a:spcAft>
              <a:buNone/>
            </a:pPr>
            <a:r>
              <a:rPr lang="en" sz="1600">
                <a:solidFill>
                  <a:schemeClr val="dk1"/>
                </a:solidFill>
              </a:rPr>
              <a:t>Date: August 2019</a:t>
            </a:r>
            <a:endParaRPr sz="1600">
              <a:solidFill>
                <a:schemeClr val="dk1"/>
              </a:solidFill>
            </a:endParaRPr>
          </a:p>
          <a:p>
            <a:pPr indent="0" lvl="0" marL="0" rtl="0" algn="l">
              <a:spcBef>
                <a:spcPts val="900"/>
              </a:spcBef>
              <a:spcAft>
                <a:spcPts val="0"/>
              </a:spcAft>
              <a:buNone/>
            </a:pPr>
            <a:r>
              <a:rPr lang="en" sz="1600">
                <a:solidFill>
                  <a:schemeClr val="dk1"/>
                </a:solidFill>
              </a:rPr>
              <a:t>Location: Amazon rainforest in Brazil</a:t>
            </a:r>
            <a:endParaRPr sz="1600">
              <a:solidFill>
                <a:schemeClr val="dk1"/>
              </a:solidFill>
            </a:endParaRPr>
          </a:p>
          <a:p>
            <a:pPr indent="0" lvl="0" marL="0" rtl="0" algn="l">
              <a:lnSpc>
                <a:spcPct val="100000"/>
              </a:lnSpc>
              <a:spcBef>
                <a:spcPts val="900"/>
              </a:spcBef>
              <a:spcAft>
                <a:spcPts val="0"/>
              </a:spcAft>
              <a:buNone/>
            </a:pPr>
            <a:r>
              <a:rPr lang="en" sz="1600">
                <a:solidFill>
                  <a:schemeClr val="dk1"/>
                </a:solidFill>
              </a:rPr>
              <a:t>Summary:</a:t>
            </a:r>
            <a:endParaRPr sz="1600">
              <a:solidFill>
                <a:schemeClr val="dk1"/>
              </a:solidFill>
            </a:endParaRPr>
          </a:p>
          <a:p>
            <a:pPr indent="-228600" lvl="0" marL="254000" rtl="0" algn="l">
              <a:spcBef>
                <a:spcPts val="0"/>
              </a:spcBef>
              <a:spcAft>
                <a:spcPts val="0"/>
              </a:spcAft>
              <a:buClr>
                <a:schemeClr val="dk1"/>
              </a:buClr>
              <a:buSzPts val="1600"/>
              <a:buChar char="●"/>
            </a:pPr>
            <a:r>
              <a:rPr lang="en" sz="1600">
                <a:solidFill>
                  <a:schemeClr val="dk1"/>
                </a:solidFill>
              </a:rPr>
              <a:t>The international debate on whether meat consumption should be the main cause of the ongoing Amazon forest fires in Brazil</a:t>
            </a:r>
            <a:endParaRPr sz="1600">
              <a:solidFill>
                <a:schemeClr val="dk1"/>
              </a:solidFill>
            </a:endParaRPr>
          </a:p>
          <a:p>
            <a:pPr indent="-228600" lvl="0" marL="254000" rtl="0" algn="l">
              <a:spcBef>
                <a:spcPts val="0"/>
              </a:spcBef>
              <a:spcAft>
                <a:spcPts val="0"/>
              </a:spcAft>
              <a:buClr>
                <a:schemeClr val="dk1"/>
              </a:buClr>
              <a:buSzPts val="1600"/>
              <a:buChar char="●"/>
            </a:pPr>
            <a:r>
              <a:rPr lang="en" sz="1600">
                <a:solidFill>
                  <a:schemeClr val="dk1"/>
                </a:solidFill>
              </a:rPr>
              <a:t>Stakeholders investigated: Farmers, indigenous tribes, consumers, G7 countries, the Brazilian president and the non-governmental organisations(NGOs)</a:t>
            </a:r>
            <a:endParaRPr sz="1600">
              <a:solidFill>
                <a:schemeClr val="dk1"/>
              </a:solidFill>
            </a:endParaRPr>
          </a:p>
          <a:p>
            <a:pPr indent="0" lvl="0" marL="0" rtl="0" algn="l">
              <a:spcBef>
                <a:spcPts val="900"/>
              </a:spcBef>
              <a:spcAft>
                <a:spcPts val="9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1184950" y="276650"/>
            <a:ext cx="6936900" cy="5727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sz="3000"/>
              <a:t>Opinions</a:t>
            </a:r>
            <a:r>
              <a:rPr lang="en" sz="3000"/>
              <a:t> on the stakeholders in the RLS</a:t>
            </a:r>
            <a:endParaRPr sz="3000"/>
          </a:p>
        </p:txBody>
      </p:sp>
      <p:grpSp>
        <p:nvGrpSpPr>
          <p:cNvPr id="104" name="Google Shape;104;p16"/>
          <p:cNvGrpSpPr/>
          <p:nvPr/>
        </p:nvGrpSpPr>
        <p:grpSpPr>
          <a:xfrm>
            <a:off x="45872" y="867461"/>
            <a:ext cx="2756954" cy="4124278"/>
            <a:chOff x="431925" y="1304875"/>
            <a:chExt cx="2628925" cy="3416400"/>
          </a:xfrm>
        </p:grpSpPr>
        <p:sp>
          <p:nvSpPr>
            <p:cNvPr id="105" name="Google Shape;105;p16"/>
            <p:cNvSpPr txBox="1"/>
            <p:nvPr/>
          </p:nvSpPr>
          <p:spPr>
            <a:xfrm>
              <a:off x="431925" y="1304875"/>
              <a:ext cx="2628900" cy="464100"/>
            </a:xfrm>
            <a:prstGeom prst="rect">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06" name="Google Shape;106;p16"/>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grpSp>
      <p:sp>
        <p:nvSpPr>
          <p:cNvPr id="107" name="Google Shape;107;p16"/>
          <p:cNvSpPr txBox="1"/>
          <p:nvPr>
            <p:ph idx="4294967295" type="body"/>
          </p:nvPr>
        </p:nvSpPr>
        <p:spPr>
          <a:xfrm>
            <a:off x="170325" y="849175"/>
            <a:ext cx="2117400" cy="4614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sz="1800">
                <a:solidFill>
                  <a:schemeClr val="lt1"/>
                </a:solidFill>
              </a:rPr>
              <a:t>Farmers</a:t>
            </a:r>
            <a:endParaRPr sz="1800">
              <a:solidFill>
                <a:schemeClr val="lt1"/>
              </a:solidFill>
            </a:endParaRPr>
          </a:p>
        </p:txBody>
      </p:sp>
      <p:sp>
        <p:nvSpPr>
          <p:cNvPr id="108" name="Google Shape;108;p16"/>
          <p:cNvSpPr txBox="1"/>
          <p:nvPr>
            <p:ph idx="4294967295" type="body"/>
          </p:nvPr>
        </p:nvSpPr>
        <p:spPr>
          <a:xfrm>
            <a:off x="170325" y="1531725"/>
            <a:ext cx="2632500" cy="3498600"/>
          </a:xfrm>
          <a:prstGeom prst="rect">
            <a:avLst/>
          </a:prstGeom>
        </p:spPr>
        <p:txBody>
          <a:bodyPr anchorCtr="0" anchor="t" bIns="49950" lIns="49950" spcFirstLastPara="1" rIns="49950" wrap="square" tIns="49950">
            <a:noAutofit/>
          </a:bodyPr>
          <a:lstStyle/>
          <a:p>
            <a:pPr indent="-215900" lvl="0" marL="254000" rtl="0" algn="l">
              <a:spcBef>
                <a:spcPts val="0"/>
              </a:spcBef>
              <a:spcAft>
                <a:spcPts val="0"/>
              </a:spcAft>
              <a:buClr>
                <a:schemeClr val="dk1"/>
              </a:buClr>
              <a:buSzPts val="1400"/>
              <a:buChar char="●"/>
            </a:pPr>
            <a:r>
              <a:rPr lang="en" sz="1400">
                <a:solidFill>
                  <a:schemeClr val="dk1"/>
                </a:solidFill>
              </a:rPr>
              <a:t>Slash-and-burn method to create pasture land to grow agriculture. </a:t>
            </a:r>
            <a:endParaRPr sz="1400">
              <a:solidFill>
                <a:schemeClr val="dk1"/>
              </a:solidFill>
            </a:endParaRPr>
          </a:p>
          <a:p>
            <a:pPr indent="-215900" lvl="0" marL="254000" rtl="0" algn="l">
              <a:spcBef>
                <a:spcPts val="0"/>
              </a:spcBef>
              <a:spcAft>
                <a:spcPts val="0"/>
              </a:spcAft>
              <a:buClr>
                <a:schemeClr val="dk1"/>
              </a:buClr>
              <a:buSzPts val="1400"/>
              <a:buChar char="●"/>
            </a:pPr>
            <a:r>
              <a:rPr lang="en" sz="1400">
                <a:solidFill>
                  <a:schemeClr val="dk1"/>
                </a:solidFill>
              </a:rPr>
              <a:t>The farmers think that  cutting down the trees is a long process and they started a forest fire to earn income faster. These actions were done for their living. Forest fires is seen as something important and the right thing for them. </a:t>
            </a:r>
            <a:endParaRPr sz="1400">
              <a:solidFill>
                <a:schemeClr val="dk1"/>
              </a:solidFill>
            </a:endParaRPr>
          </a:p>
        </p:txBody>
      </p:sp>
      <p:grpSp>
        <p:nvGrpSpPr>
          <p:cNvPr id="109" name="Google Shape;109;p16"/>
          <p:cNvGrpSpPr/>
          <p:nvPr/>
        </p:nvGrpSpPr>
        <p:grpSpPr>
          <a:xfrm>
            <a:off x="2908868" y="849185"/>
            <a:ext cx="3381973" cy="4160834"/>
            <a:chOff x="3320450" y="1304875"/>
            <a:chExt cx="2632500" cy="3416400"/>
          </a:xfrm>
        </p:grpSpPr>
        <p:sp>
          <p:nvSpPr>
            <p:cNvPr id="110" name="Google Shape;110;p16"/>
            <p:cNvSpPr txBox="1"/>
            <p:nvPr/>
          </p:nvSpPr>
          <p:spPr>
            <a:xfrm>
              <a:off x="3324050" y="1304875"/>
              <a:ext cx="2628900" cy="464100"/>
            </a:xfrm>
            <a:prstGeom prst="rect">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11" name="Google Shape;111;p16"/>
            <p:cNvSpPr/>
            <p:nvPr/>
          </p:nvSpPr>
          <p:spPr>
            <a:xfrm>
              <a:off x="33204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grpSp>
      <p:sp>
        <p:nvSpPr>
          <p:cNvPr id="112" name="Google Shape;112;p16"/>
          <p:cNvSpPr txBox="1"/>
          <p:nvPr>
            <p:ph idx="4294967295" type="body"/>
          </p:nvPr>
        </p:nvSpPr>
        <p:spPr>
          <a:xfrm>
            <a:off x="3163188" y="915875"/>
            <a:ext cx="2921100" cy="461400"/>
          </a:xfrm>
          <a:prstGeom prst="rect">
            <a:avLst/>
          </a:prstGeom>
        </p:spPr>
        <p:txBody>
          <a:bodyPr anchorCtr="0" anchor="t" bIns="49950" lIns="49950" spcFirstLastPara="1" rIns="49950" wrap="square" tIns="49950">
            <a:noAutofit/>
          </a:bodyPr>
          <a:lstStyle/>
          <a:p>
            <a:pPr indent="0" lvl="0" marL="0" rtl="0" algn="l">
              <a:lnSpc>
                <a:spcPct val="100000"/>
              </a:lnSpc>
              <a:spcBef>
                <a:spcPts val="0"/>
              </a:spcBef>
              <a:spcAft>
                <a:spcPts val="0"/>
              </a:spcAft>
              <a:buClr>
                <a:schemeClr val="dk1"/>
              </a:buClr>
              <a:buSzPts val="600"/>
              <a:buFont typeface="Arial"/>
              <a:buNone/>
            </a:pPr>
            <a:r>
              <a:rPr lang="en" sz="1800">
                <a:solidFill>
                  <a:schemeClr val="lt1"/>
                </a:solidFill>
              </a:rPr>
              <a:t>Consumers</a:t>
            </a:r>
            <a:endParaRPr sz="1800">
              <a:solidFill>
                <a:schemeClr val="lt1"/>
              </a:solidFill>
            </a:endParaRPr>
          </a:p>
        </p:txBody>
      </p:sp>
      <p:sp>
        <p:nvSpPr>
          <p:cNvPr id="113" name="Google Shape;113;p16"/>
          <p:cNvSpPr txBox="1"/>
          <p:nvPr>
            <p:ph idx="4294967295" type="body"/>
          </p:nvPr>
        </p:nvSpPr>
        <p:spPr>
          <a:xfrm>
            <a:off x="2937000" y="1443800"/>
            <a:ext cx="3373500" cy="3498600"/>
          </a:xfrm>
          <a:prstGeom prst="rect">
            <a:avLst/>
          </a:prstGeom>
        </p:spPr>
        <p:txBody>
          <a:bodyPr anchorCtr="0" anchor="t" bIns="49950" lIns="49950" spcFirstLastPara="1" rIns="49950" wrap="square" tIns="49950">
            <a:noAutofit/>
          </a:bodyPr>
          <a:lstStyle/>
          <a:p>
            <a:pPr indent="0" lvl="0" marL="0" rtl="0" algn="l">
              <a:spcBef>
                <a:spcPts val="0"/>
              </a:spcBef>
              <a:spcAft>
                <a:spcPts val="900"/>
              </a:spcAft>
              <a:buNone/>
            </a:pPr>
            <a:r>
              <a:rPr lang="en" sz="1400">
                <a:solidFill>
                  <a:schemeClr val="dk1"/>
                </a:solidFill>
              </a:rPr>
              <a:t>Meat such as beef and pork is a staple for these chinese consumers. Since it is a staple, they view meat as something important and therefore view the forest fire with little regard as they are not responsible for it.</a:t>
            </a:r>
            <a:endParaRPr sz="1400">
              <a:solidFill>
                <a:schemeClr val="dk1"/>
              </a:solidFill>
            </a:endParaRPr>
          </a:p>
        </p:txBody>
      </p:sp>
      <p:grpSp>
        <p:nvGrpSpPr>
          <p:cNvPr id="114" name="Google Shape;114;p16"/>
          <p:cNvGrpSpPr/>
          <p:nvPr/>
        </p:nvGrpSpPr>
        <p:grpSpPr>
          <a:xfrm>
            <a:off x="6396900" y="849361"/>
            <a:ext cx="2632500" cy="4160492"/>
            <a:chOff x="6212550" y="1304875"/>
            <a:chExt cx="2632500" cy="3416400"/>
          </a:xfrm>
        </p:grpSpPr>
        <p:sp>
          <p:nvSpPr>
            <p:cNvPr id="115" name="Google Shape;115;p16"/>
            <p:cNvSpPr/>
            <p:nvPr/>
          </p:nvSpPr>
          <p:spPr>
            <a:xfrm>
              <a:off x="621540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16" name="Google Shape;116;p16"/>
            <p:cNvSpPr txBox="1"/>
            <p:nvPr/>
          </p:nvSpPr>
          <p:spPr>
            <a:xfrm>
              <a:off x="6212550" y="1304875"/>
              <a:ext cx="2632500" cy="464100"/>
            </a:xfrm>
            <a:prstGeom prst="rect">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grpSp>
      <p:sp>
        <p:nvSpPr>
          <p:cNvPr id="117" name="Google Shape;117;p16"/>
          <p:cNvSpPr txBox="1"/>
          <p:nvPr>
            <p:ph idx="4294967295" type="body"/>
          </p:nvPr>
        </p:nvSpPr>
        <p:spPr>
          <a:xfrm>
            <a:off x="6396900" y="927200"/>
            <a:ext cx="2494500" cy="4614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sz="1800">
                <a:solidFill>
                  <a:schemeClr val="lt1"/>
                </a:solidFill>
              </a:rPr>
              <a:t>G7 countries</a:t>
            </a:r>
            <a:endParaRPr sz="1800">
              <a:solidFill>
                <a:schemeClr val="lt1"/>
              </a:solidFill>
            </a:endParaRPr>
          </a:p>
        </p:txBody>
      </p:sp>
      <p:sp>
        <p:nvSpPr>
          <p:cNvPr id="118" name="Google Shape;118;p16"/>
          <p:cNvSpPr txBox="1"/>
          <p:nvPr>
            <p:ph idx="4294967295" type="body"/>
          </p:nvPr>
        </p:nvSpPr>
        <p:spPr>
          <a:xfrm>
            <a:off x="6396900" y="1466475"/>
            <a:ext cx="2632500" cy="3584100"/>
          </a:xfrm>
          <a:prstGeom prst="rect">
            <a:avLst/>
          </a:prstGeom>
        </p:spPr>
        <p:txBody>
          <a:bodyPr anchorCtr="0" anchor="t" bIns="49950" lIns="49950" spcFirstLastPara="1" rIns="49950" wrap="square" tIns="49950">
            <a:noAutofit/>
          </a:bodyPr>
          <a:lstStyle/>
          <a:p>
            <a:pPr indent="-317500" lvl="0" marL="457200" rtl="0" algn="l">
              <a:spcBef>
                <a:spcPts val="0"/>
              </a:spcBef>
              <a:spcAft>
                <a:spcPts val="0"/>
              </a:spcAft>
              <a:buClr>
                <a:schemeClr val="dk1"/>
              </a:buClr>
              <a:buSzPts val="1400"/>
              <a:buChar char="●"/>
            </a:pPr>
            <a:r>
              <a:rPr lang="en" sz="1400">
                <a:solidFill>
                  <a:schemeClr val="dk1"/>
                </a:solidFill>
              </a:rPr>
              <a:t>They understand the importance of protecting environment as it leads to unsustainable deforestation of the forest for livestock, agriculture etc. </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It must be contained to further reduce worldwide impact and help control  the planet’s climate.</a:t>
            </a:r>
            <a:endParaRPr sz="1400">
              <a:solidFill>
                <a:schemeClr val="dk1"/>
              </a:solidFill>
            </a:endParaRPr>
          </a:p>
          <a:p>
            <a:pPr indent="0" lvl="0" marL="457200" rtl="0" algn="l">
              <a:spcBef>
                <a:spcPts val="900"/>
              </a:spcBef>
              <a:spcAft>
                <a:spcPts val="900"/>
              </a:spcAft>
              <a:buNone/>
            </a:pPr>
            <a:r>
              <a:t/>
            </a:r>
            <a:endParaRPr sz="1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2" name="Shape 122"/>
        <p:cNvGrpSpPr/>
        <p:nvPr/>
      </p:nvGrpSpPr>
      <p:grpSpPr>
        <a:xfrm>
          <a:off x="0" y="0"/>
          <a:ext cx="0" cy="0"/>
          <a:chOff x="0" y="0"/>
          <a:chExt cx="0" cy="0"/>
        </a:xfrm>
      </p:grpSpPr>
      <p:grpSp>
        <p:nvGrpSpPr>
          <p:cNvPr id="123" name="Google Shape;123;p17"/>
          <p:cNvGrpSpPr/>
          <p:nvPr/>
        </p:nvGrpSpPr>
        <p:grpSpPr>
          <a:xfrm>
            <a:off x="3802801" y="98829"/>
            <a:ext cx="5271258" cy="4943872"/>
            <a:chOff x="431925" y="1304875"/>
            <a:chExt cx="2628925" cy="3416400"/>
          </a:xfrm>
        </p:grpSpPr>
        <p:sp>
          <p:nvSpPr>
            <p:cNvPr id="124" name="Google Shape;124;p17"/>
            <p:cNvSpPr txBox="1"/>
            <p:nvPr/>
          </p:nvSpPr>
          <p:spPr>
            <a:xfrm>
              <a:off x="431925" y="1304875"/>
              <a:ext cx="2628900" cy="464100"/>
            </a:xfrm>
            <a:prstGeom prst="rect">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25" name="Google Shape;125;p17"/>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49950" lIns="49950" spcFirstLastPara="1" rIns="49950" wrap="square" tIns="49950">
              <a:noAutofit/>
            </a:bodyPr>
            <a:lstStyle/>
            <a:p>
              <a:pPr indent="-215900" lvl="0" marL="254000" rtl="0" algn="l">
                <a:spcBef>
                  <a:spcPts val="0"/>
                </a:spcBef>
                <a:spcAft>
                  <a:spcPts val="0"/>
                </a:spcAft>
                <a:buSzPts val="1400"/>
                <a:buChar char="●"/>
              </a:pPr>
              <a:r>
                <a:rPr lang="en"/>
                <a:t>Mura tribe:</a:t>
              </a:r>
              <a:endParaRPr/>
            </a:p>
            <a:p>
              <a:pPr indent="-203200" lvl="1" marL="495300" rtl="0" algn="l">
                <a:spcBef>
                  <a:spcPts val="0"/>
                </a:spcBef>
                <a:spcAft>
                  <a:spcPts val="0"/>
                </a:spcAft>
                <a:buSzPts val="1400"/>
                <a:buChar char="○"/>
              </a:pPr>
              <a:r>
                <a:rPr lang="en"/>
                <a:t>Saddened by the disappearance of the forest due to the vast infrastructural development and climate change</a:t>
              </a:r>
              <a:endParaRPr/>
            </a:p>
            <a:p>
              <a:pPr indent="-215900" lvl="1" marL="495300" rtl="0" algn="l">
                <a:spcBef>
                  <a:spcPts val="0"/>
                </a:spcBef>
                <a:spcAft>
                  <a:spcPts val="0"/>
                </a:spcAft>
                <a:buSzPts val="1600"/>
                <a:buChar char="○"/>
              </a:pPr>
              <a:r>
                <a:rPr lang="en"/>
                <a:t>Worried about the lives of the future generation, such as the children and the grandchildren, who may find it difficult to live in the forest peacefully if deforestation of the Amazon continues.</a:t>
              </a:r>
              <a:r>
                <a:rPr lang="en" sz="1600"/>
                <a:t> </a:t>
              </a:r>
              <a:endParaRPr sz="1600"/>
            </a:p>
            <a:p>
              <a:pPr indent="-203200" lvl="1" marL="495300" rtl="0" algn="l">
                <a:spcBef>
                  <a:spcPts val="0"/>
                </a:spcBef>
                <a:spcAft>
                  <a:spcPts val="0"/>
                </a:spcAft>
                <a:buSzPts val="1400"/>
                <a:buChar char="○"/>
              </a:pPr>
              <a:r>
                <a:rPr lang="en"/>
                <a:t>The mura tribe value the forest and does not support deforestation and forest fires as the Amazon Forest is their home, source of food, important for their existence and control of climate change. Its existence is important for their future generation too.</a:t>
              </a:r>
              <a:endParaRPr/>
            </a:p>
          </p:txBody>
        </p:sp>
      </p:grpSp>
      <p:sp>
        <p:nvSpPr>
          <p:cNvPr id="126" name="Google Shape;126;p17"/>
          <p:cNvSpPr txBox="1"/>
          <p:nvPr>
            <p:ph idx="4294967295" type="body"/>
          </p:nvPr>
        </p:nvSpPr>
        <p:spPr>
          <a:xfrm>
            <a:off x="506425" y="1304875"/>
            <a:ext cx="2494500" cy="461400"/>
          </a:xfrm>
          <a:prstGeom prst="rect">
            <a:avLst/>
          </a:prstGeom>
        </p:spPr>
        <p:txBody>
          <a:bodyPr anchorCtr="0" anchor="t" bIns="49950" lIns="49950" spcFirstLastPara="1" rIns="49950" wrap="square" tIns="49950">
            <a:noAutofit/>
          </a:bodyPr>
          <a:lstStyle/>
          <a:p>
            <a:pPr indent="0" lvl="0" marL="0" rtl="0" algn="l">
              <a:lnSpc>
                <a:spcPct val="100000"/>
              </a:lnSpc>
              <a:spcBef>
                <a:spcPts val="0"/>
              </a:spcBef>
              <a:spcAft>
                <a:spcPts val="0"/>
              </a:spcAft>
              <a:buClr>
                <a:schemeClr val="dk1"/>
              </a:buClr>
              <a:buSzPts val="600"/>
              <a:buFont typeface="Arial"/>
              <a:buNone/>
            </a:pPr>
            <a:r>
              <a:rPr lang="en">
                <a:solidFill>
                  <a:schemeClr val="lt1"/>
                </a:solidFill>
              </a:rPr>
              <a:t>Brazilian government</a:t>
            </a:r>
            <a:endParaRPr>
              <a:solidFill>
                <a:schemeClr val="lt1"/>
              </a:solidFill>
            </a:endParaRPr>
          </a:p>
        </p:txBody>
      </p:sp>
      <p:grpSp>
        <p:nvGrpSpPr>
          <p:cNvPr id="127" name="Google Shape;127;p17"/>
          <p:cNvGrpSpPr/>
          <p:nvPr/>
        </p:nvGrpSpPr>
        <p:grpSpPr>
          <a:xfrm>
            <a:off x="90075" y="-45200"/>
            <a:ext cx="3592800" cy="5087889"/>
            <a:chOff x="107475" y="1233973"/>
            <a:chExt cx="3592800" cy="3571200"/>
          </a:xfrm>
        </p:grpSpPr>
        <p:sp>
          <p:nvSpPr>
            <p:cNvPr id="128" name="Google Shape;128;p17"/>
            <p:cNvSpPr txBox="1"/>
            <p:nvPr/>
          </p:nvSpPr>
          <p:spPr>
            <a:xfrm>
              <a:off x="431925" y="1304875"/>
              <a:ext cx="2628900" cy="464100"/>
            </a:xfrm>
            <a:prstGeom prst="rect">
              <a:avLst/>
            </a:prstGeom>
            <a:solidFill>
              <a:schemeClr val="dk1"/>
            </a:solidFill>
            <a:ln>
              <a:noFill/>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29" name="Google Shape;129;p17"/>
            <p:cNvSpPr/>
            <p:nvPr/>
          </p:nvSpPr>
          <p:spPr>
            <a:xfrm>
              <a:off x="107475" y="1233973"/>
              <a:ext cx="3592800" cy="3571200"/>
            </a:xfrm>
            <a:prstGeom prst="rect">
              <a:avLst/>
            </a:prstGeom>
            <a:noFill/>
            <a:ln cap="flat" cmpd="sng" w="9525">
              <a:solidFill>
                <a:schemeClr val="dk1"/>
              </a:solidFill>
              <a:prstDash val="solid"/>
              <a:round/>
              <a:headEnd len="sm" w="sm" type="none"/>
              <a:tailEnd len="sm" w="sm" type="none"/>
            </a:ln>
          </p:spPr>
          <p:txBody>
            <a:bodyPr anchorCtr="0" anchor="ctr" bIns="49950" lIns="49950" spcFirstLastPara="1" rIns="49950" wrap="square" tIns="49950">
              <a:noAutofit/>
            </a:bodyPr>
            <a:lstStyle/>
            <a:p>
              <a:pPr indent="-215900" lvl="0" marL="254000" rtl="0" algn="l">
                <a:spcBef>
                  <a:spcPts val="0"/>
                </a:spcBef>
                <a:spcAft>
                  <a:spcPts val="0"/>
                </a:spcAft>
                <a:buSzPts val="1400"/>
                <a:buChar char="●"/>
              </a:pPr>
              <a:r>
                <a:rPr lang="en"/>
                <a:t>Mr Jair has also deployed several troops to combat the forest fires </a:t>
              </a:r>
              <a:endParaRPr/>
            </a:p>
            <a:p>
              <a:pPr indent="-215900" lvl="0" marL="254000" rtl="0" algn="l">
                <a:spcBef>
                  <a:spcPts val="0"/>
                </a:spcBef>
                <a:spcAft>
                  <a:spcPts val="0"/>
                </a:spcAft>
                <a:buSzPts val="1400"/>
                <a:buChar char="●"/>
              </a:pPr>
              <a:r>
                <a:rPr lang="en"/>
                <a:t>He supports the deforestation and forest fires as he believes it will create infrastructure and jobs for his people. He views the economy as a priority instead of the environment despite the recent climate change problems and ignores the 2015 Paris climate change agreement also ignores the importance of Amazon rainforest for the world. </a:t>
              </a:r>
              <a:endParaRPr/>
            </a:p>
          </p:txBody>
        </p:sp>
      </p:grpSp>
      <p:sp>
        <p:nvSpPr>
          <p:cNvPr id="130" name="Google Shape;130;p17"/>
          <p:cNvSpPr txBox="1"/>
          <p:nvPr>
            <p:ph idx="4294967295" type="body"/>
          </p:nvPr>
        </p:nvSpPr>
        <p:spPr>
          <a:xfrm>
            <a:off x="4180325" y="276175"/>
            <a:ext cx="4516200" cy="4614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sz="1800">
                <a:solidFill>
                  <a:schemeClr val="lt1"/>
                </a:solidFill>
              </a:rPr>
              <a:t>Indigenous tribes</a:t>
            </a:r>
            <a:endParaRPr sz="1800">
              <a:solidFill>
                <a:schemeClr val="lt1"/>
              </a:solidFill>
            </a:endParaRPr>
          </a:p>
        </p:txBody>
      </p:sp>
      <p:sp>
        <p:nvSpPr>
          <p:cNvPr id="131" name="Google Shape;131;p17"/>
          <p:cNvSpPr txBox="1"/>
          <p:nvPr>
            <p:ph idx="4294967295" type="body"/>
          </p:nvPr>
        </p:nvSpPr>
        <p:spPr>
          <a:xfrm>
            <a:off x="468175" y="276175"/>
            <a:ext cx="2571000" cy="4614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sz="1800">
                <a:solidFill>
                  <a:schemeClr val="lt1"/>
                </a:solidFill>
              </a:rPr>
              <a:t>Brazilian president</a:t>
            </a:r>
            <a:endParaRPr sz="18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5" name="Shape 135"/>
        <p:cNvGrpSpPr/>
        <p:nvPr/>
      </p:nvGrpSpPr>
      <p:grpSpPr>
        <a:xfrm>
          <a:off x="0" y="0"/>
          <a:ext cx="0" cy="0"/>
          <a:chOff x="0" y="0"/>
          <a:chExt cx="0" cy="0"/>
        </a:xfrm>
      </p:grpSpPr>
      <p:sp>
        <p:nvSpPr>
          <p:cNvPr id="136" name="Google Shape;136;p18"/>
          <p:cNvSpPr txBox="1"/>
          <p:nvPr>
            <p:ph type="title"/>
          </p:nvPr>
        </p:nvSpPr>
        <p:spPr>
          <a:xfrm>
            <a:off x="311700" y="445025"/>
            <a:ext cx="8520600" cy="5727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37" name="Google Shape;137;p18"/>
          <p:cNvSpPr/>
          <p:nvPr/>
        </p:nvSpPr>
        <p:spPr>
          <a:xfrm>
            <a:off x="5684650" y="1271525"/>
            <a:ext cx="2671800" cy="607800"/>
          </a:xfrm>
          <a:prstGeom prst="chevron">
            <a:avLst>
              <a:gd fmla="val 50000" name="adj"/>
            </a:avLst>
          </a:prstGeom>
          <a:solidFill>
            <a:srgbClr val="00FF00"/>
          </a:solidFill>
          <a:ln>
            <a:noFill/>
          </a:ln>
        </p:spPr>
        <p:txBody>
          <a:bodyPr anchorCtr="0" anchor="ctr" bIns="66600" lIns="66600" spcFirstLastPara="1" rIns="66600" wrap="square" tIns="66600">
            <a:noAutofit/>
          </a:bodyPr>
          <a:lstStyle/>
          <a:p>
            <a:pPr indent="0" lvl="0" marL="0" rtl="0" algn="l">
              <a:spcBef>
                <a:spcPts val="0"/>
              </a:spcBef>
              <a:spcAft>
                <a:spcPts val="0"/>
              </a:spcAft>
              <a:buNone/>
            </a:pPr>
            <a:r>
              <a:rPr lang="en" sz="1600"/>
              <a:t>Possible inferences</a:t>
            </a:r>
            <a:endParaRPr sz="1600"/>
          </a:p>
        </p:txBody>
      </p:sp>
      <p:sp>
        <p:nvSpPr>
          <p:cNvPr id="138" name="Google Shape;138;p18"/>
          <p:cNvSpPr/>
          <p:nvPr/>
        </p:nvSpPr>
        <p:spPr>
          <a:xfrm>
            <a:off x="710250" y="1271525"/>
            <a:ext cx="2671800" cy="607800"/>
          </a:xfrm>
          <a:prstGeom prst="chevron">
            <a:avLst>
              <a:gd fmla="val 50000" name="adj"/>
            </a:avLst>
          </a:prstGeom>
          <a:solidFill>
            <a:srgbClr val="00FF00"/>
          </a:solidFill>
          <a:ln>
            <a:noFill/>
          </a:ln>
        </p:spPr>
        <p:txBody>
          <a:bodyPr anchorCtr="0" anchor="ctr" bIns="66600" lIns="66600" spcFirstLastPara="1" rIns="66600" wrap="square" tIns="66600">
            <a:noAutofit/>
          </a:bodyPr>
          <a:lstStyle/>
          <a:p>
            <a:pPr indent="0" lvl="0" marL="0" rtl="0" algn="l">
              <a:spcBef>
                <a:spcPts val="0"/>
              </a:spcBef>
              <a:spcAft>
                <a:spcPts val="0"/>
              </a:spcAft>
              <a:buNone/>
            </a:pPr>
            <a:r>
              <a:rPr lang="en" sz="1600"/>
              <a:t>1st-order knowledge questions</a:t>
            </a:r>
            <a:endParaRPr sz="1600"/>
          </a:p>
        </p:txBody>
      </p:sp>
      <p:sp>
        <p:nvSpPr>
          <p:cNvPr id="139" name="Google Shape;139;p18"/>
          <p:cNvSpPr txBox="1"/>
          <p:nvPr>
            <p:ph idx="4294967295" type="body"/>
          </p:nvPr>
        </p:nvSpPr>
        <p:spPr>
          <a:xfrm>
            <a:off x="5265975" y="1981425"/>
            <a:ext cx="3878100" cy="3076800"/>
          </a:xfrm>
          <a:prstGeom prst="rect">
            <a:avLst/>
          </a:prstGeom>
        </p:spPr>
        <p:txBody>
          <a:bodyPr anchorCtr="0" anchor="t" bIns="49950" lIns="49950" spcFirstLastPara="1" rIns="49950" wrap="square" tIns="49950">
            <a:noAutofit/>
          </a:bodyPr>
          <a:lstStyle/>
          <a:p>
            <a:pPr indent="-228600" lvl="0" marL="254000" rtl="0" algn="l">
              <a:spcBef>
                <a:spcPts val="0"/>
              </a:spcBef>
              <a:spcAft>
                <a:spcPts val="0"/>
              </a:spcAft>
              <a:buSzPts val="1600"/>
              <a:buChar char="●"/>
            </a:pPr>
            <a:r>
              <a:rPr lang="en" sz="1600"/>
              <a:t>Different groups of people have a variety of moral principles and values. This means that they will have their own perceptions of what is right or wrong and thus, form their own judgements to explain their principles.</a:t>
            </a:r>
            <a:endParaRPr sz="1600"/>
          </a:p>
          <a:p>
            <a:pPr indent="-228600" lvl="0" marL="254000" rtl="0" algn="l">
              <a:spcBef>
                <a:spcPts val="0"/>
              </a:spcBef>
              <a:spcAft>
                <a:spcPts val="0"/>
              </a:spcAft>
              <a:buSzPts val="1600"/>
              <a:buChar char="●"/>
            </a:pPr>
            <a:r>
              <a:rPr lang="en" sz="1600"/>
              <a:t>All are given equal importance, but the indigenous tribes are given the highest priority because the Amazon forest is their home.</a:t>
            </a:r>
            <a:endParaRPr sz="1600"/>
          </a:p>
        </p:txBody>
      </p:sp>
      <p:sp>
        <p:nvSpPr>
          <p:cNvPr id="140" name="Google Shape;140;p18"/>
          <p:cNvSpPr txBox="1"/>
          <p:nvPr>
            <p:ph idx="4294967295" type="body"/>
          </p:nvPr>
        </p:nvSpPr>
        <p:spPr>
          <a:xfrm>
            <a:off x="534050" y="1981425"/>
            <a:ext cx="3265800" cy="3076800"/>
          </a:xfrm>
          <a:prstGeom prst="rect">
            <a:avLst/>
          </a:prstGeom>
        </p:spPr>
        <p:txBody>
          <a:bodyPr anchorCtr="0" anchor="t" bIns="49950" lIns="49950" spcFirstLastPara="1" rIns="49950" wrap="square" tIns="49950">
            <a:noAutofit/>
          </a:bodyPr>
          <a:lstStyle/>
          <a:p>
            <a:pPr indent="-228600" lvl="0" marL="254000" rtl="0" algn="l">
              <a:spcBef>
                <a:spcPts val="0"/>
              </a:spcBef>
              <a:spcAft>
                <a:spcPts val="0"/>
              </a:spcAft>
              <a:buSzPts val="1600"/>
              <a:buChar char="●"/>
            </a:pPr>
            <a:r>
              <a:rPr lang="en" sz="1600"/>
              <a:t>Why do the different stakeholders in the RLS interpret the situation on the Amazon fires differently?</a:t>
            </a:r>
            <a:r>
              <a:rPr lang="en" sz="1600"/>
              <a:t> </a:t>
            </a:r>
            <a:endParaRPr sz="1600"/>
          </a:p>
          <a:p>
            <a:pPr indent="-228600" lvl="0" marL="254000" rtl="0" algn="l">
              <a:spcBef>
                <a:spcPts val="0"/>
              </a:spcBef>
              <a:spcAft>
                <a:spcPts val="0"/>
              </a:spcAft>
              <a:buSzPts val="1600"/>
              <a:buChar char="●"/>
            </a:pPr>
            <a:r>
              <a:rPr lang="en" sz="1600"/>
              <a:t>Is one of the stakeholders in the RLS given more importance than the other?</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4572000" y="0"/>
            <a:ext cx="4572000" cy="5143500"/>
          </a:xfrm>
          <a:prstGeom prst="rect">
            <a:avLst/>
          </a:prstGeom>
        </p:spPr>
        <p:txBody>
          <a:bodyPr anchorCtr="0" anchor="ctr" bIns="49950" lIns="49950" spcFirstLastPara="1" rIns="49950" wrap="square" tIns="49950">
            <a:noAutofit/>
          </a:bodyPr>
          <a:lstStyle/>
          <a:p>
            <a:pPr indent="0" lvl="0" marL="0" rtl="0" algn="ctr">
              <a:spcBef>
                <a:spcPts val="0"/>
              </a:spcBef>
              <a:spcAft>
                <a:spcPts val="0"/>
              </a:spcAft>
              <a:buNone/>
            </a:pPr>
            <a:r>
              <a:rPr lang="en"/>
              <a:t>Analysis on KQ: </a:t>
            </a:r>
            <a:endParaRPr/>
          </a:p>
          <a:p>
            <a:pPr indent="0" lvl="0" marL="0" rtl="0" algn="ctr">
              <a:spcBef>
                <a:spcPts val="0"/>
              </a:spcBef>
              <a:spcAft>
                <a:spcPts val="0"/>
              </a:spcAft>
              <a:buNone/>
            </a:pPr>
            <a:r>
              <a:rPr b="1" lang="en"/>
              <a:t>On what basis do we decide what is right or wrong?</a:t>
            </a:r>
            <a:endParaRPr b="1"/>
          </a:p>
        </p:txBody>
      </p:sp>
      <p:pic>
        <p:nvPicPr>
          <p:cNvPr id="146" name="Google Shape;146;p19"/>
          <p:cNvPicPr preferRelativeResize="0"/>
          <p:nvPr/>
        </p:nvPicPr>
        <p:blipFill>
          <a:blip r:embed="rId3">
            <a:alphaModFix/>
          </a:blip>
          <a:stretch>
            <a:fillRect/>
          </a:stretch>
        </p:blipFill>
        <p:spPr>
          <a:xfrm>
            <a:off x="0" y="0"/>
            <a:ext cx="4572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0" name="Shape 150"/>
        <p:cNvGrpSpPr/>
        <p:nvPr/>
      </p:nvGrpSpPr>
      <p:grpSpPr>
        <a:xfrm>
          <a:off x="0" y="0"/>
          <a:ext cx="0" cy="0"/>
          <a:chOff x="0" y="0"/>
          <a:chExt cx="0" cy="0"/>
        </a:xfrm>
      </p:grpSpPr>
      <p:sp>
        <p:nvSpPr>
          <p:cNvPr id="151" name="Google Shape;151;p20"/>
          <p:cNvSpPr txBox="1"/>
          <p:nvPr>
            <p:ph type="title"/>
          </p:nvPr>
        </p:nvSpPr>
        <p:spPr>
          <a:xfrm>
            <a:off x="193950" y="841925"/>
            <a:ext cx="4188300" cy="1884600"/>
          </a:xfrm>
          <a:prstGeom prst="rect">
            <a:avLst/>
          </a:prstGeom>
        </p:spPr>
        <p:txBody>
          <a:bodyPr anchorCtr="0" anchor="b" bIns="49950" lIns="49950" spcFirstLastPara="1" rIns="49950" wrap="square" tIns="49950">
            <a:noAutofit/>
          </a:bodyPr>
          <a:lstStyle/>
          <a:p>
            <a:pPr indent="0" lvl="0" marL="0" rtl="0" algn="ctr">
              <a:spcBef>
                <a:spcPts val="0"/>
              </a:spcBef>
              <a:spcAft>
                <a:spcPts val="0"/>
              </a:spcAft>
              <a:buNone/>
            </a:pPr>
            <a:r>
              <a:rPr lang="en" sz="3000"/>
              <a:t>How will I</a:t>
            </a:r>
            <a:endParaRPr sz="3000"/>
          </a:p>
          <a:p>
            <a:pPr indent="0" lvl="0" marL="0" rtl="0" algn="ctr">
              <a:spcBef>
                <a:spcPts val="0"/>
              </a:spcBef>
              <a:spcAft>
                <a:spcPts val="0"/>
              </a:spcAft>
              <a:buNone/>
            </a:pPr>
            <a:r>
              <a:rPr lang="en" sz="3000"/>
              <a:t> be “unlocking” this KQ?</a:t>
            </a:r>
            <a:endParaRPr sz="3000"/>
          </a:p>
        </p:txBody>
      </p:sp>
      <p:sp>
        <p:nvSpPr>
          <p:cNvPr id="152" name="Google Shape;152;p20"/>
          <p:cNvSpPr txBox="1"/>
          <p:nvPr>
            <p:ph idx="1" type="subTitle"/>
          </p:nvPr>
        </p:nvSpPr>
        <p:spPr>
          <a:xfrm>
            <a:off x="193950" y="2726525"/>
            <a:ext cx="4045200" cy="1235100"/>
          </a:xfrm>
          <a:prstGeom prst="rect">
            <a:avLst/>
          </a:prstGeom>
        </p:spPr>
        <p:txBody>
          <a:bodyPr anchorCtr="0" anchor="t" bIns="49950" lIns="49950" spcFirstLastPara="1" rIns="49950" wrap="square" tIns="49950">
            <a:noAutofit/>
          </a:bodyPr>
          <a:lstStyle/>
          <a:p>
            <a:pPr indent="0" lvl="0" marL="0" rtl="0" algn="ctr">
              <a:spcBef>
                <a:spcPts val="0"/>
              </a:spcBef>
              <a:spcAft>
                <a:spcPts val="0"/>
              </a:spcAft>
              <a:buNone/>
            </a:pPr>
            <a:r>
              <a:rPr lang="en" sz="1600"/>
              <a:t>Perspective approach</a:t>
            </a:r>
            <a:endParaRPr sz="1600"/>
          </a:p>
        </p:txBody>
      </p:sp>
      <p:sp>
        <p:nvSpPr>
          <p:cNvPr id="153" name="Google Shape;153;p20"/>
          <p:cNvSpPr txBox="1"/>
          <p:nvPr>
            <p:ph idx="2" type="body"/>
          </p:nvPr>
        </p:nvSpPr>
        <p:spPr>
          <a:xfrm>
            <a:off x="4572000" y="0"/>
            <a:ext cx="4572000" cy="5067000"/>
          </a:xfrm>
          <a:prstGeom prst="rect">
            <a:avLst/>
          </a:prstGeom>
        </p:spPr>
        <p:txBody>
          <a:bodyPr anchorCtr="0" anchor="ctr" bIns="49950" lIns="49950" spcFirstLastPara="1" rIns="49950" wrap="square" tIns="49950">
            <a:noAutofit/>
          </a:bodyPr>
          <a:lstStyle/>
          <a:p>
            <a:pPr indent="0" lvl="0" marL="0" rtl="0" algn="l">
              <a:spcBef>
                <a:spcPts val="0"/>
              </a:spcBef>
              <a:spcAft>
                <a:spcPts val="0"/>
              </a:spcAft>
              <a:buNone/>
            </a:pPr>
            <a:r>
              <a:rPr lang="en" sz="1600"/>
              <a:t>AOKs explored:</a:t>
            </a:r>
            <a:endParaRPr sz="1600"/>
          </a:p>
          <a:p>
            <a:pPr indent="-228600" lvl="0" marL="254000" rtl="0" algn="l">
              <a:spcBef>
                <a:spcPts val="900"/>
              </a:spcBef>
              <a:spcAft>
                <a:spcPts val="0"/>
              </a:spcAft>
              <a:buSzPts val="1600"/>
              <a:buChar char="●"/>
            </a:pPr>
            <a:r>
              <a:rPr lang="en" sz="1600"/>
              <a:t>Ethics</a:t>
            </a:r>
            <a:endParaRPr sz="1600"/>
          </a:p>
          <a:p>
            <a:pPr indent="-228600" lvl="0" marL="254000" rtl="0" algn="l">
              <a:spcBef>
                <a:spcPts val="0"/>
              </a:spcBef>
              <a:spcAft>
                <a:spcPts val="0"/>
              </a:spcAft>
              <a:buSzPts val="1600"/>
              <a:buChar char="●"/>
            </a:pPr>
            <a:r>
              <a:rPr lang="en" sz="1600"/>
              <a:t>Indigenous knowledge system</a:t>
            </a:r>
            <a:endParaRPr sz="1600"/>
          </a:p>
          <a:p>
            <a:pPr indent="0" lvl="0" marL="0" rtl="0" algn="l">
              <a:spcBef>
                <a:spcPts val="900"/>
              </a:spcBef>
              <a:spcAft>
                <a:spcPts val="0"/>
              </a:spcAft>
              <a:buNone/>
            </a:pPr>
            <a:r>
              <a:rPr lang="en" sz="1600"/>
              <a:t>Ways of knowing(WOKs) explored:</a:t>
            </a:r>
            <a:endParaRPr sz="1600"/>
          </a:p>
          <a:p>
            <a:pPr indent="-228600" lvl="0" marL="254000" rtl="0" algn="l">
              <a:spcBef>
                <a:spcPts val="900"/>
              </a:spcBef>
              <a:spcAft>
                <a:spcPts val="0"/>
              </a:spcAft>
              <a:buSzPts val="1600"/>
              <a:buChar char="●"/>
            </a:pPr>
            <a:r>
              <a:rPr lang="en" sz="1600"/>
              <a:t>Reasoning</a:t>
            </a:r>
            <a:endParaRPr sz="1600"/>
          </a:p>
          <a:p>
            <a:pPr indent="-228600" lvl="0" marL="254000" rtl="0" algn="l">
              <a:spcBef>
                <a:spcPts val="0"/>
              </a:spcBef>
              <a:spcAft>
                <a:spcPts val="0"/>
              </a:spcAft>
              <a:buSzPts val="1600"/>
              <a:buChar char="●"/>
            </a:pPr>
            <a:r>
              <a:rPr lang="en" sz="1600"/>
              <a:t>Emotion</a:t>
            </a:r>
            <a:endParaRPr sz="1600"/>
          </a:p>
          <a:p>
            <a:pPr indent="-228600" lvl="0" marL="254000" rtl="0" algn="l">
              <a:spcBef>
                <a:spcPts val="0"/>
              </a:spcBef>
              <a:spcAft>
                <a:spcPts val="0"/>
              </a:spcAft>
              <a:buSzPts val="1600"/>
              <a:buChar char="●"/>
            </a:pPr>
            <a:r>
              <a:rPr lang="en" sz="1600"/>
              <a:t>Sense perception</a:t>
            </a:r>
            <a:endParaRPr sz="1600"/>
          </a:p>
          <a:p>
            <a:pPr indent="0" lvl="0" marL="0" rtl="0" algn="l">
              <a:spcBef>
                <a:spcPts val="900"/>
              </a:spcBef>
              <a:spcAft>
                <a:spcPts val="0"/>
              </a:spcAft>
              <a:buNone/>
            </a:pPr>
            <a:r>
              <a:rPr lang="en" sz="1600"/>
              <a:t>Types of knowledge:</a:t>
            </a:r>
            <a:endParaRPr sz="1600"/>
          </a:p>
          <a:p>
            <a:pPr indent="0" lvl="0" marL="0" rtl="0" algn="l">
              <a:spcBef>
                <a:spcPts val="900"/>
              </a:spcBef>
              <a:spcAft>
                <a:spcPts val="0"/>
              </a:spcAft>
              <a:buNone/>
            </a:pPr>
            <a:r>
              <a:rPr lang="en" sz="1600"/>
              <a:t>Personal knowledge            Shared knowledge(when there is a common similarity between different types of personal  knowledge)</a:t>
            </a:r>
            <a:endParaRPr sz="1600"/>
          </a:p>
          <a:p>
            <a:pPr indent="0" lvl="0" marL="0" rtl="0" algn="l">
              <a:spcBef>
                <a:spcPts val="900"/>
              </a:spcBef>
              <a:spcAft>
                <a:spcPts val="900"/>
              </a:spcAft>
              <a:buNone/>
            </a:pPr>
            <a:r>
              <a:t/>
            </a:r>
            <a:endParaRPr/>
          </a:p>
        </p:txBody>
      </p:sp>
      <p:cxnSp>
        <p:nvCxnSpPr>
          <p:cNvPr id="154" name="Google Shape;154;p20"/>
          <p:cNvCxnSpPr/>
          <p:nvPr/>
        </p:nvCxnSpPr>
        <p:spPr>
          <a:xfrm>
            <a:off x="6577075" y="3456900"/>
            <a:ext cx="352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8" name="Shape 158"/>
        <p:cNvGrpSpPr/>
        <p:nvPr/>
      </p:nvGrpSpPr>
      <p:grpSpPr>
        <a:xfrm>
          <a:off x="0" y="0"/>
          <a:ext cx="0" cy="0"/>
          <a:chOff x="0" y="0"/>
          <a:chExt cx="0" cy="0"/>
        </a:xfrm>
      </p:grpSpPr>
      <p:sp>
        <p:nvSpPr>
          <p:cNvPr id="159" name="Google Shape;159;p21"/>
          <p:cNvSpPr txBox="1"/>
          <p:nvPr>
            <p:ph type="title"/>
          </p:nvPr>
        </p:nvSpPr>
        <p:spPr>
          <a:xfrm>
            <a:off x="311700" y="0"/>
            <a:ext cx="5461200" cy="4449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a:t>Answering the KQ...</a:t>
            </a:r>
            <a:endParaRPr/>
          </a:p>
        </p:txBody>
      </p:sp>
      <p:sp>
        <p:nvSpPr>
          <p:cNvPr id="160" name="Google Shape;160;p21"/>
          <p:cNvSpPr txBox="1"/>
          <p:nvPr>
            <p:ph idx="1" type="body"/>
          </p:nvPr>
        </p:nvSpPr>
        <p:spPr>
          <a:xfrm>
            <a:off x="29825" y="1017725"/>
            <a:ext cx="9144000" cy="41259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a:p>
            <a:pPr indent="0" lvl="0" marL="0" rtl="0" algn="l">
              <a:spcBef>
                <a:spcPts val="900"/>
              </a:spcBef>
              <a:spcAft>
                <a:spcPts val="0"/>
              </a:spcAft>
              <a:buNone/>
            </a:pPr>
            <a:r>
              <a:rPr lang="en"/>
              <a:t> </a:t>
            </a:r>
            <a:endParaRPr/>
          </a:p>
          <a:p>
            <a:pPr indent="0" lvl="0" marL="0" rtl="0" algn="l">
              <a:spcBef>
                <a:spcPts val="900"/>
              </a:spcBef>
              <a:spcAft>
                <a:spcPts val="900"/>
              </a:spcAft>
              <a:buNone/>
            </a:pPr>
            <a:r>
              <a:t/>
            </a:r>
            <a:endParaRPr/>
          </a:p>
        </p:txBody>
      </p:sp>
      <p:sp>
        <p:nvSpPr>
          <p:cNvPr id="161" name="Google Shape;161;p21"/>
          <p:cNvSpPr txBox="1"/>
          <p:nvPr>
            <p:ph type="title"/>
          </p:nvPr>
        </p:nvSpPr>
        <p:spPr>
          <a:xfrm>
            <a:off x="106500" y="444900"/>
            <a:ext cx="8931000" cy="444900"/>
          </a:xfrm>
          <a:prstGeom prst="rect">
            <a:avLst/>
          </a:prstGeom>
        </p:spPr>
        <p:txBody>
          <a:bodyPr anchorCtr="0" anchor="t" bIns="49950" lIns="49950" spcFirstLastPara="1" rIns="49950" wrap="square" tIns="49950">
            <a:noAutofit/>
          </a:bodyPr>
          <a:lstStyle/>
          <a:p>
            <a:pPr indent="0" lvl="0" marL="0" rtl="0" algn="l">
              <a:lnSpc>
                <a:spcPct val="115000"/>
              </a:lnSpc>
              <a:spcBef>
                <a:spcPts val="0"/>
              </a:spcBef>
              <a:spcAft>
                <a:spcPts val="0"/>
              </a:spcAft>
              <a:buClr>
                <a:schemeClr val="dk1"/>
              </a:buClr>
              <a:buSzPts val="600"/>
              <a:buFont typeface="Arial"/>
              <a:buNone/>
            </a:pPr>
            <a:r>
              <a:rPr b="1" lang="en" sz="2400">
                <a:solidFill>
                  <a:schemeClr val="dk2"/>
                </a:solidFill>
              </a:rPr>
              <a:t>Perspective 1: Ethical theories</a:t>
            </a:r>
            <a:endParaRPr sz="2400"/>
          </a:p>
          <a:p>
            <a:pPr indent="0" lvl="0" marL="0" rtl="0" algn="l">
              <a:spcBef>
                <a:spcPts val="900"/>
              </a:spcBef>
              <a:spcAft>
                <a:spcPts val="0"/>
              </a:spcAft>
              <a:buNone/>
            </a:pPr>
            <a:r>
              <a:t/>
            </a:r>
            <a:endParaRPr/>
          </a:p>
          <a:p>
            <a:pPr indent="0" lvl="0" marL="0" rtl="0" algn="l">
              <a:spcBef>
                <a:spcPts val="0"/>
              </a:spcBef>
              <a:spcAft>
                <a:spcPts val="0"/>
              </a:spcAft>
              <a:buNone/>
            </a:pPr>
            <a:r>
              <a:t/>
            </a:r>
            <a:endParaRPr/>
          </a:p>
        </p:txBody>
      </p:sp>
      <p:sp>
        <p:nvSpPr>
          <p:cNvPr id="162" name="Google Shape;162;p21"/>
          <p:cNvSpPr/>
          <p:nvPr/>
        </p:nvSpPr>
        <p:spPr>
          <a:xfrm>
            <a:off x="82075" y="1145650"/>
            <a:ext cx="2250300" cy="1189500"/>
          </a:xfrm>
          <a:prstGeom prst="rect">
            <a:avLst/>
          </a:prstGeom>
          <a:noFill/>
          <a:ln cap="flat" cmpd="sng" w="9525">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rPr lang="en" sz="1200"/>
              <a:t>Duty-based ethics that determine from the right and wrong, and occur during a person’s action</a:t>
            </a:r>
            <a:endParaRPr sz="1200"/>
          </a:p>
        </p:txBody>
      </p:sp>
      <p:sp>
        <p:nvSpPr>
          <p:cNvPr id="163" name="Google Shape;163;p21"/>
          <p:cNvSpPr/>
          <p:nvPr/>
        </p:nvSpPr>
        <p:spPr>
          <a:xfrm>
            <a:off x="2422275" y="1551025"/>
            <a:ext cx="995100" cy="4449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64" name="Google Shape;164;p21"/>
          <p:cNvSpPr/>
          <p:nvPr/>
        </p:nvSpPr>
        <p:spPr>
          <a:xfrm>
            <a:off x="3507275" y="1145650"/>
            <a:ext cx="2189100" cy="1189500"/>
          </a:xfrm>
          <a:prstGeom prst="rect">
            <a:avLst/>
          </a:prstGeom>
          <a:noFill/>
          <a:ln cap="flat" cmpd="sng" w="9525">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rPr lang="en" sz="1200"/>
              <a:t>Even if the action is considered to be wrong, people still do it because their principles tell them that it is correct to do so.</a:t>
            </a:r>
            <a:endParaRPr sz="1200"/>
          </a:p>
        </p:txBody>
      </p:sp>
      <p:sp>
        <p:nvSpPr>
          <p:cNvPr id="165" name="Google Shape;165;p21"/>
          <p:cNvSpPr/>
          <p:nvPr/>
        </p:nvSpPr>
        <p:spPr>
          <a:xfrm>
            <a:off x="5786263" y="1551025"/>
            <a:ext cx="995100" cy="4449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66" name="Google Shape;166;p21"/>
          <p:cNvSpPr/>
          <p:nvPr/>
        </p:nvSpPr>
        <p:spPr>
          <a:xfrm>
            <a:off x="6781375" y="1229575"/>
            <a:ext cx="2334000" cy="1087800"/>
          </a:xfrm>
          <a:prstGeom prst="rect">
            <a:avLst/>
          </a:prstGeom>
          <a:noFill/>
          <a:ln cap="flat" cmpd="sng" w="9525">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rPr lang="en" sz="1200">
                <a:highlight>
                  <a:schemeClr val="accent6"/>
                </a:highlight>
              </a:rPr>
              <a:t>The Deontological theories influence our decision making on what is right or wrong.  </a:t>
            </a:r>
            <a:endParaRPr sz="1200">
              <a:highlight>
                <a:schemeClr val="accent6"/>
              </a:highlight>
            </a:endParaRPr>
          </a:p>
        </p:txBody>
      </p:sp>
      <p:sp>
        <p:nvSpPr>
          <p:cNvPr id="167" name="Google Shape;167;p21"/>
          <p:cNvSpPr/>
          <p:nvPr/>
        </p:nvSpPr>
        <p:spPr>
          <a:xfrm>
            <a:off x="2422275" y="3835675"/>
            <a:ext cx="995100" cy="4449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68" name="Google Shape;168;p21"/>
          <p:cNvSpPr/>
          <p:nvPr/>
        </p:nvSpPr>
        <p:spPr>
          <a:xfrm>
            <a:off x="61725" y="2950825"/>
            <a:ext cx="2334000" cy="1762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1"/>
          <p:cNvSpPr txBox="1"/>
          <p:nvPr/>
        </p:nvSpPr>
        <p:spPr>
          <a:xfrm>
            <a:off x="61725" y="2950825"/>
            <a:ext cx="2334000" cy="1762500"/>
          </a:xfrm>
          <a:prstGeom prst="rect">
            <a:avLst/>
          </a:prstGeom>
          <a:noFill/>
          <a:ln>
            <a:noFill/>
          </a:ln>
        </p:spPr>
        <p:txBody>
          <a:bodyPr anchorCtr="0" anchor="t" bIns="91425" lIns="91425" spcFirstLastPara="1" rIns="91425" wrap="square" tIns="91425">
            <a:noAutofit/>
          </a:bodyPr>
          <a:lstStyle/>
          <a:p>
            <a:pPr indent="-215900" lvl="0" marL="254000" rtl="0" algn="l">
              <a:spcBef>
                <a:spcPts val="0"/>
              </a:spcBef>
              <a:spcAft>
                <a:spcPts val="0"/>
              </a:spcAft>
              <a:buClr>
                <a:schemeClr val="dk1"/>
              </a:buClr>
              <a:buSzPts val="1400"/>
              <a:buChar char="●"/>
            </a:pPr>
            <a:r>
              <a:rPr lang="en">
                <a:solidFill>
                  <a:schemeClr val="dk1"/>
                </a:solidFill>
              </a:rPr>
              <a:t>Dependent on the scale of the results of each action.</a:t>
            </a:r>
            <a:endParaRPr>
              <a:solidFill>
                <a:schemeClr val="dk1"/>
              </a:solidFill>
            </a:endParaRPr>
          </a:p>
          <a:p>
            <a:pPr indent="-215900" lvl="0" marL="254000" rtl="0" algn="l">
              <a:spcBef>
                <a:spcPts val="0"/>
              </a:spcBef>
              <a:spcAft>
                <a:spcPts val="0"/>
              </a:spcAft>
              <a:buClr>
                <a:schemeClr val="dk1"/>
              </a:buClr>
              <a:buSzPts val="1400"/>
              <a:buChar char="●"/>
            </a:pPr>
            <a:r>
              <a:rPr lang="en">
                <a:solidFill>
                  <a:schemeClr val="dk1"/>
                </a:solidFill>
              </a:rPr>
              <a:t>The scale of each positive or negative consequence determine how appropriate an action is </a:t>
            </a:r>
            <a:endParaRPr>
              <a:solidFill>
                <a:schemeClr val="dk1"/>
              </a:solidFill>
            </a:endParaRPr>
          </a:p>
          <a:p>
            <a:pPr indent="0" lvl="0" marL="0" rtl="0" algn="l">
              <a:spcBef>
                <a:spcPts val="0"/>
              </a:spcBef>
              <a:spcAft>
                <a:spcPts val="0"/>
              </a:spcAft>
              <a:buNone/>
            </a:pPr>
            <a:r>
              <a:t/>
            </a:r>
            <a:endParaRPr/>
          </a:p>
        </p:txBody>
      </p:sp>
      <p:sp>
        <p:nvSpPr>
          <p:cNvPr id="170" name="Google Shape;170;p21"/>
          <p:cNvSpPr/>
          <p:nvPr/>
        </p:nvSpPr>
        <p:spPr>
          <a:xfrm>
            <a:off x="3443925" y="3001850"/>
            <a:ext cx="2123400" cy="2001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1"/>
          <p:cNvSpPr txBox="1"/>
          <p:nvPr/>
        </p:nvSpPr>
        <p:spPr>
          <a:xfrm>
            <a:off x="3417375" y="3035900"/>
            <a:ext cx="2123400" cy="1933500"/>
          </a:xfrm>
          <a:prstGeom prst="rect">
            <a:avLst/>
          </a:prstGeom>
          <a:noFill/>
          <a:ln>
            <a:noFill/>
          </a:ln>
        </p:spPr>
        <p:txBody>
          <a:bodyPr anchorCtr="0" anchor="t" bIns="91425" lIns="91425" spcFirstLastPara="1" rIns="91425" wrap="square" tIns="91425">
            <a:noAutofit/>
          </a:bodyPr>
          <a:lstStyle/>
          <a:p>
            <a:pPr indent="-228600" lvl="0" marL="254000" rtl="0" algn="l">
              <a:spcBef>
                <a:spcPts val="0"/>
              </a:spcBef>
              <a:spcAft>
                <a:spcPts val="0"/>
              </a:spcAft>
              <a:buClr>
                <a:schemeClr val="dk1"/>
              </a:buClr>
              <a:buSzPts val="1600"/>
              <a:buChar char="●"/>
            </a:pPr>
            <a:r>
              <a:rPr lang="en" sz="1600">
                <a:solidFill>
                  <a:schemeClr val="dk1"/>
                </a:solidFill>
              </a:rPr>
              <a:t>Utilitarianism- people maximizing their human welfare </a:t>
            </a:r>
            <a:endParaRPr sz="1600">
              <a:solidFill>
                <a:schemeClr val="dk1"/>
              </a:solidFill>
            </a:endParaRPr>
          </a:p>
          <a:p>
            <a:pPr indent="-228600" lvl="0" marL="254000" rtl="0" algn="l">
              <a:spcBef>
                <a:spcPts val="0"/>
              </a:spcBef>
              <a:spcAft>
                <a:spcPts val="0"/>
              </a:spcAft>
              <a:buClr>
                <a:schemeClr val="dk1"/>
              </a:buClr>
              <a:buSzPts val="1600"/>
              <a:buChar char="●"/>
            </a:pPr>
            <a:r>
              <a:rPr lang="en" sz="1600">
                <a:solidFill>
                  <a:schemeClr val="dk1"/>
                </a:solidFill>
              </a:rPr>
              <a:t>Hedonism- maximising human pleasure</a:t>
            </a:r>
            <a:endParaRPr sz="1600">
              <a:solidFill>
                <a:schemeClr val="dk1"/>
              </a:solidFill>
            </a:endParaRPr>
          </a:p>
          <a:p>
            <a:pPr indent="0" lvl="0" marL="0" rtl="0" algn="l">
              <a:spcBef>
                <a:spcPts val="0"/>
              </a:spcBef>
              <a:spcAft>
                <a:spcPts val="0"/>
              </a:spcAft>
              <a:buNone/>
            </a:pPr>
            <a:r>
              <a:t/>
            </a:r>
            <a:endParaRPr/>
          </a:p>
        </p:txBody>
      </p:sp>
      <p:sp>
        <p:nvSpPr>
          <p:cNvPr id="172" name="Google Shape;172;p21"/>
          <p:cNvSpPr/>
          <p:nvPr/>
        </p:nvSpPr>
        <p:spPr>
          <a:xfrm>
            <a:off x="5629450" y="3835675"/>
            <a:ext cx="995100" cy="4449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73" name="Google Shape;173;p21"/>
          <p:cNvSpPr/>
          <p:nvPr/>
        </p:nvSpPr>
        <p:spPr>
          <a:xfrm>
            <a:off x="6682200" y="2711550"/>
            <a:ext cx="2334000" cy="236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1"/>
          <p:cNvSpPr txBox="1"/>
          <p:nvPr/>
        </p:nvSpPr>
        <p:spPr>
          <a:xfrm>
            <a:off x="6797150" y="2755050"/>
            <a:ext cx="2123400" cy="22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dk1"/>
                </a:solidFill>
              </a:rPr>
              <a:t>Different stakeholders have different moral value, thus, uphold different ethical principles</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  </a:t>
            </a:r>
            <a:r>
              <a:rPr lang="en" sz="1600">
                <a:solidFill>
                  <a:schemeClr val="dk1"/>
                </a:solidFill>
                <a:highlight>
                  <a:srgbClr val="FFFF00"/>
                </a:highlight>
              </a:rPr>
              <a:t>The consequentialist theories also influence our decision making on what is right or wrong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8" name="Shape 178"/>
        <p:cNvGrpSpPr/>
        <p:nvPr/>
      </p:nvGrpSpPr>
      <p:grpSpPr>
        <a:xfrm>
          <a:off x="0" y="0"/>
          <a:ext cx="0" cy="0"/>
          <a:chOff x="0" y="0"/>
          <a:chExt cx="0" cy="0"/>
        </a:xfrm>
      </p:grpSpPr>
      <p:graphicFrame>
        <p:nvGraphicFramePr>
          <p:cNvPr id="179" name="Google Shape;179;p22"/>
          <p:cNvGraphicFramePr/>
          <p:nvPr/>
        </p:nvGraphicFramePr>
        <p:xfrm>
          <a:off x="46500" y="0"/>
          <a:ext cx="3000000" cy="3000000"/>
        </p:xfrm>
        <a:graphic>
          <a:graphicData uri="http://schemas.openxmlformats.org/drawingml/2006/table">
            <a:tbl>
              <a:tblPr>
                <a:noFill/>
                <a:tableStyleId>{955D4D15-6DEB-4B95-89B5-3482897C179A}</a:tableStyleId>
              </a:tblPr>
              <a:tblGrid>
                <a:gridCol w="1275150"/>
                <a:gridCol w="7822350"/>
              </a:tblGrid>
              <a:tr h="1340100">
                <a:tc>
                  <a:txBody>
                    <a:bodyPr/>
                    <a:lstStyle/>
                    <a:p>
                      <a:pPr indent="0" lvl="0" marL="0" rtl="0" algn="l">
                        <a:spcBef>
                          <a:spcPts val="0"/>
                        </a:spcBef>
                        <a:spcAft>
                          <a:spcPts val="0"/>
                        </a:spcAft>
                        <a:buNone/>
                      </a:pPr>
                      <a:r>
                        <a:rPr lang="en" sz="1500"/>
                        <a:t>Decisions </a:t>
                      </a:r>
                      <a:r>
                        <a:rPr lang="en" sz="1500"/>
                        <a:t>influenced</a:t>
                      </a:r>
                      <a:r>
                        <a:rPr lang="en" sz="1500"/>
                        <a:t> by </a:t>
                      </a:r>
                      <a:r>
                        <a:rPr lang="en" sz="1500"/>
                        <a:t>ethical</a:t>
                      </a:r>
                      <a:r>
                        <a:rPr lang="en" sz="1500"/>
                        <a:t> theories</a:t>
                      </a:r>
                      <a:endParaRPr sz="1500"/>
                    </a:p>
                  </a:txBody>
                  <a:tcPr marT="91425" marB="91425" marR="51600" marL="51600"/>
                </a:tc>
                <a:tc>
                  <a:txBody>
                    <a:bodyPr/>
                    <a:lstStyle/>
                    <a:p>
                      <a:pPr indent="0" lvl="0" marL="0" rtl="0" algn="l">
                        <a:spcBef>
                          <a:spcPts val="0"/>
                        </a:spcBef>
                        <a:spcAft>
                          <a:spcPts val="0"/>
                        </a:spcAft>
                        <a:buNone/>
                      </a:pPr>
                      <a:r>
                        <a:rPr lang="en" sz="1400"/>
                        <a:t>Details</a:t>
                      </a:r>
                      <a:endParaRPr sz="1400"/>
                    </a:p>
                  </a:txBody>
                  <a:tcPr marT="91425" marB="91425" marR="51600" marL="51600"/>
                </a:tc>
              </a:tr>
              <a:tr h="2379050">
                <a:tc>
                  <a:txBody>
                    <a:bodyPr/>
                    <a:lstStyle/>
                    <a:p>
                      <a:pPr indent="0" lvl="0" marL="0" rtl="0" algn="l">
                        <a:spcBef>
                          <a:spcPts val="0"/>
                        </a:spcBef>
                        <a:spcAft>
                          <a:spcPts val="0"/>
                        </a:spcAft>
                        <a:buNone/>
                      </a:pPr>
                      <a:r>
                        <a:rPr lang="en" sz="1500"/>
                        <a:t>G7 Countries</a:t>
                      </a:r>
                      <a:endParaRPr sz="1500"/>
                    </a:p>
                  </a:txBody>
                  <a:tcPr marT="91425" marB="91425" marR="51600" marL="51600"/>
                </a:tc>
                <a:tc>
                  <a:txBody>
                    <a:bodyPr/>
                    <a:lstStyle/>
                    <a:p>
                      <a:pPr indent="0" lvl="0" marL="0" rtl="0" algn="l">
                        <a:spcBef>
                          <a:spcPts val="0"/>
                        </a:spcBef>
                        <a:spcAft>
                          <a:spcPts val="0"/>
                        </a:spcAft>
                        <a:buNone/>
                      </a:pPr>
                      <a:r>
                        <a:rPr lang="en" sz="1500"/>
                        <a:t>Deontological</a:t>
                      </a:r>
                      <a:r>
                        <a:rPr lang="en" sz="1500"/>
                        <a:t> theory:</a:t>
                      </a:r>
                      <a:endParaRPr sz="1500"/>
                    </a:p>
                    <a:p>
                      <a:pPr indent="0" lvl="0" marL="0" rtl="0" algn="l">
                        <a:spcBef>
                          <a:spcPts val="0"/>
                        </a:spcBef>
                        <a:spcAft>
                          <a:spcPts val="0"/>
                        </a:spcAft>
                        <a:buNone/>
                      </a:pPr>
                      <a:r>
                        <a:rPr lang="en" sz="1500"/>
                        <a:t>Pledged US$20 million to aid Brazil in combating forest fires as they see it as the </a:t>
                      </a:r>
                      <a:r>
                        <a:rPr lang="en" sz="1500">
                          <a:solidFill>
                            <a:schemeClr val="dk1"/>
                          </a:solidFill>
                        </a:rPr>
                        <a:t>utmost important duty to protect and safeguard</a:t>
                      </a:r>
                      <a:r>
                        <a:rPr lang="en" sz="1500"/>
                        <a:t> the environment, even if that means harming the relationship with Brazil. Moreover they understand the importance of the forest for other stakeholders as well and the action is right by the nature of it.</a:t>
                      </a:r>
                      <a:endParaRPr sz="1500">
                        <a:solidFill>
                          <a:schemeClr val="dk1"/>
                        </a:solidFill>
                      </a:endParaRPr>
                    </a:p>
                    <a:p>
                      <a:pPr indent="0" lvl="0" marL="0" rtl="0" algn="l">
                        <a:spcBef>
                          <a:spcPts val="0"/>
                        </a:spcBef>
                        <a:spcAft>
                          <a:spcPts val="0"/>
                        </a:spcAft>
                        <a:buNone/>
                      </a:pPr>
                      <a:r>
                        <a:rPr lang="en" sz="1500"/>
                        <a:t>U</a:t>
                      </a:r>
                      <a:r>
                        <a:rPr lang="en" sz="1500"/>
                        <a:t>tilitarianism:</a:t>
                      </a:r>
                      <a:endParaRPr sz="1500"/>
                    </a:p>
                    <a:p>
                      <a:pPr indent="0" lvl="0" marL="0" rtl="0" algn="l">
                        <a:spcBef>
                          <a:spcPts val="0"/>
                        </a:spcBef>
                        <a:spcAft>
                          <a:spcPts val="0"/>
                        </a:spcAft>
                        <a:buNone/>
                      </a:pPr>
                      <a:r>
                        <a:rPr lang="en" sz="1500"/>
                        <a:t>maximise people’s welfare all over the world by containing the forest fires, in order to control the planet’s climate. </a:t>
                      </a:r>
                      <a:endParaRPr sz="1500"/>
                    </a:p>
                    <a:p>
                      <a:pPr indent="0" lvl="0" marL="0" rtl="0" algn="l">
                        <a:spcBef>
                          <a:spcPts val="0"/>
                        </a:spcBef>
                        <a:spcAft>
                          <a:spcPts val="0"/>
                        </a:spcAft>
                        <a:buNone/>
                      </a:pPr>
                      <a:r>
                        <a:t/>
                      </a:r>
                      <a:endParaRPr sz="1500"/>
                    </a:p>
                  </a:txBody>
                  <a:tcPr marT="91425" marB="91425" marR="51600" marL="51600"/>
                </a:tc>
              </a:tr>
              <a:tr h="1340100">
                <a:tc>
                  <a:txBody>
                    <a:bodyPr/>
                    <a:lstStyle/>
                    <a:p>
                      <a:pPr indent="0" lvl="0" marL="0" rtl="0" algn="l">
                        <a:spcBef>
                          <a:spcPts val="0"/>
                        </a:spcBef>
                        <a:spcAft>
                          <a:spcPts val="0"/>
                        </a:spcAft>
                        <a:buNone/>
                      </a:pPr>
                      <a:r>
                        <a:rPr lang="en" sz="1500"/>
                        <a:t>Farmers</a:t>
                      </a:r>
                      <a:endParaRPr sz="1500"/>
                    </a:p>
                  </a:txBody>
                  <a:tcPr marT="91425" marB="91425" marR="51600" marL="51600"/>
                </a:tc>
                <a:tc>
                  <a:txBody>
                    <a:bodyPr/>
                    <a:lstStyle/>
                    <a:p>
                      <a:pPr indent="0" lvl="0" marL="0" rtl="0" algn="l">
                        <a:spcBef>
                          <a:spcPts val="0"/>
                        </a:spcBef>
                        <a:spcAft>
                          <a:spcPts val="0"/>
                        </a:spcAft>
                        <a:buNone/>
                      </a:pPr>
                      <a:r>
                        <a:rPr lang="en" sz="1500">
                          <a:solidFill>
                            <a:schemeClr val="dk1"/>
                          </a:solidFill>
                        </a:rPr>
                        <a:t>Deontological theory:</a:t>
                      </a:r>
                      <a:endParaRPr sz="1500"/>
                    </a:p>
                    <a:p>
                      <a:pPr indent="0" lvl="0" marL="0" rtl="0" algn="l">
                        <a:spcBef>
                          <a:spcPts val="0"/>
                        </a:spcBef>
                        <a:spcAft>
                          <a:spcPts val="0"/>
                        </a:spcAft>
                        <a:buNone/>
                      </a:pPr>
                      <a:r>
                        <a:rPr lang="en" sz="1500"/>
                        <a:t>Slash-and-burn methods to create pasture land for agriculture and livestock. T</a:t>
                      </a:r>
                      <a:r>
                        <a:rPr lang="en" sz="1500"/>
                        <a:t>h</a:t>
                      </a:r>
                      <a:r>
                        <a:rPr lang="en" sz="1500"/>
                        <a:t>is could be a source for their living income for family and food for their family and others around the world. It is their duty to look after the family. </a:t>
                      </a:r>
                      <a:endParaRPr sz="1500"/>
                    </a:p>
                  </a:txBody>
                  <a:tcPr marT="91425" marB="91425" marR="51600" marL="5160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3" name="Shape 183"/>
        <p:cNvGrpSpPr/>
        <p:nvPr/>
      </p:nvGrpSpPr>
      <p:grpSpPr>
        <a:xfrm>
          <a:off x="0" y="0"/>
          <a:ext cx="0" cy="0"/>
          <a:chOff x="0" y="0"/>
          <a:chExt cx="0" cy="0"/>
        </a:xfrm>
      </p:grpSpPr>
      <p:graphicFrame>
        <p:nvGraphicFramePr>
          <p:cNvPr id="184" name="Google Shape;184;p23"/>
          <p:cNvGraphicFramePr/>
          <p:nvPr/>
        </p:nvGraphicFramePr>
        <p:xfrm>
          <a:off x="1" y="-6"/>
          <a:ext cx="3000000" cy="3000000"/>
        </p:xfrm>
        <a:graphic>
          <a:graphicData uri="http://schemas.openxmlformats.org/drawingml/2006/table">
            <a:tbl>
              <a:tblPr>
                <a:noFill/>
                <a:tableStyleId>{955D4D15-6DEB-4B95-89B5-3482897C179A}</a:tableStyleId>
              </a:tblPr>
              <a:tblGrid>
                <a:gridCol w="2048425"/>
                <a:gridCol w="7095575"/>
              </a:tblGrid>
              <a:tr h="583800">
                <a:tc>
                  <a:txBody>
                    <a:bodyPr/>
                    <a:lstStyle/>
                    <a:p>
                      <a:pPr indent="0" lvl="0" marL="0" rtl="0" algn="l">
                        <a:spcBef>
                          <a:spcPts val="0"/>
                        </a:spcBef>
                        <a:spcAft>
                          <a:spcPts val="0"/>
                        </a:spcAft>
                        <a:buNone/>
                      </a:pPr>
                      <a:r>
                        <a:rPr lang="en"/>
                        <a:t>Decisions influenced</a:t>
                      </a:r>
                      <a:r>
                        <a:rPr lang="en" sz="1400"/>
                        <a:t> by </a:t>
                      </a:r>
                      <a:r>
                        <a:rPr lang="en"/>
                        <a:t>ethical </a:t>
                      </a:r>
                      <a:r>
                        <a:rPr lang="en" sz="1400"/>
                        <a:t>theories</a:t>
                      </a:r>
                      <a:endParaRPr sz="1400"/>
                    </a:p>
                  </a:txBody>
                  <a:tcPr marT="91425" marB="91425" marR="51600" marL="51600"/>
                </a:tc>
                <a:tc>
                  <a:txBody>
                    <a:bodyPr/>
                    <a:lstStyle/>
                    <a:p>
                      <a:pPr indent="0" lvl="0" marL="0" rtl="0" algn="l">
                        <a:spcBef>
                          <a:spcPts val="0"/>
                        </a:spcBef>
                        <a:spcAft>
                          <a:spcPts val="0"/>
                        </a:spcAft>
                        <a:buNone/>
                      </a:pPr>
                      <a:r>
                        <a:rPr lang="en" sz="1400"/>
                        <a:t>Details</a:t>
                      </a:r>
                      <a:endParaRPr sz="1400"/>
                    </a:p>
                  </a:txBody>
                  <a:tcPr marT="91425" marB="91425" marR="51600" marL="51600"/>
                </a:tc>
              </a:tr>
              <a:tr h="1397925">
                <a:tc>
                  <a:txBody>
                    <a:bodyPr/>
                    <a:lstStyle/>
                    <a:p>
                      <a:pPr indent="0" lvl="0" marL="0" rtl="0" algn="l">
                        <a:spcBef>
                          <a:spcPts val="0"/>
                        </a:spcBef>
                        <a:spcAft>
                          <a:spcPts val="0"/>
                        </a:spcAft>
                        <a:buNone/>
                      </a:pPr>
                      <a:r>
                        <a:rPr lang="en"/>
                        <a:t>Brazilian president</a:t>
                      </a:r>
                      <a:endParaRPr/>
                    </a:p>
                    <a:p>
                      <a:pPr indent="0" lvl="0" marL="0" rtl="0" algn="l">
                        <a:spcBef>
                          <a:spcPts val="0"/>
                        </a:spcBef>
                        <a:spcAft>
                          <a:spcPts val="0"/>
                        </a:spcAft>
                        <a:buNone/>
                      </a:pPr>
                      <a:r>
                        <a:rPr lang="en"/>
                        <a:t>Mr Jair Bolsonaro</a:t>
                      </a:r>
                      <a:endParaRPr/>
                    </a:p>
                  </a:txBody>
                  <a:tcPr marT="91425" marB="91425" marR="51600" marL="51600">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Deontological theories:</a:t>
                      </a:r>
                      <a:r>
                        <a:rPr lang="en">
                          <a:solidFill>
                            <a:schemeClr val="dk1"/>
                          </a:solidFill>
                        </a:rPr>
                        <a:t> </a:t>
                      </a:r>
                      <a:endParaRPr>
                        <a:solidFill>
                          <a:schemeClr val="dk1"/>
                        </a:solidFill>
                      </a:endParaRPr>
                    </a:p>
                    <a:p>
                      <a:pPr indent="-215900" lvl="0" marL="254000" rtl="0" algn="l">
                        <a:spcBef>
                          <a:spcPts val="0"/>
                        </a:spcBef>
                        <a:spcAft>
                          <a:spcPts val="0"/>
                        </a:spcAft>
                        <a:buClr>
                          <a:schemeClr val="dk1"/>
                        </a:buClr>
                        <a:buSzPts val="1400"/>
                        <a:buChar char="●"/>
                      </a:pPr>
                      <a:r>
                        <a:rPr lang="en">
                          <a:solidFill>
                            <a:schemeClr val="dk1"/>
                          </a:solidFill>
                        </a:rPr>
                        <a:t>He views the economy as a priority instead of the environment as the forest fires will create jobs for his people despite the recent climate change problems</a:t>
                      </a:r>
                      <a:endParaRPr>
                        <a:solidFill>
                          <a:schemeClr val="dk1"/>
                        </a:solidFill>
                      </a:endParaRPr>
                    </a:p>
                    <a:p>
                      <a:pPr indent="0" lvl="0" marL="0" rtl="0" algn="l">
                        <a:spcBef>
                          <a:spcPts val="0"/>
                        </a:spcBef>
                        <a:spcAft>
                          <a:spcPts val="0"/>
                        </a:spcAft>
                        <a:buNone/>
                      </a:pPr>
                      <a:r>
                        <a:rPr lang="en">
                          <a:solidFill>
                            <a:schemeClr val="dk1"/>
                          </a:solidFill>
                        </a:rPr>
                        <a:t>Consequentialist theory and utilitarianism:</a:t>
                      </a:r>
                      <a:endParaRPr>
                        <a:solidFill>
                          <a:schemeClr val="dk1"/>
                        </a:solidFill>
                      </a:endParaRPr>
                    </a:p>
                    <a:p>
                      <a:pPr indent="-215900" lvl="0" marL="254000" rtl="0" algn="l">
                        <a:spcBef>
                          <a:spcPts val="0"/>
                        </a:spcBef>
                        <a:spcAft>
                          <a:spcPts val="0"/>
                        </a:spcAft>
                        <a:buClr>
                          <a:schemeClr val="dk1"/>
                        </a:buClr>
                        <a:buSzPts val="1400"/>
                        <a:buChar char="●"/>
                      </a:pPr>
                      <a:r>
                        <a:rPr lang="en">
                          <a:solidFill>
                            <a:schemeClr val="dk1"/>
                          </a:solidFill>
                        </a:rPr>
                        <a:t>He did his duty as a president by providing more jobs for his people, thuis maximising their welfare</a:t>
                      </a:r>
                      <a:endParaRPr/>
                    </a:p>
                  </a:txBody>
                  <a:tcPr marT="91425" marB="91425" marR="51600" marL="51600">
                    <a:lnB cap="flat" cmpd="sng" w="9525">
                      <a:solidFill>
                        <a:srgbClr val="9E9E9E"/>
                      </a:solidFill>
                      <a:prstDash val="solid"/>
                      <a:round/>
                      <a:headEnd len="sm" w="sm" type="none"/>
                      <a:tailEnd len="sm" w="sm" type="none"/>
                    </a:lnB>
                  </a:tcPr>
                </a:tc>
              </a:tr>
              <a:tr h="1598275">
                <a:tc>
                  <a:txBody>
                    <a:bodyPr/>
                    <a:lstStyle/>
                    <a:p>
                      <a:pPr indent="0" lvl="0" marL="0" rtl="0" algn="l">
                        <a:spcBef>
                          <a:spcPts val="0"/>
                        </a:spcBef>
                        <a:spcAft>
                          <a:spcPts val="0"/>
                        </a:spcAft>
                        <a:buNone/>
                      </a:pPr>
                      <a:r>
                        <a:rPr lang="en" sz="1400"/>
                        <a:t>Consumers</a:t>
                      </a:r>
                      <a:endParaRPr sz="1400"/>
                    </a:p>
                  </a:txBody>
                  <a:tcPr marT="91425" marB="91425" marR="51600" marL="516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Hedonism:</a:t>
                      </a:r>
                      <a:endParaRPr/>
                    </a:p>
                    <a:p>
                      <a:pPr indent="0" lvl="0" marL="0" rtl="0" algn="l">
                        <a:spcBef>
                          <a:spcPts val="0"/>
                        </a:spcBef>
                        <a:spcAft>
                          <a:spcPts val="0"/>
                        </a:spcAft>
                        <a:buNone/>
                      </a:pPr>
                      <a:r>
                        <a:rPr lang="en" sz="1400"/>
                        <a:t>The demand for Brazilian meat and commodities, especially by Chinese consumers, would be able to satisfy their cravings and needs </a:t>
                      </a:r>
                      <a:endParaRPr/>
                    </a:p>
                    <a:p>
                      <a:pPr indent="0" lvl="0" marL="0" rtl="0" algn="l">
                        <a:spcBef>
                          <a:spcPts val="0"/>
                        </a:spcBef>
                        <a:spcAft>
                          <a:spcPts val="0"/>
                        </a:spcAft>
                        <a:buNone/>
                      </a:pPr>
                      <a:r>
                        <a:rPr lang="en"/>
                        <a:t>utilitarianism:</a:t>
                      </a:r>
                      <a:endParaRPr/>
                    </a:p>
                    <a:p>
                      <a:pPr indent="0" lvl="0" marL="0" rtl="0" algn="l">
                        <a:spcBef>
                          <a:spcPts val="0"/>
                        </a:spcBef>
                        <a:spcAft>
                          <a:spcPts val="0"/>
                        </a:spcAft>
                        <a:buNone/>
                      </a:pPr>
                      <a:r>
                        <a:rPr lang="en"/>
                        <a:t>E</a:t>
                      </a:r>
                      <a:r>
                        <a:rPr lang="en" sz="1400"/>
                        <a:t>ven if this means greater deforestation back in the Amazon</a:t>
                      </a:r>
                      <a:r>
                        <a:rPr lang="en"/>
                        <a:t>, the consumers feel that they have little involvement with protecting the environment as they are not directly responsible for the forest fires.</a:t>
                      </a:r>
                      <a:endParaRPr sz="1400"/>
                    </a:p>
                    <a:p>
                      <a:pPr indent="0" lvl="0" marL="0" rtl="0" algn="l">
                        <a:spcBef>
                          <a:spcPts val="0"/>
                        </a:spcBef>
                        <a:spcAft>
                          <a:spcPts val="0"/>
                        </a:spcAft>
                        <a:buNone/>
                      </a:pPr>
                      <a:r>
                        <a:t/>
                      </a:r>
                      <a:endParaRPr sz="1400"/>
                    </a:p>
                  </a:txBody>
                  <a:tcPr marT="91425" marB="91425" marR="51600" marL="516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030350">
                <a:tc>
                  <a:txBody>
                    <a:bodyPr/>
                    <a:lstStyle/>
                    <a:p>
                      <a:pPr indent="0" lvl="0" marL="0" rtl="0" algn="l">
                        <a:spcBef>
                          <a:spcPts val="0"/>
                        </a:spcBef>
                        <a:spcAft>
                          <a:spcPts val="0"/>
                        </a:spcAft>
                        <a:buNone/>
                      </a:pPr>
                      <a:r>
                        <a:rPr lang="en"/>
                        <a:t>Indigenous tribes</a:t>
                      </a:r>
                      <a:endParaRPr sz="1400"/>
                    </a:p>
                  </a:txBody>
                  <a:tcPr marT="91425" marB="91425" marR="51600" marL="516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Consequentialist theory and utilitarianism :</a:t>
                      </a:r>
                      <a:endParaRPr/>
                    </a:p>
                    <a:p>
                      <a:pPr indent="0" lvl="0" marL="0" rtl="0" algn="l">
                        <a:spcBef>
                          <a:spcPts val="0"/>
                        </a:spcBef>
                        <a:spcAft>
                          <a:spcPts val="0"/>
                        </a:spcAft>
                        <a:buNone/>
                      </a:pPr>
                      <a:r>
                        <a:rPr lang="en"/>
                        <a:t>Lives of the future generation of the Mura tribe will be affected as</a:t>
                      </a:r>
                      <a:r>
                        <a:rPr lang="en">
                          <a:solidFill>
                            <a:schemeClr val="dk1"/>
                          </a:solidFill>
                        </a:rPr>
                        <a:t> their existence and welfare are  threatened by the forest fires.</a:t>
                      </a:r>
                      <a:r>
                        <a:rPr lang="en"/>
                        <a:t> </a:t>
                      </a:r>
                      <a:r>
                        <a:rPr lang="en">
                          <a:solidFill>
                            <a:schemeClr val="dk1"/>
                          </a:solidFill>
                        </a:rPr>
                        <a:t>The forest provides them shelter and food for them.</a:t>
                      </a:r>
                      <a:r>
                        <a:rPr lang="en"/>
                        <a:t>They want to protect the forest to maximise the welfare of their people and benefit the environment </a:t>
                      </a:r>
                      <a:endParaRPr sz="1400"/>
                    </a:p>
                  </a:txBody>
                  <a:tcPr marT="91425" marB="91425" marR="51600" marL="516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8" name="Shape 188"/>
        <p:cNvGrpSpPr/>
        <p:nvPr/>
      </p:nvGrpSpPr>
      <p:grpSpPr>
        <a:xfrm>
          <a:off x="0" y="0"/>
          <a:ext cx="0" cy="0"/>
          <a:chOff x="0" y="0"/>
          <a:chExt cx="0" cy="0"/>
        </a:xfrm>
      </p:grpSpPr>
      <p:sp>
        <p:nvSpPr>
          <p:cNvPr id="189" name="Google Shape;189;p24"/>
          <p:cNvSpPr txBox="1"/>
          <p:nvPr>
            <p:ph type="title"/>
          </p:nvPr>
        </p:nvSpPr>
        <p:spPr>
          <a:xfrm>
            <a:off x="61875" y="132425"/>
            <a:ext cx="7873800" cy="5727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sz="3000"/>
              <a:t>Perspective 2:  Indigenous knowledge system</a:t>
            </a:r>
            <a:endParaRPr sz="3000"/>
          </a:p>
        </p:txBody>
      </p:sp>
      <p:sp>
        <p:nvSpPr>
          <p:cNvPr id="190" name="Google Shape;190;p24"/>
          <p:cNvSpPr/>
          <p:nvPr/>
        </p:nvSpPr>
        <p:spPr>
          <a:xfrm>
            <a:off x="61875" y="705125"/>
            <a:ext cx="2204400" cy="175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Unique, traditional, local </a:t>
            </a:r>
            <a:r>
              <a:rPr lang="en"/>
              <a:t>knowledge</a:t>
            </a:r>
            <a:r>
              <a:rPr lang="en"/>
              <a:t> existing within and developed around the </a:t>
            </a:r>
            <a:r>
              <a:rPr lang="en"/>
              <a:t>specific</a:t>
            </a:r>
            <a:r>
              <a:rPr lang="en"/>
              <a:t> conditions of women and men indigenous to a particular geographic area </a:t>
            </a:r>
            <a:endParaRPr/>
          </a:p>
        </p:txBody>
      </p:sp>
      <p:sp>
        <p:nvSpPr>
          <p:cNvPr id="191" name="Google Shape;191;p24"/>
          <p:cNvSpPr/>
          <p:nvPr/>
        </p:nvSpPr>
        <p:spPr>
          <a:xfrm>
            <a:off x="2413175" y="1017725"/>
            <a:ext cx="995100" cy="4449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92" name="Google Shape;192;p24"/>
          <p:cNvSpPr/>
          <p:nvPr/>
        </p:nvSpPr>
        <p:spPr>
          <a:xfrm rot="2834156">
            <a:off x="7343587" y="1755113"/>
            <a:ext cx="995020" cy="444969"/>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l">
              <a:spcBef>
                <a:spcPts val="0"/>
              </a:spcBef>
              <a:spcAft>
                <a:spcPts val="0"/>
              </a:spcAft>
              <a:buNone/>
            </a:pPr>
            <a:r>
              <a:t/>
            </a:r>
            <a:endParaRPr/>
          </a:p>
        </p:txBody>
      </p:sp>
      <p:sp>
        <p:nvSpPr>
          <p:cNvPr id="193" name="Google Shape;193;p24"/>
          <p:cNvSpPr txBox="1"/>
          <p:nvPr/>
        </p:nvSpPr>
        <p:spPr>
          <a:xfrm>
            <a:off x="4572000" y="2460125"/>
            <a:ext cx="4624200" cy="1514100"/>
          </a:xfrm>
          <a:prstGeom prst="rect">
            <a:avLst/>
          </a:prstGeom>
          <a:noFill/>
          <a:ln cap="flat" cmpd="sng" w="9525">
            <a:solidFill>
              <a:srgbClr val="000000"/>
            </a:solidFill>
            <a:prstDash val="solid"/>
            <a:round/>
            <a:headEnd len="sm" w="sm" type="none"/>
            <a:tailEnd len="sm" w="sm" type="none"/>
          </a:ln>
        </p:spPr>
        <p:txBody>
          <a:bodyPr anchorCtr="0" anchor="t" bIns="49950" lIns="49950" spcFirstLastPara="1" rIns="49950" wrap="square" tIns="49950">
            <a:noAutofit/>
          </a:bodyPr>
          <a:lstStyle/>
          <a:p>
            <a:pPr indent="0" lvl="0" marL="0" rtl="0" algn="l">
              <a:spcBef>
                <a:spcPts val="0"/>
              </a:spcBef>
              <a:spcAft>
                <a:spcPts val="0"/>
              </a:spcAft>
              <a:buClr>
                <a:schemeClr val="dk1"/>
              </a:buClr>
              <a:buSzPts val="1100"/>
              <a:buFont typeface="Arial"/>
              <a:buNone/>
            </a:pPr>
            <a:r>
              <a:rPr b="1" lang="en" sz="1200"/>
              <a:t>Why are some of their beliefs considered ethical to the tribes?</a:t>
            </a:r>
            <a:endParaRPr b="1" sz="1200"/>
          </a:p>
          <a:p>
            <a:pPr indent="0" lvl="0" marL="0" rtl="0" algn="l">
              <a:spcBef>
                <a:spcPts val="0"/>
              </a:spcBef>
              <a:spcAft>
                <a:spcPts val="0"/>
              </a:spcAft>
              <a:buClr>
                <a:schemeClr val="dk1"/>
              </a:buClr>
              <a:buSzPts val="1100"/>
              <a:buFont typeface="Arial"/>
              <a:buNone/>
            </a:pPr>
            <a:r>
              <a:rPr lang="en" sz="1200"/>
              <a:t>The tribe’s sense perception and history</a:t>
            </a:r>
            <a:endParaRPr sz="1200"/>
          </a:p>
          <a:p>
            <a:pPr indent="0" lvl="0" marL="0" rtl="0" algn="l">
              <a:spcBef>
                <a:spcPts val="0"/>
              </a:spcBef>
              <a:spcAft>
                <a:spcPts val="0"/>
              </a:spcAft>
              <a:buClr>
                <a:schemeClr val="dk1"/>
              </a:buClr>
              <a:buSzPts val="1100"/>
              <a:buFont typeface="Arial"/>
              <a:buNone/>
            </a:pPr>
            <a:r>
              <a:rPr lang="en" sz="1200"/>
              <a:t>Praxis(the established practice or custom of any group skills passed down to the younger generations))</a:t>
            </a:r>
            <a:endParaRPr sz="1200"/>
          </a:p>
          <a:p>
            <a:pPr indent="0" lvl="0" marL="0" rtl="0" algn="l">
              <a:spcBef>
                <a:spcPts val="0"/>
              </a:spcBef>
              <a:spcAft>
                <a:spcPts val="0"/>
              </a:spcAft>
              <a:buClr>
                <a:schemeClr val="dk1"/>
              </a:buClr>
              <a:buSzPts val="1100"/>
              <a:buFont typeface="Arial"/>
              <a:buNone/>
            </a:pPr>
            <a:r>
              <a:rPr lang="en" sz="1200"/>
              <a:t>Faith in the tribes’ beliefs, practices and customs</a:t>
            </a:r>
            <a:endParaRPr sz="1200"/>
          </a:p>
        </p:txBody>
      </p:sp>
      <p:sp>
        <p:nvSpPr>
          <p:cNvPr id="194" name="Google Shape;194;p24"/>
          <p:cNvSpPr txBox="1"/>
          <p:nvPr/>
        </p:nvSpPr>
        <p:spPr>
          <a:xfrm>
            <a:off x="3471275" y="705125"/>
            <a:ext cx="3841200" cy="1367100"/>
          </a:xfrm>
          <a:prstGeom prst="rect">
            <a:avLst/>
          </a:prstGeom>
          <a:noFill/>
          <a:ln cap="flat" cmpd="sng" w="9525">
            <a:solidFill>
              <a:srgbClr val="000000"/>
            </a:solidFill>
            <a:prstDash val="solid"/>
            <a:round/>
            <a:headEnd len="sm" w="sm" type="none"/>
            <a:tailEnd len="sm" w="sm" type="none"/>
          </a:ln>
        </p:spPr>
        <p:txBody>
          <a:bodyPr anchorCtr="0" anchor="t" bIns="49950" lIns="49950" spcFirstLastPara="1" rIns="49950" wrap="square" tIns="49950">
            <a:noAutofit/>
          </a:bodyPr>
          <a:lstStyle/>
          <a:p>
            <a:pPr indent="0" lvl="0" marL="0" rtl="0" algn="l">
              <a:spcBef>
                <a:spcPts val="0"/>
              </a:spcBef>
              <a:spcAft>
                <a:spcPts val="0"/>
              </a:spcAft>
              <a:buClr>
                <a:schemeClr val="dk1"/>
              </a:buClr>
              <a:buSzPts val="1100"/>
              <a:buFont typeface="Arial"/>
              <a:buNone/>
            </a:pPr>
            <a:r>
              <a:rPr b="1" lang="en" sz="1200"/>
              <a:t>How is the knowledge acquired, communicated and passed down?</a:t>
            </a:r>
            <a:endParaRPr b="1" sz="1200"/>
          </a:p>
          <a:p>
            <a:pPr indent="0" lvl="0" marL="0" rtl="0" algn="l">
              <a:spcBef>
                <a:spcPts val="0"/>
              </a:spcBef>
              <a:spcAft>
                <a:spcPts val="0"/>
              </a:spcAft>
              <a:buClr>
                <a:schemeClr val="dk1"/>
              </a:buClr>
              <a:buSzPts val="1100"/>
              <a:buFont typeface="Arial"/>
              <a:buNone/>
            </a:pPr>
            <a:r>
              <a:rPr lang="en" sz="1200"/>
              <a:t>Folklore</a:t>
            </a:r>
            <a:endParaRPr sz="1200"/>
          </a:p>
          <a:p>
            <a:pPr indent="0" lvl="0" marL="0" rtl="0" algn="l">
              <a:spcBef>
                <a:spcPts val="0"/>
              </a:spcBef>
              <a:spcAft>
                <a:spcPts val="0"/>
              </a:spcAft>
              <a:buClr>
                <a:schemeClr val="dk1"/>
              </a:buClr>
              <a:buSzPts val="1100"/>
              <a:buFont typeface="Arial"/>
              <a:buNone/>
            </a:pPr>
            <a:r>
              <a:rPr lang="en" sz="1200"/>
              <a:t> Natural features such as land and sea</a:t>
            </a:r>
            <a:endParaRPr sz="1200"/>
          </a:p>
          <a:p>
            <a:pPr indent="0" lvl="0" marL="0" rtl="0" algn="l">
              <a:spcBef>
                <a:spcPts val="0"/>
              </a:spcBef>
              <a:spcAft>
                <a:spcPts val="0"/>
              </a:spcAft>
              <a:buClr>
                <a:schemeClr val="dk1"/>
              </a:buClr>
              <a:buSzPts val="1100"/>
              <a:buFont typeface="Arial"/>
              <a:buNone/>
            </a:pPr>
            <a:r>
              <a:rPr lang="en" sz="1200"/>
              <a:t>Speac</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8" name="Shape 198"/>
        <p:cNvGrpSpPr/>
        <p:nvPr/>
      </p:nvGrpSpPr>
      <p:grpSpPr>
        <a:xfrm>
          <a:off x="0" y="0"/>
          <a:ext cx="0" cy="0"/>
          <a:chOff x="0" y="0"/>
          <a:chExt cx="0" cy="0"/>
        </a:xfrm>
      </p:grpSpPr>
      <p:sp>
        <p:nvSpPr>
          <p:cNvPr id="199" name="Google Shape;199;p25"/>
          <p:cNvSpPr txBox="1"/>
          <p:nvPr>
            <p:ph type="title"/>
          </p:nvPr>
        </p:nvSpPr>
        <p:spPr>
          <a:xfrm>
            <a:off x="921300" y="62325"/>
            <a:ext cx="7301400" cy="5727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sz="3000"/>
              <a:t>Additional information about Brazil’s tribes</a:t>
            </a:r>
            <a:endParaRPr sz="3000"/>
          </a:p>
        </p:txBody>
      </p:sp>
      <p:sp>
        <p:nvSpPr>
          <p:cNvPr id="200" name="Google Shape;200;p25"/>
          <p:cNvSpPr txBox="1"/>
          <p:nvPr>
            <p:ph idx="1" type="body"/>
          </p:nvPr>
        </p:nvSpPr>
        <p:spPr>
          <a:xfrm>
            <a:off x="91850" y="750100"/>
            <a:ext cx="8940000" cy="42861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Clr>
                <a:schemeClr val="dk1"/>
              </a:buClr>
              <a:buSzPts val="1100"/>
              <a:buFont typeface="Arial"/>
              <a:buNone/>
            </a:pPr>
            <a:r>
              <a:rPr lang="en" sz="1600"/>
              <a:t>They are a hybrid ethnicity involving influences from Indian and other Latin American ethnicities such as Peruvian</a:t>
            </a:r>
            <a:endParaRPr b="1" sz="1600"/>
          </a:p>
          <a:p>
            <a:pPr indent="0" lvl="0" marL="0" rtl="0" algn="l">
              <a:spcBef>
                <a:spcPts val="900"/>
              </a:spcBef>
              <a:spcAft>
                <a:spcPts val="0"/>
              </a:spcAft>
              <a:buNone/>
            </a:pPr>
            <a:r>
              <a:rPr lang="en" sz="1600"/>
              <a:t>Location: Amazon </a:t>
            </a:r>
            <a:r>
              <a:rPr lang="en" sz="1600"/>
              <a:t>rainforest</a:t>
            </a:r>
            <a:r>
              <a:rPr lang="en" sz="1600"/>
              <a:t> and urban areas in Northern Brazil</a:t>
            </a:r>
            <a:endParaRPr sz="1600"/>
          </a:p>
          <a:p>
            <a:pPr indent="0" lvl="0" marL="0" rtl="0" algn="l">
              <a:spcBef>
                <a:spcPts val="900"/>
              </a:spcBef>
              <a:spcAft>
                <a:spcPts val="0"/>
              </a:spcAft>
              <a:buNone/>
            </a:pPr>
            <a:r>
              <a:rPr lang="en" sz="1600"/>
              <a:t>Language: Initially Nheengatu(Amazonian tribal language), now Portuguese</a:t>
            </a:r>
            <a:endParaRPr sz="1600"/>
          </a:p>
          <a:p>
            <a:pPr indent="0" lvl="0" marL="0" rtl="0" algn="l">
              <a:spcBef>
                <a:spcPts val="900"/>
              </a:spcBef>
              <a:spcAft>
                <a:spcPts val="0"/>
              </a:spcAft>
              <a:buNone/>
            </a:pPr>
            <a:r>
              <a:rPr lang="en" sz="1600"/>
              <a:t>Origin: </a:t>
            </a:r>
            <a:r>
              <a:rPr lang="en" sz="1600"/>
              <a:t>Mura people are called “caboclo” a regional term used by locals in a despising manner, referred to as “impure”, “cultured” indian. But now, the positive impression is made by indians and “caboclo”. </a:t>
            </a:r>
            <a:endParaRPr sz="1600"/>
          </a:p>
          <a:p>
            <a:pPr indent="0" lvl="0" marL="0" rtl="0" algn="l">
              <a:spcBef>
                <a:spcPts val="900"/>
              </a:spcBef>
              <a:spcAft>
                <a:spcPts val="0"/>
              </a:spcAft>
              <a:buClr>
                <a:schemeClr val="dk1"/>
              </a:buClr>
              <a:buSzPts val="1100"/>
              <a:buFont typeface="Arial"/>
              <a:buNone/>
            </a:pPr>
            <a:r>
              <a:rPr lang="en" sz="1600"/>
              <a:t>Historical background: 17th century- river-based people</a:t>
            </a:r>
            <a:endParaRPr sz="1600"/>
          </a:p>
          <a:p>
            <a:pPr indent="0" lvl="0" marL="0" rtl="0" algn="l">
              <a:spcBef>
                <a:spcPts val="900"/>
              </a:spcBef>
              <a:spcAft>
                <a:spcPts val="0"/>
              </a:spcAft>
              <a:buClr>
                <a:schemeClr val="dk1"/>
              </a:buClr>
              <a:buSzPts val="1100"/>
              <a:buFont typeface="Arial"/>
              <a:buNone/>
            </a:pPr>
            <a:r>
              <a:rPr lang="en" sz="1600"/>
              <a:t>Practices/beliefs/traditions: Extractive(discovering natural resources) needed for agriculture, minery and livestock</a:t>
            </a:r>
            <a:endParaRPr sz="1600"/>
          </a:p>
          <a:p>
            <a:pPr indent="0" lvl="0" marL="0" rtl="0" algn="l">
              <a:spcBef>
                <a:spcPts val="900"/>
              </a:spcBef>
              <a:spcAft>
                <a:spcPts val="900"/>
              </a:spcAft>
              <a:buClr>
                <a:schemeClr val="dk1"/>
              </a:buClr>
              <a:buSzPts val="1100"/>
              <a:buFont typeface="Arial"/>
              <a:buNone/>
            </a:pPr>
            <a:r>
              <a:rPr lang="en" sz="1600"/>
              <a:t>Source: River and the Amazon forest</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4" name="Shape 204"/>
        <p:cNvGrpSpPr/>
        <p:nvPr/>
      </p:nvGrpSpPr>
      <p:grpSpPr>
        <a:xfrm>
          <a:off x="0" y="0"/>
          <a:ext cx="0" cy="0"/>
          <a:chOff x="0" y="0"/>
          <a:chExt cx="0" cy="0"/>
        </a:xfrm>
      </p:grpSpPr>
      <p:sp>
        <p:nvSpPr>
          <p:cNvPr id="205" name="Google Shape;205;p26"/>
          <p:cNvSpPr txBox="1"/>
          <p:nvPr>
            <p:ph type="title"/>
          </p:nvPr>
        </p:nvSpPr>
        <p:spPr>
          <a:xfrm>
            <a:off x="311700" y="445025"/>
            <a:ext cx="8520600" cy="5727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sz="3000"/>
              <a:t>Conclusion</a:t>
            </a:r>
            <a:endParaRPr sz="3000"/>
          </a:p>
        </p:txBody>
      </p:sp>
      <p:sp>
        <p:nvSpPr>
          <p:cNvPr id="206" name="Google Shape;206;p26"/>
          <p:cNvSpPr txBox="1"/>
          <p:nvPr>
            <p:ph idx="1" type="body"/>
          </p:nvPr>
        </p:nvSpPr>
        <p:spPr>
          <a:xfrm>
            <a:off x="92950" y="1152475"/>
            <a:ext cx="8923800" cy="37653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lang="en" sz="1600"/>
              <a:t>Key takeaways: Knowledge can be interpreted by various stakeholders differently.</a:t>
            </a:r>
            <a:endParaRPr sz="1600"/>
          </a:p>
          <a:p>
            <a:pPr indent="0" lvl="0" marL="0" rtl="0" algn="l">
              <a:spcBef>
                <a:spcPts val="900"/>
              </a:spcBef>
              <a:spcAft>
                <a:spcPts val="0"/>
              </a:spcAft>
              <a:buNone/>
            </a:pPr>
            <a:r>
              <a:rPr lang="en" sz="1600"/>
              <a:t>In the RLS: </a:t>
            </a:r>
            <a:endParaRPr sz="1600"/>
          </a:p>
          <a:p>
            <a:pPr indent="0" lvl="0" marL="0" rtl="0" algn="l">
              <a:spcBef>
                <a:spcPts val="900"/>
              </a:spcBef>
              <a:spcAft>
                <a:spcPts val="0"/>
              </a:spcAft>
              <a:buNone/>
            </a:pPr>
            <a:r>
              <a:rPr lang="en" sz="1600"/>
              <a:t>Different stakeholders view each other actions as either right or wrong. They have different moral values and perspectives. They are governed by their own ethical principles that they uphold. Their upbringing and environment also affects the decision that they make. One’s background, moral values and immediate stance on the issue affects the decision that they make which might be right or wrong.</a:t>
            </a:r>
            <a:endParaRPr sz="1600"/>
          </a:p>
          <a:p>
            <a:pPr indent="0" lvl="0" marL="0" rtl="0" algn="l">
              <a:spcBef>
                <a:spcPts val="900"/>
              </a:spcBef>
              <a:spcAft>
                <a:spcPts val="0"/>
              </a:spcAft>
              <a:buNone/>
            </a:pPr>
            <a:r>
              <a:t/>
            </a:r>
            <a:endParaRPr sz="1600"/>
          </a:p>
          <a:p>
            <a:pPr indent="0" lvl="0" marL="0" rtl="0" algn="l">
              <a:spcBef>
                <a:spcPts val="900"/>
              </a:spcBef>
              <a:spcAft>
                <a:spcPts val="0"/>
              </a:spcAft>
              <a:buNone/>
            </a:pPr>
            <a:r>
              <a:t/>
            </a:r>
            <a:endParaRPr sz="1600"/>
          </a:p>
          <a:p>
            <a:pPr indent="0" lvl="0" marL="0" rtl="0" algn="l">
              <a:spcBef>
                <a:spcPts val="900"/>
              </a:spcBef>
              <a:spcAft>
                <a:spcPts val="0"/>
              </a:spcAft>
              <a:buNone/>
            </a:pPr>
            <a:r>
              <a:t/>
            </a:r>
            <a:endParaRPr sz="1600"/>
          </a:p>
          <a:p>
            <a:pPr indent="0" lvl="0" marL="0" rtl="0" algn="l">
              <a:spcBef>
                <a:spcPts val="900"/>
              </a:spcBef>
              <a:spcAft>
                <a:spcPts val="900"/>
              </a:spcAft>
              <a:buNone/>
            </a:pPr>
            <a:r>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140450" y="163900"/>
            <a:ext cx="4283700" cy="399300"/>
          </a:xfrm>
          <a:prstGeom prst="rect">
            <a:avLst/>
          </a:prstGeom>
        </p:spPr>
        <p:txBody>
          <a:bodyPr anchorCtr="0" anchor="b" bIns="49950" lIns="49950" spcFirstLastPara="1" rIns="49950" wrap="square" tIns="49950">
            <a:noAutofit/>
          </a:bodyPr>
          <a:lstStyle/>
          <a:p>
            <a:pPr indent="0" lvl="0" marL="0" rtl="0" algn="ctr">
              <a:spcBef>
                <a:spcPts val="0"/>
              </a:spcBef>
              <a:spcAft>
                <a:spcPts val="0"/>
              </a:spcAft>
              <a:buNone/>
            </a:pPr>
            <a:r>
              <a:rPr lang="en" sz="1800"/>
              <a:t>Other application</a:t>
            </a:r>
            <a:r>
              <a:rPr lang="en" sz="1800"/>
              <a:t> to the analysis</a:t>
            </a:r>
            <a:endParaRPr sz="1800"/>
          </a:p>
        </p:txBody>
      </p:sp>
      <p:sp>
        <p:nvSpPr>
          <p:cNvPr id="212" name="Google Shape;212;p27"/>
          <p:cNvSpPr txBox="1"/>
          <p:nvPr>
            <p:ph idx="2" type="body"/>
          </p:nvPr>
        </p:nvSpPr>
        <p:spPr>
          <a:xfrm>
            <a:off x="4728950" y="644850"/>
            <a:ext cx="4283700" cy="3991800"/>
          </a:xfrm>
          <a:prstGeom prst="rect">
            <a:avLst/>
          </a:prstGeom>
        </p:spPr>
        <p:txBody>
          <a:bodyPr anchorCtr="0" anchor="ctr" bIns="49950" lIns="49950" spcFirstLastPara="1" rIns="49950" wrap="square" tIns="49950">
            <a:noAutofit/>
          </a:bodyPr>
          <a:lstStyle/>
          <a:p>
            <a:pPr indent="0" lvl="0" marL="0" rtl="0" algn="l">
              <a:spcBef>
                <a:spcPts val="0"/>
              </a:spcBef>
              <a:spcAft>
                <a:spcPts val="0"/>
              </a:spcAft>
              <a:buNone/>
            </a:pPr>
            <a:r>
              <a:rPr lang="en" sz="1600"/>
              <a:t>Nike, a company which has prided itself on work ethics, has been criticised by activists in neglecting the safety and well-being of its workers, especially in developing countries such as Bangladesh, India, Cambodia and Thailand. This included providing extremely low wages to workers, and restricting them access to clean water and toilet usage.</a:t>
            </a:r>
            <a:endParaRPr sz="1600"/>
          </a:p>
          <a:p>
            <a:pPr indent="0" lvl="0" marL="0" rtl="0" algn="l">
              <a:spcBef>
                <a:spcPts val="900"/>
              </a:spcBef>
              <a:spcAft>
                <a:spcPts val="0"/>
              </a:spcAft>
              <a:buNone/>
            </a:pPr>
            <a:r>
              <a:rPr lang="en" sz="1600"/>
              <a:t>Examples:</a:t>
            </a:r>
            <a:endParaRPr sz="1600"/>
          </a:p>
          <a:p>
            <a:pPr indent="0" lvl="0" marL="0" rtl="0" algn="l">
              <a:spcBef>
                <a:spcPts val="900"/>
              </a:spcBef>
              <a:spcAft>
                <a:spcPts val="0"/>
              </a:spcAft>
              <a:buNone/>
            </a:pPr>
            <a:r>
              <a:rPr lang="en" sz="1600"/>
              <a:t>1996: A twelve year old Pakistani boy was sewing a Nike soccer ball  </a:t>
            </a:r>
            <a:endParaRPr sz="1600"/>
          </a:p>
          <a:p>
            <a:pPr indent="0" lvl="0" marL="0" rtl="0" algn="l">
              <a:spcBef>
                <a:spcPts val="900"/>
              </a:spcBef>
              <a:spcAft>
                <a:spcPts val="900"/>
              </a:spcAft>
              <a:buNone/>
            </a:pPr>
            <a:r>
              <a:rPr lang="en" sz="1600"/>
              <a:t>2018: Clean Clothes Campaign reported that Nike still pays “poverty” wages to its workers</a:t>
            </a:r>
            <a:endParaRPr sz="1600"/>
          </a:p>
        </p:txBody>
      </p:sp>
      <p:sp>
        <p:nvSpPr>
          <p:cNvPr id="213" name="Google Shape;213;p27"/>
          <p:cNvSpPr txBox="1"/>
          <p:nvPr>
            <p:ph idx="1" type="subTitle"/>
          </p:nvPr>
        </p:nvSpPr>
        <p:spPr>
          <a:xfrm>
            <a:off x="5281700" y="0"/>
            <a:ext cx="3178200" cy="321300"/>
          </a:xfrm>
          <a:prstGeom prst="rect">
            <a:avLst/>
          </a:prstGeom>
        </p:spPr>
        <p:txBody>
          <a:bodyPr anchorCtr="0" anchor="t" bIns="49950" lIns="49950" spcFirstLastPara="1" rIns="49950" wrap="square" tIns="49950">
            <a:noAutofit/>
          </a:bodyPr>
          <a:lstStyle/>
          <a:p>
            <a:pPr indent="0" lvl="0" marL="0" rtl="0" algn="ctr">
              <a:spcBef>
                <a:spcPts val="0"/>
              </a:spcBef>
              <a:spcAft>
                <a:spcPts val="0"/>
              </a:spcAft>
              <a:buNone/>
            </a:pPr>
            <a:r>
              <a:rPr b="1" i="1" lang="en" sz="1600"/>
              <a:t>Nike Sweatshop scandal</a:t>
            </a:r>
            <a:endParaRPr b="1" i="1" sz="1600"/>
          </a:p>
        </p:txBody>
      </p:sp>
      <p:pic>
        <p:nvPicPr>
          <p:cNvPr id="214" name="Google Shape;214;p27"/>
          <p:cNvPicPr preferRelativeResize="0"/>
          <p:nvPr/>
        </p:nvPicPr>
        <p:blipFill>
          <a:blip r:embed="rId3">
            <a:alphaModFix/>
          </a:blip>
          <a:stretch>
            <a:fillRect/>
          </a:stretch>
        </p:blipFill>
        <p:spPr>
          <a:xfrm>
            <a:off x="0" y="713175"/>
            <a:ext cx="4424150" cy="2814251"/>
          </a:xfrm>
          <a:prstGeom prst="rect">
            <a:avLst/>
          </a:prstGeom>
          <a:noFill/>
          <a:ln>
            <a:noFill/>
          </a:ln>
        </p:spPr>
      </p:pic>
      <p:sp>
        <p:nvSpPr>
          <p:cNvPr id="215" name="Google Shape;215;p27"/>
          <p:cNvSpPr txBox="1"/>
          <p:nvPr/>
        </p:nvSpPr>
        <p:spPr>
          <a:xfrm>
            <a:off x="0" y="3614850"/>
            <a:ext cx="4500900" cy="5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4"/>
              </a:rPr>
              <a:t>https://www.newidea.com.au/media/73484/bangladesh-textile-factory-2015.jpg?width=720&amp;center=0.0,0.0</a:t>
            </a:r>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3152625" y="0"/>
            <a:ext cx="2235000" cy="4365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b="1" lang="en" sz="3000"/>
              <a:t>References</a:t>
            </a:r>
            <a:endParaRPr b="1" sz="3000"/>
          </a:p>
        </p:txBody>
      </p:sp>
      <p:sp>
        <p:nvSpPr>
          <p:cNvPr id="221" name="Google Shape;221;p28"/>
          <p:cNvSpPr txBox="1"/>
          <p:nvPr>
            <p:ph idx="1" type="body"/>
          </p:nvPr>
        </p:nvSpPr>
        <p:spPr>
          <a:xfrm>
            <a:off x="50" y="789750"/>
            <a:ext cx="9144000" cy="4280100"/>
          </a:xfrm>
          <a:prstGeom prst="rect">
            <a:avLst/>
          </a:prstGeom>
        </p:spPr>
        <p:txBody>
          <a:bodyPr anchorCtr="0" anchor="t" bIns="49950" lIns="49950" spcFirstLastPara="1" rIns="49950" wrap="square" tIns="49950">
            <a:noAutofit/>
          </a:bodyPr>
          <a:lstStyle/>
          <a:p>
            <a:pPr indent="-241300" lvl="0" marL="254000" rtl="0" algn="l">
              <a:spcBef>
                <a:spcPts val="0"/>
              </a:spcBef>
              <a:spcAft>
                <a:spcPts val="0"/>
              </a:spcAft>
              <a:buSzPts val="1800"/>
              <a:buFont typeface="Arial"/>
              <a:buChar char="●"/>
            </a:pPr>
            <a:r>
              <a:rPr lang="en" sz="1800" u="sng">
                <a:solidFill>
                  <a:schemeClr val="hlink"/>
                </a:solidFill>
                <a:latin typeface="Arial"/>
                <a:ea typeface="Arial"/>
                <a:cs typeface="Arial"/>
                <a:sym typeface="Arial"/>
                <a:hlinkClick r:id="rId3"/>
              </a:rPr>
              <a:t>https://www.businessinsider.com/meat-consumption-linked-to-the-amazon-fires-2019-8?IR=T</a:t>
            </a:r>
            <a:r>
              <a:rPr lang="en" sz="1800">
                <a:solidFill>
                  <a:schemeClr val="dk1"/>
                </a:solidFill>
              </a:rPr>
              <a:t> (1st RLS)</a:t>
            </a:r>
            <a:endParaRPr sz="1800">
              <a:solidFill>
                <a:schemeClr val="dk1"/>
              </a:solidFill>
            </a:endParaRPr>
          </a:p>
          <a:p>
            <a:pPr indent="-241300" lvl="0" marL="254000" rtl="0" algn="l">
              <a:spcBef>
                <a:spcPts val="0"/>
              </a:spcBef>
              <a:spcAft>
                <a:spcPts val="0"/>
              </a:spcAft>
              <a:buClr>
                <a:schemeClr val="dk1"/>
              </a:buClr>
              <a:buSzPts val="1800"/>
              <a:buChar char="●"/>
            </a:pPr>
            <a:r>
              <a:rPr lang="en" sz="1800" u="sng">
                <a:solidFill>
                  <a:schemeClr val="hlink"/>
                </a:solidFill>
                <a:hlinkClick r:id="rId4"/>
              </a:rPr>
              <a:t>http://www.bbc.co.uk/ethics/introduction/duty_1.shtml</a:t>
            </a:r>
            <a:endParaRPr sz="1800">
              <a:solidFill>
                <a:schemeClr val="dk1"/>
              </a:solidFill>
            </a:endParaRPr>
          </a:p>
          <a:p>
            <a:pPr indent="-241300" lvl="0" marL="254000" rtl="0" algn="l">
              <a:spcBef>
                <a:spcPts val="0"/>
              </a:spcBef>
              <a:spcAft>
                <a:spcPts val="0"/>
              </a:spcAft>
              <a:buClr>
                <a:schemeClr val="dk1"/>
              </a:buClr>
              <a:buSzPts val="1800"/>
              <a:buChar char="●"/>
            </a:pPr>
            <a:r>
              <a:rPr lang="en" sz="1800" u="sng">
                <a:solidFill>
                  <a:schemeClr val="hlink"/>
                </a:solidFill>
                <a:hlinkClick r:id="rId5"/>
              </a:rPr>
              <a:t>http://www.bbc.co.uk/ethics/introduction/consequentialism_1.shtml</a:t>
            </a:r>
            <a:endParaRPr sz="1800">
              <a:solidFill>
                <a:schemeClr val="dk1"/>
              </a:solidFill>
            </a:endParaRPr>
          </a:p>
          <a:p>
            <a:pPr indent="-241300" lvl="0" marL="254000" rtl="0" algn="l">
              <a:spcBef>
                <a:spcPts val="0"/>
              </a:spcBef>
              <a:spcAft>
                <a:spcPts val="0"/>
              </a:spcAft>
              <a:buClr>
                <a:schemeClr val="dk1"/>
              </a:buClr>
              <a:buSzPts val="1800"/>
              <a:buChar char="●"/>
            </a:pPr>
            <a:r>
              <a:rPr lang="en" sz="1800" u="sng">
                <a:solidFill>
                  <a:schemeClr val="hlink"/>
                </a:solidFill>
                <a:hlinkClick r:id="rId6"/>
              </a:rPr>
              <a:t>https://www.theoryofknowledge.net/areas-of-knowledge/indigenous-knowledge-systems</a:t>
            </a:r>
            <a:r>
              <a:rPr lang="en" sz="1100" u="sng">
                <a:solidFill>
                  <a:schemeClr val="hlink"/>
                </a:solidFill>
                <a:hlinkClick r:id="rId7"/>
              </a:rPr>
              <a:t>/</a:t>
            </a:r>
            <a:r>
              <a:rPr lang="en" sz="1800">
                <a:solidFill>
                  <a:schemeClr val="dk1"/>
                </a:solidFill>
              </a:rPr>
              <a:t>(Indigenous knowledge systems)</a:t>
            </a:r>
            <a:endParaRPr sz="1800">
              <a:solidFill>
                <a:schemeClr val="dk1"/>
              </a:solidFill>
            </a:endParaRPr>
          </a:p>
          <a:p>
            <a:pPr indent="-241300" lvl="0" marL="254000" rtl="0" algn="l">
              <a:spcBef>
                <a:spcPts val="0"/>
              </a:spcBef>
              <a:spcAft>
                <a:spcPts val="0"/>
              </a:spcAft>
              <a:buClr>
                <a:schemeClr val="dk1"/>
              </a:buClr>
              <a:buSzPts val="1800"/>
              <a:buChar char="●"/>
            </a:pPr>
            <a:r>
              <a:rPr lang="en" sz="1800" u="sng">
                <a:solidFill>
                  <a:schemeClr val="hlink"/>
                </a:solidFill>
                <a:hlinkClick r:id="rId8"/>
              </a:rPr>
              <a:t>https://www.theoryofknowledge.net/areas-of-knowledge/indigenous-knowledge-systems/how-is-knowledge-acquired-in-indigenous-societies/</a:t>
            </a:r>
            <a:endParaRPr sz="1800">
              <a:solidFill>
                <a:schemeClr val="dk1"/>
              </a:solidFill>
            </a:endParaRPr>
          </a:p>
          <a:p>
            <a:pPr indent="-241300" lvl="0" marL="254000" rtl="0" algn="l">
              <a:spcBef>
                <a:spcPts val="0"/>
              </a:spcBef>
              <a:spcAft>
                <a:spcPts val="0"/>
              </a:spcAft>
              <a:buClr>
                <a:schemeClr val="dk1"/>
              </a:buClr>
              <a:buSzPts val="1800"/>
              <a:buChar char="●"/>
            </a:pPr>
            <a:r>
              <a:rPr lang="en" sz="1800" u="sng">
                <a:solidFill>
                  <a:schemeClr val="accent5"/>
                </a:solidFill>
                <a:hlinkClick r:id="rId9"/>
              </a:rPr>
              <a:t>https://pib.socioambiental.org/en/Povo:Mura</a:t>
            </a:r>
            <a:endParaRPr sz="1800">
              <a:solidFill>
                <a:schemeClr val="dk1"/>
              </a:solidFill>
            </a:endParaRPr>
          </a:p>
          <a:p>
            <a:pPr indent="-241300" lvl="0" marL="254000" rtl="0" algn="l">
              <a:spcBef>
                <a:spcPts val="0"/>
              </a:spcBef>
              <a:spcAft>
                <a:spcPts val="0"/>
              </a:spcAft>
              <a:buSzPts val="1800"/>
              <a:buFont typeface="Arial"/>
              <a:buChar char="●"/>
            </a:pPr>
            <a:r>
              <a:rPr lang="en" sz="1800" u="sng">
                <a:solidFill>
                  <a:schemeClr val="hlink"/>
                </a:solidFill>
                <a:hlinkClick r:id="rId10"/>
              </a:rPr>
              <a:t>https://www.newidea.com.au/nike-sweatshops-the-truth-about-the-nike-factory-scandal</a:t>
            </a:r>
            <a:r>
              <a:rPr lang="en" sz="1800">
                <a:solidFill>
                  <a:srgbClr val="000000"/>
                </a:solidFill>
              </a:rPr>
              <a:t>(RLS In the conclusion)</a:t>
            </a:r>
            <a:endParaRPr sz="1800">
              <a:solidFill>
                <a:srgbClr val="000000"/>
              </a:solidFill>
            </a:endParaRPr>
          </a:p>
          <a:p>
            <a:pPr indent="-241300" lvl="0" marL="254000" rtl="0" algn="l">
              <a:spcBef>
                <a:spcPts val="0"/>
              </a:spcBef>
              <a:spcAft>
                <a:spcPts val="0"/>
              </a:spcAft>
              <a:buClr>
                <a:srgbClr val="000000"/>
              </a:buClr>
              <a:buSzPts val="1800"/>
              <a:buChar char="●"/>
            </a:pPr>
            <a:r>
              <a:rPr lang="en" sz="1800" u="sng">
                <a:solidFill>
                  <a:schemeClr val="hlink"/>
                </a:solidFill>
                <a:hlinkClick r:id="rId11"/>
              </a:rPr>
              <a:t>https://www.channelnewsasia.com/news/world/brazil-slams-g7-aid-offer-as-amazon-fires-rage-11845194</a:t>
            </a:r>
            <a:endParaRPr sz="18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5" name="Shape 225"/>
        <p:cNvGrpSpPr/>
        <p:nvPr/>
      </p:nvGrpSpPr>
      <p:grpSpPr>
        <a:xfrm>
          <a:off x="0" y="0"/>
          <a:ext cx="0" cy="0"/>
          <a:chOff x="0" y="0"/>
          <a:chExt cx="0" cy="0"/>
        </a:xfrm>
      </p:grpSpPr>
      <p:sp>
        <p:nvSpPr>
          <p:cNvPr id="226" name="Google Shape;226;p29"/>
          <p:cNvSpPr txBox="1"/>
          <p:nvPr>
            <p:ph type="title"/>
          </p:nvPr>
        </p:nvSpPr>
        <p:spPr>
          <a:xfrm>
            <a:off x="3178650" y="91900"/>
            <a:ext cx="2210400" cy="5727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rPr b="1" lang="en" sz="3000">
                <a:solidFill>
                  <a:srgbClr val="000000"/>
                </a:solidFill>
              </a:rPr>
              <a:t>References</a:t>
            </a:r>
            <a:endParaRPr b="1" sz="3000">
              <a:solidFill>
                <a:srgbClr val="000000"/>
              </a:solidFill>
            </a:endParaRPr>
          </a:p>
          <a:p>
            <a:pPr indent="0" lvl="0" marL="0" rtl="0" algn="l">
              <a:spcBef>
                <a:spcPts val="0"/>
              </a:spcBef>
              <a:spcAft>
                <a:spcPts val="0"/>
              </a:spcAft>
              <a:buNone/>
            </a:pPr>
            <a:r>
              <a:t/>
            </a:r>
            <a:endParaRPr/>
          </a:p>
        </p:txBody>
      </p:sp>
      <p:sp>
        <p:nvSpPr>
          <p:cNvPr id="227" name="Google Shape;227;p29"/>
          <p:cNvSpPr txBox="1"/>
          <p:nvPr>
            <p:ph idx="1" type="body"/>
          </p:nvPr>
        </p:nvSpPr>
        <p:spPr>
          <a:xfrm>
            <a:off x="107475" y="664600"/>
            <a:ext cx="8951100" cy="4401900"/>
          </a:xfrm>
          <a:prstGeom prst="rect">
            <a:avLst/>
          </a:prstGeom>
        </p:spPr>
        <p:txBody>
          <a:bodyPr anchorCtr="0" anchor="t" bIns="49950" lIns="49950" spcFirstLastPara="1" rIns="49950" wrap="square" tIns="49950">
            <a:noAutofit/>
          </a:bodyPr>
          <a:lstStyle/>
          <a:p>
            <a:pPr indent="-342900" lvl="0" marL="457200" rtl="0" algn="l">
              <a:spcBef>
                <a:spcPts val="0"/>
              </a:spcBef>
              <a:spcAft>
                <a:spcPts val="0"/>
              </a:spcAft>
              <a:buClr>
                <a:schemeClr val="dk1"/>
              </a:buClr>
              <a:buSzPts val="1800"/>
              <a:buChar char="●"/>
            </a:pPr>
            <a:r>
              <a:rPr lang="en" sz="1800" u="sng">
                <a:solidFill>
                  <a:schemeClr val="accent5"/>
                </a:solidFill>
                <a:hlinkClick r:id="rId3"/>
              </a:rPr>
              <a:t>https://www.cnbc.com/2019/09/24/brazils-president-attacks-amazon-rainforest-lies-thanks-trump.html</a:t>
            </a:r>
            <a:endParaRPr sz="1800">
              <a:solidFill>
                <a:schemeClr val="dk1"/>
              </a:solidFill>
            </a:endParaRPr>
          </a:p>
          <a:p>
            <a:pPr indent="-342900" lvl="0" marL="457200" rtl="0" algn="l">
              <a:spcBef>
                <a:spcPts val="0"/>
              </a:spcBef>
              <a:spcAft>
                <a:spcPts val="0"/>
              </a:spcAft>
              <a:buClr>
                <a:schemeClr val="dk1"/>
              </a:buClr>
              <a:buSzPts val="1800"/>
              <a:buChar char="●"/>
            </a:pPr>
            <a:r>
              <a:rPr lang="en" sz="1800" u="sng">
                <a:solidFill>
                  <a:schemeClr val="accent5"/>
                </a:solidFill>
                <a:hlinkClick r:id="rId4"/>
              </a:rPr>
              <a:t>https://plato.stanford.edu/entries/consequentialism/</a:t>
            </a:r>
            <a:endParaRPr sz="1800">
              <a:solidFill>
                <a:schemeClr val="dk1"/>
              </a:solidFill>
            </a:endParaRPr>
          </a:p>
          <a:p>
            <a:pPr indent="-342900" lvl="0" marL="457200" rtl="0" algn="l">
              <a:spcBef>
                <a:spcPts val="0"/>
              </a:spcBef>
              <a:spcAft>
                <a:spcPts val="0"/>
              </a:spcAft>
              <a:buSzPts val="1800"/>
              <a:buChar char="●"/>
            </a:pPr>
            <a:r>
              <a:rPr lang="en" sz="1800">
                <a:solidFill>
                  <a:schemeClr val="dk1"/>
                </a:solidFill>
              </a:rPr>
              <a:t>McMahan, Jeff. </a:t>
            </a:r>
            <a:r>
              <a:rPr i="1" lang="en" sz="1800">
                <a:solidFill>
                  <a:schemeClr val="dk1"/>
                </a:solidFill>
              </a:rPr>
              <a:t>The Stone Reader : Modern Philosophy In 133 arguments</a:t>
            </a:r>
            <a:r>
              <a:rPr lang="en" sz="1800">
                <a:solidFill>
                  <a:schemeClr val="dk1"/>
                </a:solidFill>
              </a:rPr>
              <a:t>. Ed. PETER CATAPANO and SIMON CRITCHLEY. Vol. first edition. New York: Liveright Publishing Corporation, 2016.</a:t>
            </a:r>
            <a:endParaRPr sz="1800">
              <a:solidFill>
                <a:schemeClr val="dk1"/>
              </a:solidFill>
            </a:endParaRPr>
          </a:p>
          <a:p>
            <a:pPr indent="-342900" lvl="0" marL="457200" rtl="0" algn="l">
              <a:spcBef>
                <a:spcPts val="0"/>
              </a:spcBef>
              <a:spcAft>
                <a:spcPts val="0"/>
              </a:spcAft>
              <a:buSzPts val="1800"/>
              <a:buChar char="●"/>
            </a:pPr>
            <a:r>
              <a:rPr lang="en" sz="1800">
                <a:solidFill>
                  <a:schemeClr val="dk1"/>
                </a:solidFill>
              </a:rPr>
              <a:t> Cave, Peter. </a:t>
            </a:r>
            <a:r>
              <a:rPr i="1" lang="en" sz="1800">
                <a:solidFill>
                  <a:schemeClr val="dk1"/>
                </a:solidFill>
              </a:rPr>
              <a:t>Ethics: A Beginner's Guide</a:t>
            </a:r>
            <a:r>
              <a:rPr lang="en" sz="1800">
                <a:solidFill>
                  <a:schemeClr val="dk1"/>
                </a:solidFill>
              </a:rPr>
              <a:t>. Oneworld Publications, 2015.</a:t>
            </a:r>
            <a:endParaRPr sz="1800">
              <a:solidFill>
                <a:schemeClr val="dk1"/>
              </a:solidFill>
            </a:endParaRPr>
          </a:p>
          <a:p>
            <a:pPr indent="0" lvl="0" marL="457200" rtl="0" algn="l">
              <a:spcBef>
                <a:spcPts val="0"/>
              </a:spcBef>
              <a:spcAft>
                <a:spcPts val="0"/>
              </a:spcAft>
              <a:buNone/>
            </a:pPr>
            <a:r>
              <a:rPr lang="en" sz="1800">
                <a:solidFill>
                  <a:schemeClr val="dk1"/>
                </a:solidFill>
              </a:rPr>
              <a:t> </a:t>
            </a:r>
            <a:endParaRPr sz="1800">
              <a:solidFill>
                <a:schemeClr val="dk1"/>
              </a:solidFill>
            </a:endParaRPr>
          </a:p>
          <a:p>
            <a:pPr indent="0" lvl="0" marL="457200" rtl="0" algn="l">
              <a:spcBef>
                <a:spcPts val="0"/>
              </a:spcBef>
              <a:spcAft>
                <a:spcPts val="90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